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480" r:id="rId2"/>
    <p:sldId id="712" r:id="rId3"/>
    <p:sldId id="720" r:id="rId4"/>
    <p:sldId id="725" r:id="rId5"/>
    <p:sldId id="721" r:id="rId6"/>
    <p:sldId id="715" r:id="rId7"/>
    <p:sldId id="723" r:id="rId8"/>
    <p:sldId id="728" r:id="rId9"/>
    <p:sldId id="727" r:id="rId10"/>
    <p:sldId id="714" r:id="rId11"/>
    <p:sldId id="729" r:id="rId12"/>
    <p:sldId id="7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84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88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the oldest proglottid.</a:t>
            </a:r>
          </a:p>
          <a:p>
            <a:r>
              <a:rPr lang="en-US"/>
              <a:t>https://www.polleverywhere.com/clickable_images/EQEMkeN9T71ynIOLZce9T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70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50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the digestive tract.</a:t>
            </a:r>
          </a:p>
          <a:p>
            <a:r>
              <a:rPr lang="en-US"/>
              <a:t>https://www.polleverywhere.com/clickable_images/dlHV7n50yg4G6HPOKxAW7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5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45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D8D8-1773-E03F-15EB-5C41C181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61712-75FC-2EB2-F987-8B42B288D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E55EE-D1B0-AA67-242A-6EF313D74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13B5B-4977-68AA-8486-A3E38D9BE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9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Would you rather host an adult or a larval tapeworm? Why?</a:t>
            </a:r>
          </a:p>
          <a:p>
            <a:r>
              <a:rPr lang="en-US"/>
              <a:t>https://www.polleverywhere.com/discourses/vBIAPqZVegpH4w7WjxPPm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7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91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64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tiff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7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Cestodes 1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251645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Q1. point to the oldest proglottid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48475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0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B1373-2B21-E64D-B01D-76F305B1D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410D8-171F-A84B-899A-B66934178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clickable_images/EQEMkeN9T71ynIOLZce9T">
            <a:extLst>
              <a:ext uri="{FF2B5EF4-FFF2-40B4-BE49-F238E27FC236}">
                <a16:creationId xmlns:a16="http://schemas.microsoft.com/office/drawing/2014/main" id="{C1D05DEE-7C43-E441-B442-EAF7B4C70F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0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251645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Q2. point to the digestive tract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48475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9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49A87-9D4D-9445-8918-25EBE51709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12376-02B4-AC46-8BE1-CD922360C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clickable_images/dlHV7n50yg4G6HPOKxAW7">
            <a:extLst>
              <a:ext uri="{FF2B5EF4-FFF2-40B4-BE49-F238E27FC236}">
                <a16:creationId xmlns:a16="http://schemas.microsoft.com/office/drawing/2014/main" id="{9BA26D9A-8878-C849-9080-96876878033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4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09943"/>
            <a:ext cx="73152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the vertebrate gut as habitat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3FB4870-4B97-3F4E-8EE6-AA8CBC341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"/>
          <a:stretch/>
        </p:blipFill>
        <p:spPr bwMode="auto">
          <a:xfrm>
            <a:off x="2824856" y="740885"/>
            <a:ext cx="6542287" cy="5879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55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06028"/>
            <a:ext cx="73152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the vertebrate gut as habitat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3FB4870-4B97-3F4E-8EE6-AA8CBC341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"/>
          <a:stretch/>
        </p:blipFill>
        <p:spPr bwMode="auto">
          <a:xfrm>
            <a:off x="1002777" y="778474"/>
            <a:ext cx="4934114" cy="4434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111" y="1830267"/>
            <a:ext cx="569980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600" dirty="0">
                <a:latin typeface="Avenir"/>
                <a:cs typeface="Avenir"/>
              </a:rPr>
              <a:t>Imagine you are a tapeworm. Where would you choose to live and why?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316914"/>
            <a:ext cx="848507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Chelsea will put you into NEW GROUPS for discussion. You’ll write your answers on the board (5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183" y="5436037"/>
            <a:ext cx="3037028" cy="123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455F6-3D0C-EF04-59A4-1738DE74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4A0BDB-4EE2-9383-DE78-B20699DC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70" y="2322141"/>
            <a:ext cx="1164906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Q4. Would you rather host an adult or larval tapeworm? Why?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8157E6-BC61-6769-9A1E-24C82AE1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77050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75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BA59-19ED-125B-C1FB-F938072BCB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8563E-5811-FDB0-0E87-277E60C6F6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vBIAPqZVegpH4w7WjxPPm">
            <a:extLst>
              <a:ext uri="{FF2B5EF4-FFF2-40B4-BE49-F238E27FC236}">
                <a16:creationId xmlns:a16="http://schemas.microsoft.com/office/drawing/2014/main" id="{9AE11D0E-408A-EDE2-F405-4102AF670B8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02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90858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Q5. crowding effects?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76115-8B07-BF49-9DDC-5F3B697C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588" y="5481308"/>
            <a:ext cx="3037028" cy="1234618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4318" y="914990"/>
            <a:ext cx="4157657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Avenir"/>
                <a:cs typeface="Avenir"/>
              </a:rPr>
              <a:t>A coroner keeps track of the distributions of two (made-up) tapeworms that occupy the intestines of bodies sent for autopsy. She counts the number of tapeworms with </a:t>
            </a:r>
            <a:r>
              <a:rPr lang="en-US" sz="2000" dirty="0" err="1">
                <a:latin typeface="Avenir"/>
                <a:cs typeface="Avenir"/>
              </a:rPr>
              <a:t>scolices</a:t>
            </a:r>
            <a:r>
              <a:rPr lang="en-US" sz="2000" dirty="0">
                <a:latin typeface="Avenir"/>
                <a:cs typeface="Avenir"/>
              </a:rPr>
              <a:t> attached in different sections of the intestinal tract (jejunum -&gt; ileum -&gt; ascending colon -&gt; transverse colon -&gt; descending colon). The table shows the distribution of worms she recovers. </a:t>
            </a:r>
            <a:r>
              <a:rPr lang="en-US" sz="2000" b="1" dirty="0">
                <a:latin typeface="Avenir"/>
                <a:cs typeface="Avenir"/>
              </a:rPr>
              <a:t>Is there evidence for interspecific competition?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C2283-F88C-4349-85F5-205E15ECA0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456"/>
          <a:stretch/>
        </p:blipFill>
        <p:spPr>
          <a:xfrm>
            <a:off x="4486316" y="1328735"/>
            <a:ext cx="7562803" cy="35004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833D9C-3B5B-7E47-89CD-4D008960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588378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(5 m), discuss with a partner (5 m), then share with the class (5 m).</a:t>
            </a:r>
          </a:p>
        </p:txBody>
      </p:sp>
    </p:spTree>
    <p:extLst>
      <p:ext uri="{BB962C8B-B14F-4D97-AF65-F5344CB8AC3E}">
        <p14:creationId xmlns:p14="http://schemas.microsoft.com/office/powerpoint/2010/main" val="206611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43FDC1-ACE2-072A-3BDB-8177D87F9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962" y="0"/>
            <a:ext cx="6812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4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7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Cestodes 1</a:t>
            </a:r>
          </a:p>
        </p:txBody>
      </p:sp>
    </p:spTree>
    <p:extLst>
      <p:ext uri="{BB962C8B-B14F-4D97-AF65-F5344CB8AC3E}">
        <p14:creationId xmlns:p14="http://schemas.microsoft.com/office/powerpoint/2010/main" val="2699468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8847</TotalTime>
  <Words>299</Words>
  <Application>Microsoft Macintosh PowerPoint</Application>
  <PresentationFormat>Widescreen</PresentationFormat>
  <Paragraphs>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96</cp:revision>
  <dcterms:created xsi:type="dcterms:W3CDTF">2020-04-03T14:55:00Z</dcterms:created>
  <dcterms:modified xsi:type="dcterms:W3CDTF">2026-10-16T18:23:26Z</dcterms:modified>
</cp:coreProperties>
</file>