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18" r:id="rId2"/>
    <p:sldId id="319" r:id="rId3"/>
    <p:sldId id="682" r:id="rId4"/>
    <p:sldId id="683" r:id="rId5"/>
    <p:sldId id="674" r:id="rId6"/>
    <p:sldId id="471" r:id="rId7"/>
    <p:sldId id="685" r:id="rId8"/>
    <p:sldId id="681" r:id="rId9"/>
    <p:sldId id="672" r:id="rId10"/>
    <p:sldId id="684" r:id="rId11"/>
    <p:sldId id="67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2207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4T17:58:49.251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25465 2666 24575,'0'0'0</inkml:trace>
  <inkml:trace contextRef="#ctx0" brushRef="#br0" timeOffset="16946">15039 3698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845F56-4F69-014F-BF17-BBF57342F13A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649269-E026-4E44-9951-397123D7C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906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2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132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91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5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9099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6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785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Have you watched today's assigned video lectures on the course website?</a:t>
            </a:r>
          </a:p>
          <a:p>
            <a:r>
              <a:rPr lang="en-US"/>
              <a:t>https://www.polleverywhere.com/multiple_choice_polls/C5Mf4wqoOzxgPhTX3YZyj?state=opened&amp;flow=Default&amp;onscreen=persist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834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comes to mind when I say the word "parasite"?</a:t>
            </a:r>
          </a:p>
          <a:p>
            <a:r>
              <a:rPr lang="en-US"/>
              <a:t>https://www.polleverywhere.com/free_text_polls/n8mRsosII42qUWMLxN3aH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592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docs.google.com</a:t>
            </a:r>
            <a:r>
              <a:rPr lang="en-US" dirty="0"/>
              <a:t>/document/d/1Kk92IApqR0dqP8pjU8KjXSjuFePxToeInctn_EKyqx0/</a:t>
            </a:r>
            <a:r>
              <a:rPr lang="en-US" dirty="0" err="1"/>
              <a:t>edit?usp</a:t>
            </a:r>
            <a:r>
              <a:rPr lang="en-US" dirty="0"/>
              <a:t>=sharing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902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7221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11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727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F67DD-1156-554A-B839-48E328A60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5D51DD-603B-AD49-B8EA-08FC308BC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D2108-942D-FF47-9A0D-912647A53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9FED2-FED4-5348-8936-2901959FA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653A6-9DDC-C546-944C-B8D5BA61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57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1E5B1-55AA-5642-B010-96305D9A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2A0DF-BEFA-F143-AB83-39BE26DB5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FB3C3-81C9-9C49-9060-93D853AF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53CFE-5DD8-914B-A55B-10354658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801B8-24A8-454A-8664-90F501599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4BCD-2ECC-6C45-B73F-C7F315ED8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60E27-07BC-BB4D-92E7-9EC9C71E6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6E0C6-EC2B-8E4A-BDAB-7A56A92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FC224-AB3A-F64E-B971-C25F0B1D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E26AA-1518-4E4B-8E25-75E9FE497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50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1126-3414-1B41-A773-8A2B0EF1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D878A-3699-D142-B42C-CDB800B01C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022D4-6C9C-9242-A69F-EAF61FD04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102BE7-24AA-7648-8485-333E24B92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97BF87-3A76-B141-B06C-A80FBB37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60DA4-BFC8-4545-A413-CFECF61DB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85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3E26D-6D92-294E-B9BF-5FC7500B6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9E26C-DC73-9C4C-A1BF-1465A825C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BCF19-F864-8141-B155-5F1E7189F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6BD099-0C9B-794F-9318-C55BFCA120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C9BBFD-ED7F-2148-B3CB-3B0B5C478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4E0347-BC44-CC48-ACC4-C1767D651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A6FAF-234B-E44D-A759-0BBC654E4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B5EF8A-36B6-214A-8048-E4A4752A9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7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3EEC9-6A29-254E-950B-68816C77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FB1EA-86AF-D14F-AD6C-E8C60E51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5B7CC-46AC-B741-A1E7-5349D35CC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64BFD7-8AA9-EC43-A703-15DDA570E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101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744AE4-341B-ED4D-B786-F61B55BD2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7A0C9-39DF-754A-A8B1-4C06AB957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8A4EC-6270-D549-AFAE-F9F0E3B05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9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8FCB2-7D22-8342-920E-1C6F2939B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418FA-8546-B94E-B9AD-EC28EC03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CC148A-9D80-2E4E-B56C-650C5BE12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DD77C3-BE18-AF45-9081-B6FBBA6B4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681AB-B950-544F-AC0C-B7531BC2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18BE0-ACFA-1545-9D6B-5A6A89CFC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1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D4AE0-6A08-A544-B1F9-51B3B99A6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495BD3-A9BE-A44B-A6BC-E97DC2CD76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0739BA-B012-464C-9630-570114B66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7C475-43F9-4549-8556-062516DE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6D14B-466B-B349-885B-F44B48FAE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1410D-9C62-2440-AF49-E19F873B1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09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1CD6-422E-794A-86C2-828BC956E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960A6-E98F-A34A-A76F-D83733AB47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0898B-E7A9-2644-94D9-813E95D9C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0BE7A-21E8-A645-8D2A-37D7D7C9C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02E61-8900-6945-8BD3-299E7E0D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05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5AA8E-87C6-F848-BB10-D0FCE96BB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5D27A-E4B1-B746-9133-096AB6CAD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CF246-7948-2D4F-8E9D-0A6B6645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5EC3A8-B445-D44C-9545-314A1C92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40EB0-7ADF-C345-AF0E-58222E57D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88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4BF38-EBF2-364F-BBDB-6B66AFD02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3372A-D024-9B46-94AF-F74DB3DA6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8D926-4AFF-F049-9B44-BEF474AAA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A9854-A5E3-9E47-A1CE-7B58FB794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EE434-D4CA-4E42-A5A8-0C12879F1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60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image" Target="../media/image4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1279693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188948" y="1467536"/>
            <a:ext cx="9677400" cy="36933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FISH 406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Parasite Ecology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Autumn 2025</a:t>
            </a:r>
          </a:p>
          <a:p>
            <a:pPr>
              <a:defRPr/>
            </a:pPr>
            <a:endParaRPr lang="en-US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Instructor: 	Dr. Chelsea Wood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TAs:			Gabby Commisso and 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			Connor Whalen	</a:t>
            </a:r>
          </a:p>
        </p:txBody>
      </p:sp>
    </p:spTree>
    <p:extLst>
      <p:ext uri="{BB962C8B-B14F-4D97-AF65-F5344CB8AC3E}">
        <p14:creationId xmlns:p14="http://schemas.microsoft.com/office/powerpoint/2010/main" val="35272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24D076-306C-BB7A-FF7C-13EB668776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51307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website: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https://wood-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lab.github.io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/fish_406</a:t>
            </a:r>
          </a:p>
        </p:txBody>
      </p:sp>
    </p:spTree>
    <p:extLst>
      <p:ext uri="{BB962C8B-B14F-4D97-AF65-F5344CB8AC3E}">
        <p14:creationId xmlns:p14="http://schemas.microsoft.com/office/powerpoint/2010/main" val="2405787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7C0096-F98B-6232-876E-41380BE99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F4E8C28-3817-A241-2E96-0195316B0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65821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Canvas page: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canvas.uw.edu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/courses/1829825</a:t>
            </a:r>
          </a:p>
        </p:txBody>
      </p:sp>
    </p:spTree>
    <p:extLst>
      <p:ext uri="{BB962C8B-B14F-4D97-AF65-F5344CB8AC3E}">
        <p14:creationId xmlns:p14="http://schemas.microsoft.com/office/powerpoint/2010/main" val="3370688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874042" y="687328"/>
            <a:ext cx="8443916" cy="5816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6000" b="1" dirty="0">
                <a:solidFill>
                  <a:srgbClr val="FFFFFF"/>
                </a:solidFill>
                <a:latin typeface="Avenir"/>
                <a:cs typeface="Avenir"/>
              </a:rPr>
              <a:t>class norms</a:t>
            </a:r>
          </a:p>
          <a:p>
            <a:pPr algn="ctr">
              <a:defRPr/>
            </a:pPr>
            <a:endParaRPr lang="en-US" sz="3000" dirty="0">
              <a:solidFill>
                <a:srgbClr val="FFFFFF"/>
              </a:solidFill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growth mindset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respect and support one another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actively listen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contribute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ask questions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monitor air time</a:t>
            </a:r>
          </a:p>
          <a:p>
            <a:pPr algn="ctr">
              <a:defRPr/>
            </a:pPr>
            <a:endParaRPr lang="en-US" sz="3200" dirty="0">
              <a:solidFill>
                <a:srgbClr val="FFFFFF"/>
              </a:solidFill>
              <a:latin typeface="Avenir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389094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944330" y="2981494"/>
            <a:ext cx="771048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let’s dive in…</a:t>
            </a:r>
          </a:p>
        </p:txBody>
      </p:sp>
    </p:spTree>
    <p:extLst>
      <p:ext uri="{BB962C8B-B14F-4D97-AF65-F5344CB8AC3E}">
        <p14:creationId xmlns:p14="http://schemas.microsoft.com/office/powerpoint/2010/main" val="1198608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28C8-E57A-4548-E685-7C8547826A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A1BAE9-70C8-C269-8AD4-7B4B3D134C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C5Mf4wqoOzxgPhTX3YZyj?state=opened&amp;flow=Default&amp;onscreen=persist">
            <a:extLst>
              <a:ext uri="{FF2B5EF4-FFF2-40B4-BE49-F238E27FC236}">
                <a16:creationId xmlns:a16="http://schemas.microsoft.com/office/drawing/2014/main" id="{C1680DC4-93E8-614B-054E-9D7DCD24A5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97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132B-DB9E-494A-B78D-F786D5645C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1C6761-0AFB-4A40-910C-04C7202DF5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n8mRsosII42qUWMLxN3aH">
            <a:extLst>
              <a:ext uri="{FF2B5EF4-FFF2-40B4-BE49-F238E27FC236}">
                <a16:creationId xmlns:a16="http://schemas.microsoft.com/office/drawing/2014/main" id="{72EB74FD-A9DE-7F46-9103-F417496D3DB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19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6544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parasites on the spectrum of symbiosis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893" y="5614537"/>
            <a:ext cx="90749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Collaborate with your group to come up </a:t>
            </a:r>
          </a:p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with as many examples as you can.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845587" y="1362630"/>
            <a:ext cx="9074944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Parasites are not the only organisms that live in </a:t>
            </a:r>
            <a:r>
              <a:rPr lang="en-US" sz="2200" b="1" dirty="0">
                <a:latin typeface="Avenir"/>
                <a:cs typeface="Avenir"/>
              </a:rPr>
              <a:t>intimate and durable relationships with their hosts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The class will be split into groups.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group will be assigned one kind of symbiont: </a:t>
            </a:r>
            <a:r>
              <a:rPr lang="en-US" sz="2200" b="1" dirty="0">
                <a:latin typeface="Avenir"/>
                <a:cs typeface="Avenir"/>
              </a:rPr>
              <a:t>parasites, commensals, or mutualists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Generate as many examples of the assigned symbiont as you can.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person should assume one role: 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Note-taker (in Google doc)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Timekeeper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Reporter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14:cNvPr>
              <p14:cNvContentPartPr/>
              <p14:nvPr/>
            </p14:nvContentPartPr>
            <p14:xfrm>
              <a:off x="5414040" y="959760"/>
              <a:ext cx="3753720" cy="371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04680" y="950400"/>
                <a:ext cx="3772440" cy="39060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0948A2C8-8419-3A41-81F6-A59B141890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605" y="5487368"/>
            <a:ext cx="1270000" cy="127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EC9A07-7880-2348-A1CF-88D10F73AA0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65765"/>
          <a:stretch/>
        </p:blipFill>
        <p:spPr>
          <a:xfrm>
            <a:off x="546863" y="1071420"/>
            <a:ext cx="2114407" cy="410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AB001B-AA19-243B-C0B0-5F6C092F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08F228-F440-0446-E520-DEFF6265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918" y="3151193"/>
            <a:ext cx="967740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Take the Qualtrics survey!</a:t>
            </a:r>
          </a:p>
        </p:txBody>
      </p:sp>
    </p:spTree>
    <p:extLst>
      <p:ext uri="{BB962C8B-B14F-4D97-AF65-F5344CB8AC3E}">
        <p14:creationId xmlns:p14="http://schemas.microsoft.com/office/powerpoint/2010/main" val="1363838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277118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346</Words>
  <Application>Microsoft Macintosh PowerPoint</Application>
  <PresentationFormat>Widescreen</PresentationFormat>
  <Paragraphs>62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Avenir</vt:lpstr>
      <vt:lpstr>Calibri</vt:lpstr>
      <vt:lpstr>Calibri Light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Chelsea Wood</cp:lastModifiedBy>
  <cp:revision>30</cp:revision>
  <dcterms:created xsi:type="dcterms:W3CDTF">2020-08-29T19:13:47Z</dcterms:created>
  <dcterms:modified xsi:type="dcterms:W3CDTF">2025-09-29T16:44:20Z</dcterms:modified>
</cp:coreProperties>
</file>