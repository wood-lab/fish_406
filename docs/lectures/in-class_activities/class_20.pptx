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80" r:id="rId2"/>
    <p:sldId id="723" r:id="rId3"/>
    <p:sldId id="1572" r:id="rId4"/>
    <p:sldId id="1581" r:id="rId5"/>
    <p:sldId id="1582" r:id="rId6"/>
    <p:sldId id="1584" r:id="rId7"/>
    <p:sldId id="1585" r:id="rId8"/>
    <p:sldId id="15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55"/>
    <p:restoredTop sz="95884"/>
  </p:normalViewPr>
  <p:slideViewPr>
    <p:cSldViewPr snapToGrid="0" snapToObjects="1">
      <p:cViewPr varScale="1">
        <p:scale>
          <a:sx n="98" d="100"/>
          <a:sy n="98" d="100"/>
        </p:scale>
        <p:origin x="62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three forms of African sleeping sickness. Which do you think would be the EASIEST to control?</a:t>
            </a:r>
          </a:p>
          <a:p>
            <a:r>
              <a:rPr lang="en-US"/>
              <a:t>https://www.polleverywhere.com/multiple_choice_polls/Dt6RIWtlQrleiczdoI5yP?flow=Default&amp;onscreen=persist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91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three forms of African sleeping sickness. Which do you think would be the most MOST DIFFICULT to control?</a:t>
            </a:r>
          </a:p>
          <a:p>
            <a:r>
              <a:rPr lang="en-US"/>
              <a:t>https://www.polleverywhere.com/multiple_choice_polls/69EoUkLjVA4LYkhBHxI8Y?flow=Default&amp;onscreen=persist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6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what kind of habitats would you expect to find the greatest burden of leishmaniasis?</a:t>
            </a:r>
          </a:p>
          <a:p>
            <a:r>
              <a:rPr lang="en-US"/>
              <a:t>https://www.polleverywhere.com/free_text_polls/K7ttNAL6NCk55tvf0BzKW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8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9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20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Introduction to the Protozoa and Protozoa 1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27" y="950914"/>
            <a:ext cx="5691295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500" b="1" dirty="0">
                <a:latin typeface="Avenir"/>
                <a:cs typeface="Avenir"/>
              </a:rPr>
              <a:t>Q1. </a:t>
            </a:r>
            <a:r>
              <a:rPr lang="en-US" sz="3500" b="1" dirty="0" err="1">
                <a:latin typeface="Avenir"/>
                <a:cs typeface="Avenir"/>
              </a:rPr>
              <a:t>trophs</a:t>
            </a:r>
            <a:r>
              <a:rPr lang="en-US" sz="3500" b="1" dirty="0">
                <a:latin typeface="Avenir"/>
                <a:cs typeface="Avenir"/>
              </a:rPr>
              <a:t> and cysts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728" y="1732137"/>
            <a:ext cx="592016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dirty="0">
                <a:latin typeface="Avenir"/>
                <a:cs typeface="Avenir"/>
              </a:rPr>
              <a:t>Many amoebae life cycles are split into two life stages: </a:t>
            </a:r>
            <a:r>
              <a:rPr lang="en-US" sz="3000" dirty="0" err="1">
                <a:latin typeface="Avenir"/>
                <a:cs typeface="Avenir"/>
              </a:rPr>
              <a:t>troph</a:t>
            </a:r>
            <a:r>
              <a:rPr lang="en-US" sz="3000" dirty="0">
                <a:latin typeface="Avenir"/>
                <a:cs typeface="Avenir"/>
              </a:rPr>
              <a:t> and cyst. What does each stage do and why do amoebae bother to differentiate into these two stages?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961A3-2B95-0A43-B11C-D68C6B37C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Ponder on your own (2 m), discuss with your group </a:t>
            </a:r>
          </a:p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(3 m), then share with the class (5 m).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68F39-A23A-9E47-BC8C-16103DF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E93AA7F5-9FB9-4E4A-9613-D2E3CE3ECA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85" y="559751"/>
            <a:ext cx="5458372" cy="4493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90726" y="1782887"/>
            <a:ext cx="961054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Q2. There are three forms of African sleeping sickness. Which do you think would be the most EASIEST/MOST DIFFICULT to control?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7" y="4526619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6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FB66-0DD3-6840-8703-CC302D162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62C6B-9FCD-074F-8962-E9542BD0E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Dt6RIWtlQrleiczdoI5yP?flow=Default&amp;onscreen=persist">
            <a:extLst>
              <a:ext uri="{FF2B5EF4-FFF2-40B4-BE49-F238E27FC236}">
                <a16:creationId xmlns:a16="http://schemas.microsoft.com/office/drawing/2014/main" id="{7ACBBE80-55DF-FC40-8397-954FD91695A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92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D4CA-9711-EB49-9685-8B9FA354C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419B9-FF32-4E46-83C6-EB9EB0F22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69EoUkLjVA4LYkhBHxI8Y?flow=Default&amp;onscreen=persist">
            <a:extLst>
              <a:ext uri="{FF2B5EF4-FFF2-40B4-BE49-F238E27FC236}">
                <a16:creationId xmlns:a16="http://schemas.microsoft.com/office/drawing/2014/main" id="{3B64FE22-126A-DB4D-BFB3-C42A4E3EAA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9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90725" y="1987840"/>
            <a:ext cx="961054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Q3. In what kind of habitats would you expect to find the greatest burden of leishmaniasis?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36" y="4242840"/>
            <a:ext cx="3345721" cy="5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5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5621C-D8C1-EB41-A978-A8205E96B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203BF-2D9A-9D42-B052-35193AF31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K7ttNAL6NCk55tvf0BzKW">
            <a:extLst>
              <a:ext uri="{FF2B5EF4-FFF2-40B4-BE49-F238E27FC236}">
                <a16:creationId xmlns:a16="http://schemas.microsoft.com/office/drawing/2014/main" id="{BC0BA061-6B58-BE49-9866-7E64D00B1B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9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2524" y="2644170"/>
            <a:ext cx="108966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20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Introduction to the Protozoa and Protozoa 1</a:t>
            </a:r>
          </a:p>
        </p:txBody>
      </p:sp>
    </p:spTree>
    <p:extLst>
      <p:ext uri="{BB962C8B-B14F-4D97-AF65-F5344CB8AC3E}">
        <p14:creationId xmlns:p14="http://schemas.microsoft.com/office/powerpoint/2010/main" val="379985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7874</TotalTime>
  <Words>253</Words>
  <Application>Microsoft Macintosh PowerPoint</Application>
  <PresentationFormat>Widescreen</PresentationFormat>
  <Paragraphs>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176</cp:revision>
  <dcterms:created xsi:type="dcterms:W3CDTF">2020-04-03T14:55:00Z</dcterms:created>
  <dcterms:modified xsi:type="dcterms:W3CDTF">2025-11-17T19:09:24Z</dcterms:modified>
</cp:coreProperties>
</file>