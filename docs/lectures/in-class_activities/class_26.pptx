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480" r:id="rId2"/>
    <p:sldId id="723" r:id="rId3"/>
    <p:sldId id="1587" r:id="rId4"/>
    <p:sldId id="1818" r:id="rId5"/>
    <p:sldId id="1816" r:id="rId6"/>
    <p:sldId id="1819" r:id="rId7"/>
    <p:sldId id="181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55"/>
    <p:restoredTop sz="95884"/>
  </p:normalViewPr>
  <p:slideViewPr>
    <p:cSldViewPr snapToGrid="0" snapToObjects="1">
      <p:cViewPr varScale="1">
        <p:scale>
          <a:sx n="109" d="100"/>
          <a:sy n="109" d="100"/>
        </p:scale>
        <p:origin x="1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DB66-C6D6-B24E-B345-FA3772C924EA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707C-A528-5347-B512-111D9A72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72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3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is one thing that you can do to help address NTDs in the developing world?</a:t>
            </a:r>
          </a:p>
          <a:p>
            <a:r>
              <a:rPr lang="en-US"/>
              <a:t>https://www.polleverywhere.com/discourses/xeWFRNguYVqKG9D7X8qVM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17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64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is the FISH 406 concept that you were most excited to learn?</a:t>
            </a:r>
          </a:p>
          <a:p>
            <a:r>
              <a:rPr lang="en-US"/>
              <a:t>https://www.polleverywhere.com/discourses/NG1y0Rz3tDD6uLCE2FzZz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03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43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8A5-77CF-4444-B9C4-4E86A2AE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BB0CE-1E17-7E44-A60C-C4870D47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7BE3-EFDF-DA44-AA27-F0607BE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8DB-758A-CE42-BF14-C796921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87E2-36DD-094B-976D-5D59080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727-A794-4042-BF97-D4E5E255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6DC3-C8EA-0441-8F53-7878D446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3028-8ABF-084B-958C-E5D9B41B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AB7C-ECF7-2E4C-924B-4E91B62D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A8C5-6364-1B49-BF43-8C17388D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ED12-49A7-1148-AA33-34CAB4FC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3A772-1ECD-0342-8A17-4FABBAEE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C112-BD32-3746-A4C3-943B604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27BC-3697-B548-91F3-BCBF3F5C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7D53-D2B9-684C-96F8-BB104413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2D9E-643B-7E4B-872E-9412A7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80E6-8617-AA4D-B46F-9CC4896C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783B-B1E8-C54D-8F59-3F89A76D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AD1F-F077-684C-825B-C70FB96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75C02-EF59-8A48-A2C8-380404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92BB-8AAE-DE4E-AEA5-D84CEBB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7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12B8-927D-3440-A90F-CEE85721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7DF9-7AE9-244A-B880-477F516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535-D060-6345-9A9D-248269C2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F656-2CF8-3C40-BFA2-38D3E456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AB57-D4A7-A44B-9DC2-3238EBA3F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D1E4-9846-5948-BE81-54250E2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27541-6DB6-BF46-9566-A28E02A6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06EEE-891D-834D-A782-1C80536A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B81-6CFF-BB42-B48A-62FE961F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5E796-21ED-0646-ACBF-271AEEB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8FDD5-F21A-134E-AA9A-2830EBC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D440-2197-894C-BBF5-275EB6A7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E7DC6-C98E-4D41-8312-C6A00B91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30B3-F181-1740-9B5B-0C72FEA4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8BF8-D524-E946-A5F8-6EDB8EC6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8C6B-44FC-DF4B-A8BD-B9B86A4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512D-A868-3942-8652-3DCABEFC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B6CDD-B55E-CF40-A890-84FFA90C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B9BC-EA10-2643-91D2-3C7BEB0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C55D-AE82-E348-AA9F-92C25203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00D4-D451-3941-ABED-C84A7503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BDC-8058-8A4C-9BB2-057FDB83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E264-76A7-5245-B655-C26D83912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2F39-AC8F-9242-8291-F11D54004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6B85-9220-174D-9DEE-0F36C12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209-F023-304D-B738-0493FEA8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2D87-2351-334C-BE56-4B8A31C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934-82C2-4642-9056-03D6888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669D-25CA-F248-A4A3-81DBDBF7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BB9E-51D5-534F-9A5F-0DE70E1D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0DF-C942-F44F-84F3-4E7BC2F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EA3C-3249-9B4A-B424-1F83C20D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0C8A5-DD27-8040-BD1A-86BF1F29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6609-7FEC-1340-94C8-5409F51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5258-5E66-DE42-A23B-E1D3C01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C25B-3FDB-BD4C-8299-934B911F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38FA-EF83-EA42-9E21-8B8892B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E0A7-698E-D742-A4C4-45629B74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6F1A-825E-2B4D-8FFE-066CF32E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1E9B-BC61-3141-8DBB-53CB9EC8D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E3A9-9D48-7D40-AF95-520AE186EA5D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E5A4-CAAB-9C49-8EEB-830328D99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9D9-A8E0-C542-ADA8-7A31C9A6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2524" y="2644170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26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Your take-home messages</a:t>
            </a:r>
            <a:endParaRPr lang="en-US" sz="4800" i="1" dirty="0">
              <a:solidFill>
                <a:srgbClr val="FFFFFF"/>
              </a:solidFill>
              <a:latin typeface="Avenir Book" panose="02000503020000020003" pitchFamily="2" charset="0"/>
              <a:cs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111664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DE1806F-C7B8-F64A-B94E-06D05E903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857" y="912559"/>
            <a:ext cx="5993215" cy="30002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70" y="233572"/>
            <a:ext cx="117097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latin typeface="Avenir"/>
                <a:cs typeface="Avenir"/>
              </a:rPr>
              <a:t>Q1. why the is the burden of human parasites high in the Global South?</a:t>
            </a:r>
            <a:endParaRPr lang="en-US" sz="28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101" y="4094228"/>
            <a:ext cx="10921798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dirty="0">
                <a:latin typeface="Avenir"/>
                <a:cs typeface="Avenir"/>
              </a:rPr>
              <a:t>We’ve already talked A LOT about </a:t>
            </a:r>
            <a:r>
              <a:rPr lang="en-US" sz="2600" u="sng" dirty="0">
                <a:latin typeface="Avenir"/>
                <a:cs typeface="Avenir"/>
              </a:rPr>
              <a:t>poverty</a:t>
            </a:r>
            <a:r>
              <a:rPr lang="en-US" sz="2600" dirty="0">
                <a:latin typeface="Avenir"/>
                <a:cs typeface="Avenir"/>
              </a:rPr>
              <a:t> as a reason for why so much of the world’s infectious disease burden falls on the “Global South”, but there are also other contributing factors. Brainstorm as many as you can.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7961A3-2B95-0A43-B11C-D68C6B37C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723560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Ponder on your own (2 m), discuss with your group </a:t>
            </a:r>
          </a:p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(3 m), then share with the class (7 m).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868F39-A23A-9E47-BC8C-16103DF4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552527"/>
            <a:ext cx="3037028" cy="123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8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89734" y="2263219"/>
            <a:ext cx="10812521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000" b="1" dirty="0">
                <a:latin typeface="Avenir"/>
                <a:cs typeface="Avenir"/>
              </a:rPr>
              <a:t>Q2. What is </a:t>
            </a:r>
            <a:r>
              <a:rPr lang="en-US" sz="4000" b="1" u="sng" dirty="0">
                <a:latin typeface="Avenir"/>
                <a:cs typeface="Avenir"/>
              </a:rPr>
              <a:t>one thing</a:t>
            </a:r>
            <a:r>
              <a:rPr lang="en-US" sz="4000" b="1" dirty="0">
                <a:latin typeface="Avenir"/>
                <a:cs typeface="Avenir"/>
              </a:rPr>
              <a:t> that you can do to help address NTDs in the developing world?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135" y="3811800"/>
            <a:ext cx="3345721" cy="5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034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5F38-F1CD-C4F1-121D-436AAAABA0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AE950-44FF-A722-7373-5C417F4708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discourses/xeWFRNguYVqKG9D7X8qVM">
            <a:extLst>
              <a:ext uri="{FF2B5EF4-FFF2-40B4-BE49-F238E27FC236}">
                <a16:creationId xmlns:a16="http://schemas.microsoft.com/office/drawing/2014/main" id="{061ECD7B-486E-0517-A20D-74C3D72AFEC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91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89730" y="2263218"/>
            <a:ext cx="10812521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000" b="1" dirty="0">
                <a:latin typeface="Avenir"/>
                <a:cs typeface="Avenir"/>
              </a:rPr>
              <a:t>Q3. What is the FISH 406 concept that you were most excited to learn?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129" y="3837893"/>
            <a:ext cx="3345721" cy="5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84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0CE3-143D-7337-74B4-5E2051D02D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3A23-BC3C-8B5C-EE17-2CE338579C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discourses/NG1y0Rz3tDD6uLCE2FzZz">
            <a:extLst>
              <a:ext uri="{FF2B5EF4-FFF2-40B4-BE49-F238E27FC236}">
                <a16:creationId xmlns:a16="http://schemas.microsoft.com/office/drawing/2014/main" id="{F99E6AAA-0A76-EEE4-BC3D-4C6BC5E3826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04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2524" y="2644170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26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Your take-home messages</a:t>
            </a:r>
            <a:endParaRPr lang="en-US" sz="4800" i="1" dirty="0">
              <a:solidFill>
                <a:srgbClr val="FFFFFF"/>
              </a:solidFill>
              <a:latin typeface="Avenir Book" panose="02000503020000020003" pitchFamily="2" charset="0"/>
              <a:cs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4064065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8251</TotalTime>
  <Words>246</Words>
  <Application>Microsoft Macintosh PowerPoint</Application>
  <PresentationFormat>Widescreen</PresentationFormat>
  <Paragraphs>19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Avenir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L. Wood</dc:creator>
  <cp:lastModifiedBy>Chelsea Wood</cp:lastModifiedBy>
  <cp:revision>220</cp:revision>
  <dcterms:created xsi:type="dcterms:W3CDTF">2020-04-03T14:55:00Z</dcterms:created>
  <dcterms:modified xsi:type="dcterms:W3CDTF">2025-12-03T19:30:43Z</dcterms:modified>
</cp:coreProperties>
</file>