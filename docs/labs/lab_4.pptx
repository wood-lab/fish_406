
<file path=[Content_Types].xml><?xml version="1.0" encoding="utf-8"?>
<Types xmlns="http://schemas.openxmlformats.org/package/2006/content-types">
  <Default Extension="org&amp;utm_campaign=imageinfo&amp;utm_content=thumbnail" ContentType="image/jpeg"/>
  <Default Extension="org&amp;utm_campaign=index&amp;utm_content=original" ContentType="image/jpeg"/>
  <Default Extension="org&amp;utm_campaign=index&amp;utm_content=thumbnail&amp;_=20061217052014" ContentType="image/jpeg"/>
  <Default Extension="org&amp;utm_campaign=index&amp;utm_content=thumbnail&amp;_=20160602173032" ContentType="image/jpeg"/>
  <Default Extension="org&amp;utm_campaign=index&amp;utm_content=thumbnail&amp;_=20201121141928" ContentType="image/jpeg"/>
  <Default Extension="org&amp;utm_campaign=index&amp;utm_content=thumbnail&amp;_=20210819215235" ContentType="image/jpeg"/>
  <Default Extension="org&amp;utm_campaign=index&amp;utm_content=thumbnail&amp;_=20211102221711" ContentType="image/jpeg"/>
  <Default Extension="org&amp;utm_campaign=index&amp;utm_content=thumbnail&amp;_=20211124170959" ContentType="image/jpeg"/>
  <Default Extension="org&amp;utm_campaign=index&amp;utm_content=thumbnail&amp;_=20220916171536" ContentType="image/jpeg"/>
  <Default Extension="org&amp;utm_campaign=index&amp;utm_content=thumbnail&amp;_=20221127040507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8" r:id="rId2"/>
    <p:sldId id="257" r:id="rId3"/>
    <p:sldId id="259" r:id="rId4"/>
    <p:sldId id="265" r:id="rId5"/>
    <p:sldId id="266" r:id="rId6"/>
    <p:sldId id="260" r:id="rId7"/>
    <p:sldId id="261" r:id="rId8"/>
    <p:sldId id="262" r:id="rId9"/>
    <p:sldId id="263" r:id="rId10"/>
    <p:sldId id="264" r:id="rId11"/>
    <p:sldId id="268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53" d="100"/>
          <a:sy n="153" d="100"/>
        </p:scale>
        <p:origin x="4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6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558 245 7773,'7'-1'482,"-3"-3"1,2 2 0,-3-4 0,0-2-185,-2-1 0,-1 0 0,0-1 0,0 0-29,0 0 1,-1 1 0,-3 0 0,-5 1-22,-6 1 1,-4 2-1,-6-2 1,-5 4 37,-6 3 1,-5 3 0,-8 6 0,-2 3 129,-1 3 0,1 9 0,7 3 0,5 4 64,6 5 1,1 9-1,9 5 1,7-1-130,6 1 1,8-2 0,2-3 0,8-3-239,7-5 1,2-9-1,6-7 1,0-5-315,2-2 1,7-2-1,1-5 1,6-4-163,5-2 1,7-1-1,2-1 1,1-2-636,-1-4 1,-2 2 0,-7-2 997,-4-1 0,-3-4 0,0-3 0</inkml:trace>
  <inkml:trace contextRef="#ctx0" brushRef="#br0" timeOffset="467">943 450 7854,'-12'3'343,"0"0"1,5 2 0,2-3 0,1 2 214,0 2 0,0-3 1,5 3-1,5-1-237,6 0 1,1-3-1,7 2 1,1-3-165,2-1 0,1 0 1,0 0-1,0-1-287,0-3 1,-1 0-1,-2-4 1,-1-1-55,1-2 1,-3-5 0,-2 3 0,-2-1 25,-2-1 0,-2-2 1,-2 1-1,-4-3 76,-2-1 0,-4 5 1,-3-1-1,-6 2 311,-4 2 1,-6-1 0,1 2-1,-2 4 186,-2 1 1,-5 3-1,0 3 1,-2 1 61,-3 2 0,0 7 0,-2 7 1,0 2 22,0 4 1,1 1-1,3 7 1,4 1 2,3 0 1,3 5 0,5-2 0,6-1-150,5-1 0,3-3 1,8-4-1,8-4-431,5-5 0,10-1 0,4-5 1,5-4-292,7-1 1,1-3 0,8-3 0,-1-1-475,0-2 0,-4-2 1,-5-5-1,0 0-1697,-1 0 0,1-3 2539,1 0 0,3-4 0,-4 1 0</inkml:trace>
  <inkml:trace contextRef="#ctx0" brushRef="#br0" timeOffset="801">1796 284 8312,'-29'-9'0,"-3"1"609,-3 2 0,5 4 0,1-1 0,4 1 52,1 2 1,-4 5 0,0 2 0,1 1-190,2 2 1,7 1 0,6 1 0,7 1-299,4 3 0,7-3 1,6 4-1,9 3-154,5 1 0,5 6 0,6-3 0,2 0-3,1 0 1,0 1 0,-2-1-1,-1 0 33,-1 0 1,-3-1-1,-10-4 1,-4 0 212,-7-3 0,-1 2 0,-10-6 1,-7 0 30,-8 0 0,-9-3 0,-5 1 1,-4-2-10,-3-1 1,1 1 0,0-5 0,3-1-674,2-1 0,1-2 0,4-1 0,1-2-1319,4-1 0,-3-4 0,6-3 0,3 0-1691,3 0 3398,5-3 0,5 0 0,0-5 0</inkml:trace>
  <inkml:trace contextRef="#ctx0" brushRef="#br0" timeOffset="1083">2145 20 7832,'-12'-10'594,"5"0"0,2 10 0,5 7 0,0 8 166,0 7 1,0 2-1,1 6 1,2 0-155,1 3 0,0 2 1,-3 5-1,2 2-259,1 4 0,4 2 1,-3-1-1,0 1-243,1-3 1,2-5-1,-4-2 1,0-8-248,1-6 0,-3-4 1,2-3-2383,-3 0 220,-1-5 0,0-4 2305,0-8 0,-5-4 0,-2-6 0</inkml:trace>
  <inkml:trace contextRef="#ctx0" brushRef="#br0" timeOffset="1550">1760 431 7843,'0'-10'0,"0"0"583,0 0 0,2 1 0,2 2 0,4 2 74,2 0 1,9-2-1,7 3 1,8 0-457,9 0 1,9 0-1,5 4 1,3 0-255,0 0 1,-2 0 0,-11 0 0,-2 0-250,-1 0 1,-5 0 0,0 0 0,-6 1-115,-5 2 0,-4 0-1,-4 3 1,-4 2 163,-2 1 1,-8 1-1,-2 0 1,-2 3 302,-2 3 1,-6 6 0,0 1 0,-2 0 673,-1 1 1,3-2 0,-2 2 0,4 0-152,2-2 1,8-2 0,3-1 0,6-2-316,5-5 1,3 3 0,1-3-1,0-4-95,0-4 1,0 1 0,1-2 0,0-2-240,0-3 0,1 0 1,-6-6-1,3-1-88,1-3 0,-2-5 0,0 3 1,-3-1-669,-2-2 1,-2 0-1,-7-1 1,-4-3 693,-3 1 1,-3-4-1,-5 0 1,-8-1 481,-6-3 0,-1 4 1,-7-1-1,1 2 40,0 5 1,0 2 0,4 6 0,0 0-116,0 1 0,5 3 0,3 3 1,3 2-668,1 1 0,0 1 0,1 2 0,3 4-628,4 1 0,3 2 0,2 1 1,3 1-628,4 1 0,4 1 1653,4-5 0,-2 1 0,3 0 0</inkml:trace>
  <inkml:trace contextRef="#ctx0" brushRef="#br0" timeOffset="2068">3467 421 7820,'-12'-16'185,"0"-1"0,1 3 0,2 0 377,1 0 0,1 0 0,-2 5 0,1 0-122,-1 3 1,-6-3-1,-1 3 1,0 1-124,-2 2 1,3 2 0,-3 1-1,0 0-67,-1 0 0,2 4 1,-2 3-1,-3 3-29,0 2 0,-1 3 1,3 6-1,4 2-94,3 3 1,1 3-1,0 3 1,5 1 28,2-2 1,7-1-1,6-1 1,8-3 2,6-3 0,3-4 0,1-2 0,4-5-139,0 0 0,1-7 0,3-2 0,-2-2-401,1-1 1,2-1-1,0-2 1,-2-4-445,-1-1 1,-1-6 0,1 0 0,-6-1 131,-4-2 1,-6-5 0,-6-2-1,-4-1 339,0-2 1,-4-2 0,-6-4 0,-4-3 172,-3-1 0,-6-7 1,-3-2-1,-2 0 366,3 0 1,-3 8 0,6 9-1,0 5 807,-2 3 0,9 10 0,-1 6 0,2 7-257,1 8 0,5 8 0,-4 8 0,2 3-227,0 0 1,0 5 0,4 2 0,1 3 2,4 3 0,-3-2 0,5 2 0,-1-3-92,1-3 1,1 1 0,4-6 0,0-2-430,0-5 0,4-5 0,0-2 0,0-4-1193,2-2 1,-1-6 0,4-2 0,-2-1-1422,-1-2 0,3 0 2624,-1 0 0,2-5 0,2 0 0</inkml:trace>
  <inkml:trace contextRef="#ctx0" brushRef="#br0" timeOffset="2516">3851 460 10096,'12'7'1234,"2"-2"1,2 0-792,4 0 1,3 1 0,2 0 0,3-2-571,4-3 0,3-1 0,1 0 0,0 0-248,0 0 0,-7-5 0,-3-2 1,-6-4-32,-3-2 1,-5-4 0,-5 0 0,-2-1 177,-2-1 1,-7 0-1,-5 2 1,-5 0 583,-2 0 0,-5 3 0,1 1 1,-3 3 236,-1 3 0,-4 2 1,-2 3-1,1-2 10,0 3 0,-3 4 0,4 3 1,1 4-100,1 3 0,2 2 1,2 4-1,2 2 57,4 2 1,2 2-1,2 5 1,2-1-10,2 0 0,2 0 1,8 1-1,2-2-380,4-2 0,7-2 0,2-5 0,3 0-558,5-3 0,1-1 1,6-7-1,1-1-621,2-4 1,1-2 0,0-1 0,0 0-147,0 0 0,-1 0 1,-2-1-1,-2-2-1924,-2-4 3077,-1-1 0,1-7 0,2 0 0</inkml:trace>
  <inkml:trace contextRef="#ctx0" brushRef="#br0" timeOffset="2884">4874 264 8159,'-17'-18'0,"0"2"589,-2 2 1,4 4 0,-2 0-1,0 1 60,-4 3 0,3-2 1,-3 5-1,-3 2-116,-3 3 0,-1 0 1,5 6-1,3 2-262,4 2 1,8 5 0,5-1 0,6 2-232,5 2 0,10 1 1,6 1-1,6 2 6,5 0 1,1 3 0,0 5 0,0 0 59,0 0 1,-1-2-1,-3 0 1,-2-1 211,-1 0 1,-8-3 0,1-4 0,-7-1 44,-4-1 0,-7-5 0,-1-3 0,-7 0 219,-8-3 1,-5-3-1,-7 0 1,-2 0-175,-2-1 1,1-3-1,-5 1 1,-1-1-457,-2-2 1,-1 0-1,0 0 1,-2-2-31,-1-1 0,3 1 1,-2-4-1,4-2 143,1-1 0,8 0 0,2 2 0,6 0-2503,6 0 1,0-2-1495,8 0 1,4 0 3931,7 2 0,8-1 0,3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4.5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204 92 7785,'0'-7'71,"0"1"0,0 3 0,1-3 1,2 1 221,1-1 0,0 3 0,-2-4 57,1 0 1,-1 2 0,3-1-1,0 1 85,4-1 1,-3 4 0,2-1-1,2 2 23,0 1 1,2 1 0,-1 3-280,-3 6 0,-3 5 0,-8 8 0,-4 4 20,-5 5 0,-9 2 1,-1 5-1,-7 0 53,-1 1 0,-2 1 0,-4-1 0,1-3 79,3-2 1,8-7 0,9-6 0,6-4 114,5-6 0,14-2 1,7-3-1,8-4-70,7-2 1,4-2 0,4-2 0,4-4-410,3-2 0,3-1 1,0 0-1,4-2-199,1-1 1,-4 0 0,1 3-1,-5 0-756,-8 0 0,-11 4 0,-4 0 0,-7 1-1518,-3 0 1,-2 3-711,0-2 3216,-5-1 0,-2-1 0,-5-3 0</inkml:trace>
  <inkml:trace contextRef="#ctx0" brushRef="#br0" timeOffset="283">769 82 7785,'0'-9'863,"0"-1"101,-5 5 1,3 5-1,-2 10 1,3 7-175,1 4 1,-4 5 0,0 7 0,1 3-152,2 1 1,-1 4 0,-1 1 0,-4 6-30,0 7 0,-5-4 0,2 8 0,-7-2-93,-2-3 1,4-1 0,-4-6 0,0-5-231,0-6 0,5-9 0,-2-4 0,2-2-562,2-2 1,2-4 0,1-2 0,6-2-1956,1-1 1,2 0 615,0 0 1,7-5 0,4-3 0,5-4 1613,3-4 0,1-8 0,4-1 0</inkml:trace>
  <inkml:trace contextRef="#ctx0" brushRef="#br0" timeOffset="601">1418 415 7785,'-8'0'0,"0"0"0,-2-1 251,0-3 0,2 3 0,0-2 1805,-2 2-3152,5 1 0,-2 1 1096,3 2 0,3-2 0,-4 4 0</inkml:trace>
  <inkml:trace contextRef="#ctx0" brushRef="#br0" timeOffset="750">1310 640 7785,'-9'6'1805,"2"0"-996,-3 2 1,5-2-273,1 0 1,3-2-1187,1 2 0,5-4 649,3 2 0,3 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2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81 7919,'3'-15'47,"1"2"1,4 2 0,-4 1-1,1 1 1,0 0 0,2 3 409,5 2 0,-5 3 1,0 2-221,-2 3 0,3 4 1,-4 6-1,-1 2-7,-1 1 1,-2 6-1,0 4 1,0 3-44,0 3 1,-2 7-1,-3 1 1,-6 7-176,-4 9 0,-6 9 1,1 8-1,-4 1-57,-4 0 1,3-4 0,-4 3 0,5-2 160,4-5 0,4-11 0,8-13 0,4-8 116,3-9 1,2-2-1,3-5 1,6-4-44,4-3 0,1-2 1,5-1-1,0-1-75,-1-2 1,4-4 0,-2 2 0,4-4-387,3 0 0,6 0 0,-2-4 0,4-2-326,4-3 1,1 1 0,5-1 597,-2 3 0,0-5 0,4-4 0</inkml:trace>
  <inkml:trace contextRef="#ctx0" brushRef="#br0" timeOffset="567">1238 805 7830,'0'-7'0,"0"0"47,0 0 0,0 2 0,0-2 0,0-1 297,0 0 1,0 1 0,-1 1-1,-2-2-86,-1 0 0,-5 1 0,2 0 1,-1 1 40,0 0 1,-4 1-1,-6 3 1,0-1 25,-3 1 0,-8 6 0,-2 7 0,-5 7 163,-5 7 1,3 6 0,-5 3 0,3 5-153,5 2 1,6-1-1,10-2 1,7-4-309,7-4 0,12-9 0,8-9 0,12-5-203,6-4 1,7-6-1,1-4 1,-3-5-247,-1 0 1,-1-5 0,-5 4 0,-2 1 352,-4-3 0,-8 8 0,-3-3 0,-5 2 697,0 3 1,-2 0-316,1 5 1,-5 5 0,2 1-726,0 3 0,-2-3 0,5 1 0,2-1-2538,0 0 2949,2-1 0,5-2 0,2 3 0</inkml:trace>
  <inkml:trace contextRef="#ctx0" brushRef="#br0" timeOffset="1050">1695 326 7802,'0'-13'208,"0"-1"1,0 2 666,0 2-561,0 0 0,0 7 0,0 7 0,-2 12 631,-1 8 0,0 9 0,-4 7 0,0 7-565,0 4 0,4 4 0,-6-2 1,2-2-371,0-2 1,-3 1 0,5-3-1,0-2-26,0-6 1,-4-5 0,6-10 0,0-3-929,2-3 742,1-11 1,0-2 0,1-13-1,2-3 33,0-2 0,9-8 1,-2 2-1,6-3-67,3-2 0,-4 0 1,6-2-1,0 3 57,2 3 1,6 0 0,3 2 0,3 1 166,1 4 1,0 4 0,1 2 0,4 5 448,2 4 1,-1 5-1,-3 5 1,-6 5 203,-5 2 0,-8 4 0,-5 3 1,-6 3 121,-5 4 0,-5-1 0,-7 2 0,-9 0-339,-9-2 0,-9-3 0,-8-3 0,-2-3-199,-4-2 0,-7-5 0,1-2 1,0-2-117,3-3 0,7-6 1,2 0-1,0-2-510,0-1 0,5-1 1,-2-2-1,4-3-881,3-3 1,4-3 0,7 0-1,3-3 1282,7 0 0,5-9 0,7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9:24.283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229855.14063"/>
      <inkml:brushProperty name="anchorY" value="-104829.20313"/>
      <inkml:brushProperty name="scaleFactor" value="0.5"/>
    </inkml:brush>
  </inkml:definitions>
  <inkml:trace contextRef="#ctx0" brushRef="#br0">238 575 7829,'-3'8'108,"0"-1"0,1 1 0,0-1 1,0-1-1,1 1 0,-2 1 579,1 0 1,2-1-340,-2-1 1,2 0-1,0 0 1,0-1 158,0 0 1,0-3 0,0-2-394,0-3 0,0-3 0,0-3 1,0-1-164,0-1 0,0-3 0,0-2 0,-1-1-138,-1-1 0,0-1 1,-4-4-1,0-2 96,0-3 0,-3-4 1,-3-1-1,-3-3 92,-2-3 1,-2 0-1,-3 0 1,2 3 159,2 4 0,3 7 0,3 7 0,1 4 509,2 5 1,2 2-359,1 6 1,4 2 0,2 2-284,3 1 1,3 1-1,2-1 1,1 2-142,3 0 0,4 2 0,2-1 0,3 1-38,4-1 0,3 1 1,1 0-1,-1 0 103,1 2 1,-1 0 0,-1 0 0,-1 1 6,-1-1 0,0 1 1,-5-2-1,1 0-46,-2 0 0,-2 0 0,-5-1-37,-3-1 0,-5-1 72,-2-1 0,-5-1 0,-2 1 1,-4-2-28,-2 1 1,-3 1 0,-4 0 0,0 0 122,-3 1 1,0 1-1,-2 2 1,-1 2-63,0 1 0,1 3 1,0-1-1,-1 2 259,-2 1 0,-2 1 1,1 1-1,1-1 46,3-2 1,4-3-1,4-3 1,2-1-92,4-1-1,3-4-254,3-1 1,3-3-1,0-3 1,3-2-156,3-3 0,0-5 0,4-1 0,1-3-285,2-2 0,1-4 1,1-1-1,2-2 72,1-2 1,3-3 0,2-2 0,-1-2 216,0-2 0,-2-1 0,-1-3 0,-2 4 154,-3 1 1,-3 8 0,-2 5-1,-2 5 128,1 3 0,1 4 1,0 4-1,-3 4 288,0 1 1,-3 4 0,-1 1 0,-1 4 120,-1 2 0,-3 5 0,-1 1 0,-2 4-32,-3 1 0,-1 4 0,-1 1 0,0 4-117,-2 1 1,0 3-1,1 5 1,-1 2 17,-3 1 1,0 5-1,-1 0 1,-1 3-99,0-1 0,1-5 0,2-4 0,4-7-107,4-4 1,3-7-1,2-2 1,2-2-180,0-4 1,0-1-1,0-2 1,0-2-949,0 0 346,0-2 0,0-3 367,0-3 1,0-3 0,0-4-1,2-2-68,-1-1 1,3 0 0,-1-1 0,1 1 167,-1-1 1,0 1 0,1 1 0,-1 1 157,2 1 0,-2-2 1,0 2-1,-1 1-195,1 0 1,-1 1 0,1 1-1084,0 1 252,0-1 0,-1 1-973,1 2 2009,-2 0 0,4-1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02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308 303 7838,'0'-6'0,"0"0"-109,0 1 1,1-1-1,0 1 1,1-1 465,0 1 0,-2-1 0,0 0 1,0 0-27,0-1 0,0 0 1,0 0-1,0 1-70,0 0 1,0 0 0,0 1-1,0-1-12,0 1 0,-2 1 0,0 1 0,-2 0-20,-3 2 1,1 1 0,-3 0 0,-3 1-26,-3 3 0,-2 0 0,-3 8 0,-3 1 5,-2 3 1,2 4-1,-2 3 1,2 2 44,1 4 0,2 3 1,4 2-1,2-1-7,2 0 1,4-1 0,3-4 0,2-4-205,2-5 1,6-4-1,1-4 1,2-2-259,2-4 1,1 0-1,0-4 1,2-2-119,0-4 1,1-3-1,0-4 1,1 0 63,1-1 1,-3-3 0,2 1-1,0-1 221,-1-1 0,-3 1 0,1 1 0,-2 0 169,-3-1 0,1 2 0,-3-1 0,-1 2 244,-3 0 1,0 4-25,-1 2 0,0 4 0,0 4 0,-1 4 13,0 4 1,-1 2 0,-1 2 0,0 2-37,0 0 1,1 1 0,-2 0 0,1-1-232,0 0 1,-2 1 0,3-1-1,0-2-397,-1 1 0,1-2 1,1 2-1,1-1-441,-3-3 1,2 0-1,1 0 1,2 0-229,2-2 1,0-2-1,2-1 1,0-1 44,0-1 1,0-1 933,1 0 0,2 1 0,2 0 0</inkml:trace>
  <inkml:trace contextRef="#ctx0" brushRef="#br0" timeOffset="700">622 230 7832,'0'-5'188,"0"-1"1,0 0 231,0 0 1,0 1 0,0-1-144,0 1 0,0-1 0,-1 1 0,0 1 60,-3 0 1,-1 2-1,-1-1 1,-2 1-18,-2 0 1,0 2 0,-2 3 0,-2 2 42,-2 1 0,-1 6 0,-4 0 1,0 2-100,-1 2 1,2-2 0,2 0 0,3 0-116,4 1 0,3-3 1,4 1-1,3-2-128,4-1 1,7-2 0,7-2 0,3 1-249,2 1 1,-1 1-1,1-1 1,-1 1 457,-2 1 0,-2 2 0,-1 2 0,-3-1 317,-4 1 0,-3 2 0,-2-2 0,-2 1-88,-2 0 1,-3-3 0,-2 1-1,-4-1-275,-1 0 1,-2-2-1,-1 1 1,-2 1-193,-2-3 0,0-1 1,-1-3-1,-2 1-280,-2-1 0,3-2 0,-2 0 0,2-3-193,3-3 0,3 0 0,-2-2 1,4-1-131,2 1 0,3-2 0,2 0 0,2 0-248,1-2 0,1-1 0,0 0 0,1-2 858,1 3 0,4-3 0,3 0 0</inkml:trace>
  <inkml:trace contextRef="#ctx0" brushRef="#br0" timeOffset="1800">1115 241 7777,'-1'-5'-1,"-1"-1"1,2 1-1,-3-1 559,0 0 1,2 0 0,-3 2-144,0 0 1,1 1-1,0 3-170,-2 0 0,0 3 0,0 1 0,1 3 34,0 2 1,0 4 0,-1 2 0,1 2 30,0 2 0,3 4 0,-1 4 0,1 3-5,1 1 0,1 1 1,1-1-1,4-2-43,3-2 0,2-5 1,2-4-1,3-3-143,2-4 1,1-4 0,4-6 0,-1-3-191,1-4 1,-1-2 0,-2-5 0,-1-2-254,-2-1 0,-3-3 0,-3 0 0,-1-1-4,-2-2 1,-1 1 0,-2-1 0,-1-1 250,-2-2 0,-2 0 0,0-1 1,0 2 184,-2 1 1,1 4 0,-2 2 250,0 3 0,0 8 0,0 5 0,0 6 102,-1 5 1,-1 7 0,-1 5-1,0 5 59,1 4 0,-1 4 0,0 4 0,-1 2-104,0 0 0,-3 3 0,0-2 0,-3 3 0,-4 0 0,-2-2 0,-4-2 0,-1-5-299,0-3 0,0 0 1,1-3-1,1 0-282,2-1 0,1-5 0,1-5 0,0-2-390,-3-3 0,-3 1 0,0-4 0,0-2-228,1-2 0,4-4 0,0-1 1,2-1 254,2-1 0,1-4 0,3-2 1,0-3 41,-3-4 0,3-4 0,-2-1 0,3-1 63,3-2 1,1-1 0,2-2 0,3-1-31,0-3 1,6 0-1,3 3 1,4 2 43,5 1 1,1 4 0,2 1-1,1 4 409,1 1 0,0 3 0,1 1 0</inkml:trace>
  <inkml:trace contextRef="#ctx0" brushRef="#br0" timeOffset="2266">1568 258 7861,'-6'-8'6,"1"1"0,-1 1 0,1 3 0,-1-2 541,1 1 1,-1 0-1,0 2 1,0 2-87,-1 0 0,-2 0 1,-2 2-1,-1 2-102,1 3 0,-2 3 1,-2 3-1,-1 4 16,1 1 1,1 5 0,4 2 0,1 1 50,1 3 0,5-2 0,1-1 0,4-3-194,4-1 1,4-3 0,6-5 0,1-2-65,2-4 1,2-1-1,-1-5 1,2-1-118,-2 0 0,0-4 1,-2-3-1,-3-3-391,0-1 0,-1-4 1,-2 0-1,1-1-339,-3 0 0,-1-3 0,-4 2 0,-2-3 331,0-1 1,-3 0 0,-3-1 0,-3 1 241,-3 1 0,-1 0 1,-1 3-1,-1 1-1,1 2 0,1 3 1,0 4-1,1 1-66,1 4 0,-1 0 1,1 2-1,1 0-317,1 3 1,3 2-1,-1 1 1,0 0-478,1 0 0,0 1 967,3 0 0,-2-1 0,-1-2 0</inkml:trace>
  <inkml:trace contextRef="#ctx0" brushRef="#br0" timeOffset="2633">1742 252 7861,'-6'0'439,"0"0"1,1 0 311,-1 0 0,1 1 1,-2 1-1,0 4 120,0 3 0,-1 2 0,3 2 0,-1 2-342,1 3 0,2 3 1,1 1-1,2 1-314,4-2 1,2 0-1,5-3 1,1-1-125,1-2 0,0-2 0,1-5 0,0-4-148,-2-1 1,0 0-1,0-3 1,-1-1-180,0-1 1,0-4 0,-2-3-1,0-2-28,2 1 1,-3-2 0,1-1-1,-1-1 186,-1 0 0,-2 1 0,-2-2 0,-1 0 60,-1-2 1,0 1 0,-1 1 0,-1 0-61,-1 2 1,1-2 0,-2 1-1,-1 3-404,0 1 1,0 0 0,2 2-2371,1 2 963,1 2 1,0 2 1888,2 4 0,1 1 0,3 3 0</inkml:trace>
  <inkml:trace contextRef="#ctx0" brushRef="#br0" timeOffset="3133">2357 230 8159,'-2'-6'0,"-2"-1"379,-1 0 0,0-1 0,-1 2 1,1 1 253,-1-1 1,-2 3 0,1 1 0,-2 2-85,-1 0 0,-1 1 0,0 2 0,-1 4-81,-1 3 1,1 1 0,-3 5 0,0 4-136,0 1 0,0 1 0,4 1 0,3-1-100,3 1 0,3-1 1,5-3-1,2-4-663,4-3 0,3-6 0,0-1 0,3-2-1,-1-2 1,2-3-1,-4-2 1,1-3 183,-1 0 0,-1-4 0,-2-1 0,0 0 169,-1 0 1,2-1 0,-2-2 0,-1-1 270,-1 1 1,1 1 0,-3 2 0,1-1 465,0 3 0,-1 1-220,0 3 1,-3 8-1,1 4 1,-2 4 48,-2 3 0,-1 4 0,-2 3 1,1 2-110,0 0 0,0 0 1,0-1-1,0-2-499,2-2 0,1-2 0,1-1 0,0-1-1072,0-3 0,1-1 0,1-3-839,2-3 1,0 1 0,2-2 2030,2-3 0,-2-1 0,3-4 0</inkml:trace>
  <inkml:trace contextRef="#ctx0" brushRef="#br0" timeOffset="3716">2509 196 7832,'-1'-5'2091,"-1"-1"0,2 2-1400,0 4 1,1 2 0,2 8-1,0 2-182,-3 2 1,3 3 0,-1 1 0,0 1-167,0 2 1,-1 0-1,1 2 1,-2 2 43,0-2 0,0-2 0,0-2 0,-1-3-100,-1-1 1,-2-1 0,2-4-547,-1 0 0,-1-3 1,-2-3-238,1-2 1,1-2 0,1-2-155,0-2 1,-1-2 0,3 0-1,-1-3 294,1 1 1,1-2 0,0-1-1,0-1 183,0-1 0,0-1 0,1-3 0,1-1 140,-1-1 1,4 0-1,-2 3 1,0 1 38,1 2 1,2 2 0,2 2 0,-1 2 396,1 3 1,1 1 0,4 3 0,3 0 298,2 3 0,2 0 0,4 2 0,1-1-679,0-1 1,-1-1-1,0-1 1,-3 0-523,0-1 0,-7-2 1,-2-2-1,-2-1-57,-4 0 1,-2-1 0,-2-2-1,-2 1 96,0 0 1,-2 3 0,-2 0 0,-2 2 586,0 1 1,-3 1 0,-3 2 0,1 2 990,0 3 0,-2 4 0,0 4 0,0 1 51,-1 1 0,4 0 0,-1-1 0,3 2-562,1 1 0,4-2 0,1 1 0,4-2-619,4-3 1,2-1 0,6-2 0,2-1-1149,2-3 1,1-1-1,-2-4 1,0 1-6095,2-1 7254,-2-1 0,3-3 0,-4 0 0</inkml:trace>
  <inkml:trace contextRef="#ctx0" brushRef="#br0" timeOffset="4783">3096 236 7832,'0'-6'180,"0"1"0,0-1 257,-2 0 0,1 0 1,-3 1 127,2-1 0,0 3-108,0 2 1,1 1-1,-1 2-164,2 3 0,0 3 0,0 2 1,0 3 26,0 3 0,-1-1 1,0 7-1,-2 1 6,0 2 0,-1 3 0,-1 0 1,-1-1-101,1-1 0,-1-1 1,1-3-1,-1-2-166,0-1 0,1-6 1,1-4-363,3-2 1,1-5 78,1-2 0,2-4 1,3-4-1,0-2-17,2-1 0,1-1 0,2-3 0,0-1 55,1 0 0,-1-4 1,2-2-1,0-2 140,1-1 1,2-1-1,2-2 1,2-1 233,-1 2 0,-1 3 1,0 5-1,-2 5 67,-3 5 1,-1 4 0,-2 4-1,0 3-45,-3 3 1,-1 4 0,0 5-1,-3 2 25,-1 2 0,-1 3 0,-2 0 0,-1 2 97,-1 1 1,-4 2-1,-1-3 1,-1 1-206,1-2 0,0-3 1,1-4-1,0-2-200,3-2 0,-1 1-354,2-3 1,2-4-15,1-5 1,1-5 0,0-3 0,3-1 12,1-1 0,1-2 0,1-3 1,1-2 31,1 1 1,0-5 0,2-3-1,1 0 201,-1-1 0,2-1 1,2 4-1,2 1 111,-1 1 0,1 4 1,0 5-1,-1 3 270,-1 4 1,-1 1 0,-1 4-1,0 1 189,-1 2 1,-2 1 0,-1 1-1,-1 1 41,-1 3 0,-2 0 1,-1 2-1,-2 0 14,-1 2 1,-4 2 0,-1 0 0,-1 2 2,-2 0 0,0-1 0,-2 0 0,1-1-270,1-2 1,1-1 0,0-1-1,1 0-433,2-3 0,-2 0 0,4-2-1584,-1 0 0,1-1 192,1-2 1,1-3 0,1 0-357,-1-2 2017,4 0 0,0-6 0,4 0 0</inkml:trace>
  <inkml:trace contextRef="#ctx0" brushRef="#br0" timeOffset="5249">3830 247 7854,'-2'-6'412,"0"1"41,-2 1 0,3 0 0,-2 1 0,1-1 93,-2 2 1,1 0 0,0 0-1,-3 1-217,0 0 1,-1 1 0,-2 1 0,-2 1 299,1 4 0,-4 3 0,-1 3 1,-3 4-202,0 2 1,0 2-1,3 3 1,3-1-268,1 0 0,6-2 0,3-2 0,5-4-259,5-3 0,3-5 1,6-1-1,-1-3-274,1-2 1,-1-4-1,-1-3 1,-1 0 79,0-2 1,-4 0 0,0-2-1,-1-1 233,-2 3 1,-1 1 0,0 4 633,-1 0 1,-2 2 0,-1 4-1,-4 2-33,-2 3 1,0 2-1,-2 4 1,1 0-149,-1-1 0,0 0 0,1-1 0,1-1-166,3 0 1,1-2-1,1-4-1710,3 0 0,4-4 1,3 0-1,2-5-484,1-4 0,1-2 0,2-1 0,-1-1 1224,-1-2 0,1-1 0,-4-3 742,1-1 0,1-9 0,1-4 0</inkml:trace>
  <inkml:trace contextRef="#ctx0" brushRef="#br0" timeOffset="5616">4043 17 7854,'6'-5'412,"-1"-1"1,0 3 292,1 1 0,-3 7 0,-1 2 0,-2 4 198,0 4 0,-2 3 1,-2 6-1,-3 3 120,-2 5 1,-2 0 0,0 6 0,0-1-260,0-1 1,-1 3-1,1-3 1,1-1-332,0-6 0,2-4 0,2-4 0,2-5-913,0-2 0,0-5-827,3-3 1,0-4 0,0-4 65,0-1 0,2-5 1,2 0-1,0-2 808,2-2 0,-1-3 0,2-1 0,-2-2-275,0-2 0,0-2 0,1-2 0,0 0 225,-1 3 1,0-1 0,0 4 0,1 1 521,1 4 1,0 4 0,-1 4-1,2 5 525,0 5 0,1 5 1,3 5-1,-1 3 563,-1 3 1,3 1 0,0-1 0,1-1-437,-1 1 1,-1-3-1,-2-3 1,-2-3-341,-1-1 1,-1-2 0,-1-2-2637,-2-1 653,-2-3 0,0 0 0,-2-6 1632,-2 0 0,-3-2 0,-2-1 0</inkml:trace>
  <inkml:trace contextRef="#ctx0" brushRef="#br0" timeOffset="5833">3975 291 7851,'6'-5'0,"-1"-1"0,1 1 405,0-1 1,2 1 0,2-1-1,2 2 255,3 0 1,4 1 0,1-1 0,2 1-355,1 0 1,-3 2-1,-1 1 1,-1 0-717,-4 0 0,-2 0 0,-2 0 0,-3 0-718,-1 0 0,-1 0-449,1 0 1,-2-1 1576,0-1 0,0-1 0,1-2 0</inkml:trace>
  <inkml:trace contextRef="#ctx0" brushRef="#br0" timeOffset="5965">4283 219 7851,'4'-1'-234,"0"-1"1,0 1 550,1-3 1,-1 3-1,-1-1-1079,2 1 1,-2 1 761,1 0 0,-1-2 0,3-1 0</inkml:trace>
  <inkml:trace contextRef="#ctx0" brushRef="#br0" timeOffset="6149">4311 219 7851,'-4'3'581,"1"0"53,1-1 0,-2 2 1,2 3-1,-1 2-199,1 2 1,-3 5 0,2 4-1,-2 2 381,-1 4 1,1 3 0,-1-1 0,1-1-208,-1-3 1,0-3 0,1-5-1,1-1-725,0-2 1,3-4-3150,-1-2 648,1-3 1,1-4 2616,0-4 0,3-3 0,0-1 0</inkml:trace>
  <inkml:trace contextRef="#ctx0" brushRef="#br0" timeOffset="6281">4300 174 7851,'0'-6'640,"0"-2"1,0 2-338,0-1 1,0 4 0,0 3-1445,0 3 1141,0 4 0,3-1 0,0 2 0</inkml:trace>
  <inkml:trace contextRef="#ctx0" brushRef="#br0" timeOffset="6800">4384 247 7791,'4'2'199,"-3"2"233,0 1 0,-1 1 1,0 2-1,0 2 436,0 2 0,-1 5 1,0 3-1,-4 2-431,-2-2 0,1 3 0,-2-2 0,1-2-296,-1-1 0,1-4 0,1-1 0,2-2-382,0-1 1,3-4-116,-3-2 0,2-3 0,1-1 100,0-3 0,3-3 0,2 0 0,1-1-21,1 0 0,2-3 0,1 1 1,0-2 127,1 0 0,-1-3 1,2-1-1,0-2-23,0-2 1,1 1 0,-1-2 0,0 0-27,0 0 1,2 3-1,0 4 1,0 1 27,1 3 0,-1 2 1,3 3-1,-2 3 260,0 2 1,-4 4 0,-1 5-1,-3 1 403,0 2 1,-1 1 0,-5 4 0,-1 0 589,-1 3 1,-1 0 0,-3 0 0,-1-3-381,0 0 1,-3-1 0,2-1 0,2-1-483,0-2 1,0-2-1,2-2 1,1-1-416,1-2 0,-1-1 0,2 0-1000,-1-2 1,1-2 0,2 1-1653,3-4 1,1-1 2845,1-2 0,0-3 0,-1-1 0</inkml:trace>
  <inkml:trace contextRef="#ctx0" brushRef="#br0" timeOffset="7283">4883 280 7791,'0'-5'294,"0"-1"1,0 1-1,0-1 618,0 0 1,-1 1 0,-1-1-410,-1 1 0,-3 1 0,0 2 0,-1 0-164,-1 0 1,-3 1 0,0 3 0,-1 2-71,0 1 0,-1 2 0,0 4 0,-2 1-136,2 3 0,1 1 0,1 1 0,3-1-44,2 2 0,0-3 0,4 0 1,1-1-188,0-2 0,4-4 0,0-1 0,3-3-135,2-1 0,-1-3 0,2 0 0,1-3 67,3 0 1,-1-3 0,1 0 0,0-2 250,1 1 1,-2 1 0,0 0 0,-2 1 272,0 1 1,-3 2 0,-1 3 0,-3 0 297,0 3 1,-3 6 0,-1 4-1,-3 3 18,-3 4 0,-6 1 1,-2 2-1,-1 0 335,-1-1 0,2-2 1,0-2-1,1-2-470,-1-2 0,0 0 1,1-4-1,1-3-599,0 0 0,-1-4 1,-4 0-1,-1-2-822,-1-2 1,-2 0 0,0-2 0,2-2 61,1 0 1,0-4 0,3 0-1,2-1 317,3-1 0,3-1 1,3-2 502,-1-2 0,0-1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10.8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320 296 7791,'2'-5'-151,"0"-1"1,2 0 0,-2 0 286,-1 1 0,0-1 0,2 1 459,-3-1 0,1 1 1,-1-1-1,-1 1-137,0 1 0,-2 0 0,-4 2 0,0-1-110,0 0 1,-3 2 0,0 1 0,-2 0 26,0 0 0,-3 1 0,0 2 0,2 0-119,-1 4 1,1-1-1,2 3 1,1-1-214,2 1 0,4 0 1,5 1-1,2-1-2,5 1 1,4 3-1,1 2 1,2 0 99,3 0 0,-2 1 0,1 4 0,-2 1 203,-1 0 0,-4 0 0,-2-5 0,-4 1-7,-2 0 0,-6-3 0,-3-2 0,-2-1-237,-3-4 1,-3-3 0,0 0 0,-3-1-195,0 1 1,-2-2 0,1-2 0,0 0-200,-1 0 0,-2-2 0,2-2 1,0 0-648,1 0 1,4-3 0,3 1 0,0 0-150,3 0 0,1-2 0,4-2 0,3-1-1557,0-2 2646,1-1 0,5-2 0,1-2 0</inkml:trace>
  <inkml:trace contextRef="#ctx0" brushRef="#br0" timeOffset="449">549 21 7791,'0'-5'83,"0"1"0,-1 1 338,-1-2 1,1 3 0,-2 1 0,0 4 750,0 5 1,0 4 0,-2 6 0,1 5-518,1 4 0,-3 6 0,0 5 0,1 4-257,0 3 0,-3 2 0,1-2 0,0-5 12,0-3 1,0-6-1,-1-4 1,2-2-267,0-4 0,0-7 0,0-5 0,1-2-527,1-1 0,0-1-360,0-1 1,1-2 0,2-4 0,1-2 142,1-1 1,3-3-1,1-1 1,0-2 245,1 0 0,0-3 1,1-3-1,1-1 150,-2-2 0,2-1 0,-1-1 0,0 0 129,0 2 1,1 1 0,0 5 0,0 2 213,0 4 1,2 4 0,0 4-1,-1 4 229,0 5 0,2 8 0,-2 4 0,0 5 190,1 2 0,-4-2 1,0-1-1,-3-2-43,0-4 0,-1-1 0,-2-2 0,-1-3-704,0-3 1,-2-4-1,-3 0-1160,0 0 1,0-3 0,1-2 0,-1-1 1348,-1-1 0,-2-5 0,-3-3 0</inkml:trace>
  <inkml:trace contextRef="#ctx0" brushRef="#br0" timeOffset="599">415 357 7852,'4'-5'0,"-1"-1"0,1 1 537,1-1 0,4 1 0,0-1 0,2 1 736,2 1 0,2-1 0,3 2 0,2-1-1205,4 1 1,5 1 0,1 1 0,1 0-962,-1 1 1,-2 0-1,-6 0 893,-5 0 0,-1 0 0,-8 0 0</inkml:trace>
  <inkml:trace contextRef="#ctx0" brushRef="#br0" timeOffset="1016">740 369 7875,'-8'0'233,"1"2"1,1-1 0,3 2 0,0-1 662,2 2 0,3 1 0,4 0 0,2 0 306,4 1 0,1-2 1,2-1-1,1-1-954,1 0 1,2-1-1,1-2 1,0-1-729,-2-1 0,0-5 0,-4 1 0,-2-2-112,-2-1 0,-6-1 0,0 0 0,-4 0 95,-4 0 0,-3 1 0,-4 2 0,0-1 566,-3 3 0,2 0 0,-4 2 1,-1 2 325,-1 2 1,3 2 0,-3 2 0,4 4 118,0 3 0,-1 4 0,2 5 0,1 3 165,2 2 1,1 1-1,3 2 1,3-1-179,2-2 0,2-3 0,1-3 0,4-2-381,3-4 1,1-2 0,4-2 0,2-2-251,2-3 1,1-1 0,4-4-1,0-1-706,1-2 1,1-2 0,1-3 0,-2 1-536,-3-2 1,-2-3-1,-3-2 1,-1-1-430,-2-1 0,-1-3 1800,-1-2 0,3-6 0,0-3 0</inkml:trace>
  <inkml:trace contextRef="#ctx0" brushRef="#br0" timeOffset="1216">1181 100 7875,'3'-7'716,"0"-1"1,-3 2 94,0 4 1,0 5 0,0 7 0,-3 2 72,0 3 0,-4 4 0,-1 2 0,-1 3-219,0 5 1,-2-2 0,0 4-1,0-1-199,-1 2 0,3 1 0,0 0 0,-1-1-196,2-2 1,-1-5-1,4-2 1,1-4-739,1-1 0,1-5 0,0-1 0,0-3-1023,0-1 1,-1-2 0,2-3-2321,-3 0 3811,2-2 0,-6-1 0,1 0 0</inkml:trace>
  <inkml:trace contextRef="#ctx0" brushRef="#br0" timeOffset="1382">969 391 7849,'0'-8'489,"0"3"1,0 0-1,0 0 556,0 0 1,3-1 0,2 2 0,5-1-654,2 2 1,5 1 0,6 1 0,3 0-1435,3 1 1042,-2 0 0,3-2 0,-5-2 0</inkml:trace>
  <inkml:trace contextRef="#ctx0" brushRef="#br0" timeOffset="1699">1406 296 7879,'0'-5'526,"0"-1"1,-1 1-1,-1 1 1,-1 0 192,-3-1 0,0 3 0,-1 0 0,-4 2-137,-1 2 0,-3 2 0,-3 3 1,0 3-148,0 2 1,1 3-1,2 3 1,2 2-190,1 2 1,3-1 0,3 4 0,1-3-230,3-1 1,4-3-1,3-1 1,1-3-289,1-3 0,3-1 0,0-3 0,0-3-951,1-1 0,2-1 1,1-2-1,0 0 1222,-1 0 0,3-5 0,-2-1 0</inkml:trace>
  <inkml:trace contextRef="#ctx0" brushRef="#br0" timeOffset="2100">1512 123 7879,'0'-3'1488,"0"6"1,0 5 0,-1 10 0,-1 6-704,-2 5 1,0 6 0,-3 2 0,0 2-164,0 0 1,-1-1-1,2-3 1,0-4-496,0-5 1,3-6 0,-3-5 0,0-1-711,3-2 1,-2-5-859,1-1 0,0-4 779,0-3 1,2-3 0,2-3-1,1-1 218,0-1 1,2 0 0,4-3 0,0-1 177,0-2 1,1-3-1,-1-3 1,1 0 53,1 0 1,0 0-1,2 3 1,0 0 155,0 0 0,3 4 1,-1 4-1,1 4 147,-1 3 1,1 3 0,-3 3 0,0 2 512,-2 4 1,-2 3 0,-3 2 0,-2 1 141,-2 2 1,0 0 0,0 2 0,-2-2-172,-2 0 1,-3 0 0,-1-1 0,0-1-365,0 0 0,0-4 1,1 0-1,0-2-669,0 0 0,3-2 1,1 0-2061,0-1 2518,1-3 0,4 2 0,1-2 0</inkml:trace>
  <inkml:trace contextRef="#ctx0" brushRef="#br0" timeOffset="2716">1730 419 8950,'4'2'714,"0"0"0,0 0 1,1-2-1,2 0-208,-1 0 0,2 0 0,1 0 1,1 0-236,0 0 0,2-1 1,1-1-1,-1-1-505,-2-2 0,2-1 1,-6 0-1,2-1 91,-2-1 0,-3-1 0,-1 0 0,-2 0 20,0-1 0,0 2 0,-2-3 0,-3 3 30,-1 0 1,-1 1 0,-2 3 0,-2 2 148,1 2 1,-3 0-1,0 1 1,1 2 106,0 5 1,-1 2-1,-1 4 1,2 1 65,0 3 1,3 2-1,2 3 1,1-1 112,1 1 0,1-2 0,2-1 0,2-3 77,2-1 1,2-4 0,2-1 0,3-3-300,0-2 0,-2-3 0,2 0 1,2-3-211,1 0 0,0 0 0,2-3 1,-1 0-231,0-3 1,1 0 0,-2 0 0,3-3 47,0 1 0,0-2 0,-2-3 1,0-2 159,0-2 1,-1-1 0,2-3-1,-1-1 319,0-1 1,1 2-1,-1 1 1,1 4 180,1 7 1,-3 3-1,-4 6 1,0 3 170,-1 5 0,0 3 0,-3 7 0,0 2 62,-2 3 1,-2 1 0,-2-1 0,-2 0-140,0-4 1,-5-2 0,0-4-1,0 0-205,0-3 1,0-2 0,-1-1 0,2-3-479,-1-2 0,0-1 0,0 0 0,0 1-584,2 0 0,0-2 0,0-2 0,-1 0-135,1-2 0,1 3 0,-1-3 0,-1-1-292,2 0 0,-1 0 0,0 0 0,0-1 1212,0 0 0,-2 0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16.1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252 323 7795,'0'-9'-188,"0"-1"1,0 2 0,0-1 476,0-1 0,0 0 1,-1-1-1,1 1-26,-3 1 0,-1 0 0,0-3 0,0 2-102,-2 0 1,-3 3 0,0 3 0,-2 2-67,-2 2 1,-2 3 0,-1 3 0,-1 7 4,-2 5 1,-1 5 0,0 2 0,2 4 91,2 1 1,3 5-1,2 4 1,1 3 135,2 0 1,3-1 0,5-4 0,1-4-152,0-5 0,3-4 0,4-5 0,2-5-205,2-5 1,2-4 0,1-6 0,3-1-105,2-4 0,1-2 0,3-7 0,0-1-98,0-4 1,0-4-1,-2-3 1,-3 0-350,-2-1 1,-2-2-1,-2-2 1,-1-3 290,-2 0 0,-4-1 0,-2 2 0,-2-2 156,-1-4 0,2-2 1,-1-3-1,1 5 55,-1 3 0,3 9 0,-2 4 0,0 7 404,1 7 1,-3 8 0,0 8 0,-2 5 231,-3 3 0,-3 7 0,0 2 0,-1 4 24,-1 3 0,1 3 0,1 4 0,-1 1-170,0 3 1,1 0-1,-1-2 1,0 0-215,1 0 1,-2 3 0,3-2 0,1-6-240,0-3 1,2-7 0,2-5 0,0-5-502,1-3 1,2-3-1,2-3 1,1-2-576,0-1 1,2-1-1,1-4 1116,1-2 0,1-7 0,1 0 0</inkml:trace>
  <inkml:trace contextRef="#ctx0" brushRef="#br0" timeOffset="389">482 328 7800,'-6'0'0,"0"0"483,1 0 1,2 3 0,0 3-1,2 3 89,-2 4 0,2 6 0,1 6 1,-1 4-234,-1 4 0,2 3 0,-2 1 0,1-2-172,1-2 1,0-6-1,0-3 1,0-3-238,0-4 1,-1-1 0,0-4-1,-2-1-145,0-3 1,2-4 0,-3-3-9,0 0 1,1-4-1,0-3 1,0-4 188,2-2 0,0-5 0,2 1 1,0-2 67,1 0 0,2 0 0,0 0 0,1-1-70,1-1 0,-1 0 0,1-1 0,-1 2-129,1 0 1,2-1 0,-1-2-1,2 2-192,1 1 0,0 2 0,2 1 0,-1 2-164,0 3 1,0 4-1,1 1 1,-2 4-648,0 1 1168,0 1 0,-1 6 0,2 0 0</inkml:trace>
  <inkml:trace contextRef="#ctx0" brushRef="#br0" timeOffset="908">829 390 7878,'0'-6'46,"0"0"1,0 1 0,0-1 432,0 1 1,0-1 0,0 1-1,0-1-172,0 0 1,-2 3-1,-1 0 1,0 0 5,-1 0 0,-1 1 0,-1 0 1,-2 2 2,-1 0 0,-1 2 0,0 3 1,-2 2 25,-2 4 0,-1 5 0,-3 5 0,0 4-49,0 3 1,-1 3 0,3 3-1,2 0-234,3-4 1,2-3-1,6-3 1,4-6-139,4-3 1,3-5 0,4-5 0,1-2-202,2-3 0,-1-2 0,0-2 1,1-1-29,-1-2 1,-2-4 0,1-3 0,-2 0 151,1-1 1,-5-2 0,2 0 0,-1-1 182,-1-1 0,-2-2 0,1 1 0,0 0 125,-4 4 0,-1 2 0,-1 5 265,0 1 0,0 6 0,-3 4 0,-2 7 188,-2 5 0,-1 4 1,1 3-1,1-1-338,0 0 1,1-2 0,3 1 0,0-1-688,-1-2 0,1-1 0,3-3 0,0-2-618,3-2 0,2-2 1,1-1-1,1-1-997,0-3 2035,2 0 0,1-3 0,0-1 0</inkml:trace>
  <inkml:trace contextRef="#ctx0" brushRef="#br0" timeOffset="1589">963 378 7997,'-3'-5'3227,"-2"-1"-2173,4 3-746,-1 1 0,2 3 0,0 0-25,0 3 0,0 1 0,0 0 0,0 1 16,0 0 1,-2 1 0,-1 2 0,1 1 90,0 2 1,-3 3-1,2 0 1,-3 4-65,-2 3 0,1 2 1,-1 3-1,0 2-57,1-3 1,3 2-1,2-5 1,2-1-209,2-1 1,2-6-1,4-1 1,3-7-267,1-2 1,4-3 0,-2-5 0,1-2-144,0-4 1,-2-4 0,-1-3-1,0-1 21,-3-2 1,-1 1 0,-2 3 0,-1 0 142,0 0 1,1 0 0,0 0 0,0 0 82,-1-2 0,1-2 1,-1-2-1,1 0-565,-1-2 0,1 4 0,-2 2 374,0 4 0,-4 7 0,0 9 260,-3 6 1,-2 9 0,-1 4 0,1 3 252,-1 3 0,2-4 1,1 3-1,1-3 259,1-2 0,0 2 0,1-4 1,1-1-197,3-2 1,2-4 0,6-4 0,1-3-326,2-1 0,1-6 0,2-3 0,0-3-143,0-5 0,-1-2 0,-2-2 0,-2-1-12,-1-2 1,0 1 0,-3 0-1,-3 0 203,-2-3 1,-2-1 0,-1 0 0,0 1 231,-1 1 1,-1 1-1,0 0 1,-2 2-22,-1 4 0,-1 4 1,2 3-1061,0 1 1,-1 2-1009,4 3 1850,1 3 0,5 2 0,0 1 0</inkml:trace>
  <inkml:trace contextRef="#ctx0" brushRef="#br0" timeOffset="2539">1713 289 7576,'0'-6'0,"0"1"-243,0-1 0,0 1 0,0-1 0,-1 3 317,-2-1 0,2 0 496,1-2 0,0 1 781,0-1-917,0 3 1,-1 1-161,0 4 0,-1 1 0,-2 3 0,0 1-31,-1 3 0,-1 2 1,0 3-1,-1 1 42,-3 3 0,0 3 0,-2 2 0,1 2-27,-2 2 1,1 1-1,0 1 1,2 0-74,2-2 0,5-5 0,0-5 0,3-4-131,3-4 0,0-4 0,5-5 0,0 0-88,1-1 1,2-1-1,-2-1 1,2-3-97,2-2 1,-1-3 0,1 1 0,-2-1-68,-2-2 1,2 0-1,-2 0 1,-1-1 61,0 0 0,-2-1 1,0-1-1,0-2-28,-1-1 1,-1 0-1,-1 0 1,0 1-30,-3 2 1,2 2-1,-1 4 101,1 1 1,0 6 0,-3 3 0,0 7 100,-1 4 0,-1 4 1,3 5-1,-3 3 338,2 3 1,1-2 0,0 1 0,0-2-140,0-3 0,0-1 0,2-6 1,3-2-121,1-2 0,3-6 0,2 0 0,1-4-33,1-1 1,-1-5 0,3-4-1,0-1-89,0-3 1,0-2 0,-2 1 0,-1 0-14,-2-3 1,-2 3 0,-3-1-1,-1 1-11,-2 0 0,-2-2 0,0 2 1,0 1-93,-2 3 0,1 1 0,-2 0 0,0-1-183,0 2 1,1 2-1,0 0 1,2 1-689,0 0 1,2 0-1,2-1 1020,0 0 0,5-1 0,0 2 0</inkml:trace>
  <inkml:trace contextRef="#ctx0" brushRef="#br0" timeOffset="2988">2033 144 7817,'1'-7'125,"1"-1"194,0 2 1,-2 6-1,-1 6 1,0 8 545,-3 5 0,-1 6 0,-1 4 0,-1 1-323,-1 3 0,0 0 0,1 0 1,0 3-337,0 1 0,1-1 0,1-3 1,1-5-327,3-5 0,0-5 0,1-4-1261,0-2 1077,0-5 0,2-6 1,2-4-1,1-3 47,0-2 1,3-2 0,0-3 0,1 0 113,1-2 0,0 0 0,2-2 0,0-2 26,0-2 1,2 0-1,2-1 1,0 1 96,2 1 1,2 2 0,-2 0 0,0 3 63,0 3 1,-4 4 0,-1 5 0,-1 3 164,-3 3 0,-1 5 0,-3 4 0,-1 2 187,-3 2 1,0 2 0,-1 0 0,-1 2 255,0 0 1,-3 2 0,-3-2 0,0 1-251,-1 0 1,3-2 0,1-4 0,0-1-563,-1-3 0,3 1 1,1-4-655,0-1 1,2-4-595,0 0 1,1-3 0,1-3-1241,1 0 2648,-1-3 0,5-1 0,-2-2 0</inkml:trace>
  <inkml:trace contextRef="#ctx0" brushRef="#br0" timeOffset="3305">2469 345 7817,'-1'-5'89,"1"1"0,-3 1 225,0 0 1,-1 1 0,-1 2 0,-2 2 298,-1 1 0,0 3 1,-3 6-1,-1 1-1,-1 2 0,0 4 1,-2 1-1,4 2-272,3-2 1,4-3 0,3-5 0,4-2-307,5-2 1,5-5 0,2-1 0,0-4-101,0-1 0,-2-3 0,-2 0 0,-2-2-209,-1 4 0,-2-2-663,0 2 1,-1 0 95,1 0 0,-1-1 0,1 1-559,0-1 1401,-1 0 0,1-3 0,-1-1 0</inkml:trace>
  <inkml:trace contextRef="#ctx0" brushRef="#br0" timeOffset="3504">2626 199 7817,'0'-7'713,"0"-1"0,-1 4 0,0 7-6,-1 3 0,-2 7 0,0 2 0,-1 3 13,-3 3 0,2 2 0,-1 0 0,0 2-123,2 0 0,-1 0 0,0 0 1,1 0-441,-1-2 0,1-2 0,1-4 1,3-3-961,0-2 0,1 0-1582,0-4 1,0-4 2384,0-4 0,0-3 0,0-2 0</inkml:trace>
  <inkml:trace contextRef="#ctx0" brushRef="#br0" timeOffset="3670">2486 412 7856,'0'-5'1651,"0"-1"-801,0 1 1,0 1-1,3 1 1,0-1-490,2 1 1,4 2 0,2-2-1,3-1-940,3 1 1,2 1-1,3-1 1,3 0 578,0 3 0,-1-6 0,0 0 0</inkml:trace>
  <inkml:trace contextRef="#ctx0" brushRef="#br0" timeOffset="4638">3007 205 7855,'0'-6'296,"0"1"1,-1 2-1,-1 1 1,-1 2 133,0 2 1,-2 4-1,2 5 1,-3 4-49,0 3 0,2 4 0,-1 3 0,2 0-167,1 2 0,0 0 0,3-1 1,1-2-143,4-3 0,2-5 1,6-5-1,1-3-73,0-4 1,5-5 0,-1-6 0,2-5-233,0-4 0,-1-1 0,-1-4 0,-2 1 134,-5 0 1,-2 0 0,-4 1 0,-2 1 178,-1 1 1,-1 0 0,-2 1 0,-3 0 115,0 1 1,0 3-1,0 2 1,0 2 90,0 4 1,1 2-1,0 5 1,-1 3 72,-1 4 1,0 7 0,0 4-1,-1 3 2,-1 3 0,0 3 1,-2 3-1,1 0-25,-3 2 0,-1 2 0,-1-1 0,-3 0 47,-1 0 1,-2-3-1,1-2 1,-1 0-233,-1-2 0,-2 2 0,3-2 0,-1-3-298,0-2 0,-2-3 0,-3-2 0,-2-2-490,1-1 1,0-4 0,4-4-1,1-2-2,4 0 0,2-4 0,2-1 0,0-1 0,3-1 1,-2-4 0,2-4 0,-1-1 64,1-2 0,1-3 1,2-2-1,1-1 1,1-2 1,2-3 0,2-3 0,1 1 62,3 1 1,1 1 0,4 2 507,3 0 0,2 3 0,2-1 0</inkml:trace>
  <inkml:trace contextRef="#ctx0" brushRef="#br0" timeOffset="5072">3382 244 7803,'0'-5'0,"-2"-1"0,-2 1 0,0-1 147,0 3 0,1 0 0,-3 1 0,1 1 201,-1-1 0,-2 4 1,0 2-1,-2 1 81,1 3 1,-1 3 0,-1 5 0,0 2-15,0 2 0,2 2 0,2 1 0,1 0-99,3 2 1,1-2 0,6-2-1,3-5-110,3-2 1,4-5 0,3-2 0,2-2-136,0-4 1,-1-3 0,0-4 0,-1-2-352,-2-3 0,-3-2 0,-2-1 0,-2 0 31,-4-2 0,-1 2 1,-3-1-1,-1 0 93,-1 1 1,-2 0 0,-3 3 0,-2 0-72,-2-1 1,0 0 0,1 1 0,-1 1-289,2 2 1,2 2-1,0 0-502,1 2 0,4 2-480,4 1 1497,1 2 0,7 3 0,-1 1 0</inkml:trace>
  <inkml:trace contextRef="#ctx0" brushRef="#br0" timeOffset="5388">3511 233 8237,'-6'0'0,"1"1"504,2 0 0,-3 3 0,3 2 0,-2 1 162,1 2 0,0 5 0,2 1 0,1 1-117,0 1 1,1-1 0,1 1 0,1-3-379,2 0 1,3-3 0,2-2-1,2-2-81,0-3 1,0-1 0,-2-3 0,1 0-87,0 0 1,0-4 0,-1 0-1,-1-4-107,-2-1 1,-1 2-1,0-2 1,-2-1 76,-1-1 0,0 0 0,-2 2 0,2 0-3,-1-2 0,1-1 0,-2-1 0,1 1-289,1 0 0,-2 0 1,3 0-1,0 0-350,0-1 0,0 2 0,0 2 1,0-1-346,0 2 0,1-1 0,2 4-664,-1 1 1677,1 2 0,0 2 0,0 0 0</inkml:trace>
  <inkml:trace contextRef="#ctx0" brushRef="#br0" timeOffset="6005">3964 138 7861,'-5'0'371,"-1"0"0,0-1 0,0 0 254,1-1 0,-1 0 1,1 2-1,0 1-199,-1 1 1,2 4-1,1 3 1,1 2-37,0 2 0,1 4 0,0 4 0,-1 2 52,1 1 1,0 2 0,1-2-1,0 1-141,0 0 1,-3-6 0,-1-2 0,-2-4-217,-2-2 1,-3-4-1,0 0 1,-1-2-413,0-3 0,-1-2 1,-1-2-1,2 0-375,0-2 1,1 1 0,1-3 0,0 1-124,2-1 1,2 0 0,2-1-1,-1 0 276,2 0 0,2 0 0,1 2 429,3-1 0,4 2 0,1-1 1,1 2 113,3 0 1,0 2 0,3 1 0,1 0 479,-1 0 0,4 0 0,1-1 0,-1-1 212,3 1 1,0-3 0,-1 2 0,2-2-357,-1-3 1,1 1 0,-1-3 0,0 1-449,-2-1 1,-2 0 0,-6-2 0,-3 0 28,-1-1 0,-2 3 1,-2 0-1,-3 0 42,-2 0 0,-2 0 0,-4 5 0,-1 0 342,-1 2 1,-1 1 0,-2 3 0,0 1 291,-2 3 0,2 3 0,0 2 0,1 2 9,0 2 1,2-1-1,0 3 1,1 0-186,1 0 1,3-2 0,3-1 0,1 1-280,1-1 0,5 1 1,3-5-1,2-1-529,2-1 1,1-4 0,4-1 0,-2-1-1035,1 0 1,-2-4 0,0-1 0,-1-3 78,0 1 1,-3-2 0,1 1 1351,-2-2 0,0-2 0,1 1 0</inkml:trace>
  <inkml:trace contextRef="#ctx0" brushRef="#br0" timeOffset="6372">4238 261 7826,'0'3'1430,"-2"-1"1,2-1-914,0-1 0,3 0 0,5 0 0,1 0-398,4 0 1,-1-1 0,3-1 0,0-1-344,-1-3 0,0 1 0,-3-2 0,0 0-75,-2-2 1,-3 0 0,-3 0 0,0-1 284,-4-1 1,-2 3 0,-5 0 0,-4 2 407,-2 2 1,-2 2 0,-1 3 0,1 1 219,-2 4 0,2 5 0,-1 4 1,1 1 82,1 3 0,2 1 0,3 2 0,3 0-45,1 1 0,3-3 1,1-2-1,4-3-540,2-1 1,4-5 0,2-3 0,5-1-722,1-3 0,1-1 1,1-1-1,2-1-773,0-1 0,-2-1 1,0-2-1,-3-1-300,-1 3 1,-2-3 1681,1 3 0,-4-5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25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50 308 7586,'0'-3'1617,"0"6"1,-2 4-1385,-2 3 1,1 1 0,0 1-1,-2-1-401,0 2 1,0-1-1,-1 3 1,1 0-824,1-1 0,0-2 991,2 1 0,0-1 0,2-1 0</inkml:trace>
  <inkml:trace contextRef="#ctx0" brushRef="#br0" timeOffset="799">359 73 7804,'0'-6'0,"0"3"0,0-1 342,0 0 1,0-1 1077,0-1-1165,0 0 1,0 6 0,0 4 0,0 4 4,0 3 1,-1 5 0,-1 1-1,1 2-48,-1 2 1,0 2 0,0 0-1,-2 2-120,0-2 1,1-2-1,0-1 1,0-2-116,0-2 1,0-2 0,-1-1 0,2-3-301,-1-3 1,2-4 109,-1 1 0,2-3 1,0-1-1,0-4-28,0 0 1,2-4 0,1 0 0,1-1 103,2-1 1,1 0 0,-2-2 0,2 0 49,1-2 0,-2-1 1,2 0-1,-1-1 10,1-1 1,2-2-1,-1-2 1,1 2 61,1 0 0,3 3 1,-1 2-1,1 1 133,0 3 1,-1 3 0,-2 6 0,0 1 171,-2 1 1,1 3 0,-2 3 0,-2 3 137,-2 1 1,1 2 0,-4 3 0,1 2-27,-2 2 1,-3 0 0,0 0 0,-3-1-159,-1-1 0,1 0 0,-2-2 0,2-1-326,0-2 0,0-3 0,2-3 1,-1 1-2164,2-3 885,1 2 1,0-7 0,3 0 552,0-1 1,2-5 0,3 1 806,-1-2 0,4-1 0,0-1 0</inkml:trace>
  <inkml:trace contextRef="#ctx0" brushRef="#br0" timeOffset="1132">661 101 7804,'-6'0'98,"0"0"0,-1 0 334,0 0 0,-1 3 0,3 1 0,-1 3 163,1 4 0,-1 4 0,0 3 0,1 3-70,1 3 1,2-1 0,3 0 0,0-3-334,3-3 0,4-4 0,1-5 0,2-3-50,0-1 1,0 0-1,0-2 1,0-3-206,0-2 1,1-3-1,-2-1 1,1-1-199,-2 0 0,-3-2 0,0-1 1,-2 0 48,-2-1 1,0 0 0,-2-1 0,0 0-21,-2 1 0,-1 1 1,-3 0-1,-1-1-78,-1 1 1,-1 1-1,0 1 1,2 1 14,-1 2 0,-2 1 1,2 0-1,2 2-480,0 1 0,2 0 61,0 2 0,3 0 0,1 0 714,3 0 0,5 0 0,1 0 0</inkml:trace>
  <inkml:trace contextRef="#ctx0" brushRef="#br0" timeOffset="1332">818 23 7940,'5'-9'803,"1"1"0,-2 5-324,-1 1 1,-1 4-1,-1 3 1,0 3-42,-1 6 0,-1 1 0,0 3 0,-3 0 201,1 3 0,-1 3 1,0 0-1,-1 2-183,-1 0 0,3 0 0,-1-3 0,0-2-510,0-2 1,1-2 0,0-2 0,0-3-1953,1-2 1,-1-4 703,2-2 1,-2-3 0,-1-1 1301,0-4 0,-3 0 0,-1-2 0</inkml:trace>
  <inkml:trace contextRef="#ctx0" brushRef="#br0" timeOffset="1464">717 235 7804,'4'-5'0,"0"-1"234,-1 1 1,3-3 0,3 1 0,1 0 180,2 1 0,5 0 0,-2 1 1,3-1-975,1 3 1,-2-2 0,-2 1 558,0-1 0,-3-1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29.8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33 8047,'0'-5'0,"0"-1"335,-3 1 1,3-1 53,-4 0 1,2 3-8,-2 1 1,1 2-225,-1 2 0,1 1 0,2 3 0,-2 0 44,0 2 0,1 1 1,-1 4-1,0 5 94,0 1 0,-1 6 0,-2 1 0,0 4-24,-1 4 1,1 0-1,-2 1 1,2-1-82,0-1 0,3 0 1,1-2-1,2-5-112,0-7 1,2-5 0,3-5 0,2-3-125,2-4 0,1-1 0,1-2 1,1-1-133,-1-4 0,0-2 1,0-4-1,1-1 9,-1-2 1,0-3 0,0-3 0,-2-1 76,1-1 0,-3 4 0,0 0 0,-2 2 57,-1 0 0,-4-1 0,3 1 0,-3 0-46,0 3 1,0 2 0,0 3 0,-3 2 109,0 2 0,0 6 0,-1 5 1,-1 5 70,1 6 0,-2 5 0,1 6 0,1 3-9,0 0 1,3 2-1,-1-2 1,2-1 4,4-2 1,0-3 0,7-6-1,0-4 15,3-4 1,5-8 0,2-1 0,0-4 91,-1-4 1,0-4-66,-4-5 0,-1 0-93,0-2 0,-3 2 0,0-5 0,-4 1 46,-2 1 1,-1-3-1,0 1 1,-1-1-37,-2 1 1,-2 2 0,0-1-1,0 2-239,0 0 1,0 0 0,0 1 0,0 1-419,0 0 0,0 2 1,0 0-1,0 2-1990,-2 2 1643,1 1 1,-1 7 947,2 2 0,2 7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02.3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66 7888,'0'-13'0,"0"0"0,1 3-165,1 0 0,-1 2 0,1 3 888,1 1 1,-1 2 0,2 4-220,0 4 0,0 3 0,-1 3 1,0 3-264,1 3 0,-3 3 0,1 5 0,-2 1-95,0 2 0,-2 3 1,-3 7-1,-1 4-31,-2 4 1,-2 2 0,1-1 0,0-1-251,-2-1 0,2-1 0,2-5 0,0-6-76,1-7 0,2-4 0,2-7 0,0-3-214,0-2 393,0-2 1,2-7-1,0-2-29,0-3 1,2-5-1,2-4 1,1-2-163,1-4 0,-2-2-66,4 0 0,1-4 98,-1-3 0,2-5 1,0 1-1,2 1 21,2 2 0,-1 2 0,4 1 0,-1 1 248,1 2 1,-1 6 0,-1 7 0,-1 2 29,-2 3 0,-1 4 1,-4 5-1,0 3 269,-2 4 1,0 2 0,-4 5 0,1 0 151,-1 4 0,-1-2 1,0 1-1,-1 0-200,-1 1 0,-1 1 0,-1 0 0,0 0-417,2-3 1,-3-1 0,4-4-1,-1-1-245,-1-2 1,3-1-1,-3-4 1,3-1-451,3-2 1,-2-2-1,3-3 1,0 0-1529,2 0 2311,0 0 0,0-6 0,0 0 0</inkml:trace>
  <inkml:trace contextRef="#ctx0" brushRef="#br0" timeOffset="518">496 412 7833,'-1'-6'142,"0"0"95,-4 0 0,2 0 0,0 0 0,-2 1 52,-1 1 1,0 1 0,0 3 0,-2 1-15,-2 1 0,-3 2 0,-2 4 1,0 4 18,-2 4 1,0 3 0,0 3-1,1 1-54,2 1 0,4 1 0,2 1 0,2-2-280,2-3 0,3-3 0,5-9 0,3-3-289,5-4 1,2-4-1,2-4 1,0-3 4,1-3 0,-1-2 0,-2-1 0,-1 1 103,0 0 1,-4 2 0,-1 2 0,-2 2 1204,-2 0-387,1 4 1,-7 7 0,0 5-1,-2 3-33,-2 3 0,0 1 1,1 0-1,-1 0-506,3-3 0,1 1 0,1-1 0,1-2-837,1-3 0,4-3 0,2-1 1,3-1-1169,-1-2 0,2-4 1947,-1-4 0,1-1 0,1-3 0</inkml:trace>
  <inkml:trace contextRef="#ctx0" brushRef="#br0" timeOffset="766">693 191 7833,'3'-6'0,"0"1"1145,0 1-458,-3-1 1,3 7-1,-3 0 1,0 6 11,0 4 1,0 3-1,0 5 1,-3 2-118,0 1 1,-5 5-1,1 0 1,-2 1-467,0 0 0,3-1 0,-2 1 0,2-3-463,2-1 1,0-3 0,2-4 0,0-3-538,1 0 0,1-3 0,0 0-263,-2-3 0,1-2 0,-2-4 1147,1 0 0,-4-1 0,-4-2 0</inkml:trace>
  <inkml:trace contextRef="#ctx0" brushRef="#br0" timeOffset="932">526 483 8210,'3'-5'866,"1"1"1,1 0 0,1 1 0,1 1 50,0-1 0,5-1 0,5 1 0,0 0-623,3-2 1,1 1-1,2-1 1,-1 1-621,1-1 0,-1 0 1,-7 0-1,-1 0 326,-1 1 0,-1 0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05.8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387 415 7894,'-6'-8'0,"0"3"0,0-1 0,-1 2 246,-1 0 0,1 2 0,-1 3 0,0 2 141,0 3 0,0 4 1,2 1-1,0 2-96,0 3 1,1 2 0,1 1 0,2 2-43,1 0 1,1 3 0,1 3 0,2 0-62,3 1 1,1-2-1,3-2 1,3-4-133,2-4 1,2-4 0,1-4 0,0-2-153,-1-2 0,1-2 0,0-4 1,-2-3 52,1-2 1,-5-3 0,2-4 0,-3-1-130,-1-3 1,-3-3-1,2-2 1,-3-1 69,0 1 1,-3 1 0,0 0 0,-3 2 90,0-1 0,0 3 0,0-1 1,0 2 180,0 3 0,-2 4 0,-1 3 92,0 5 1,2 8 0,-2 11 0,1 6 173,0 6 0,-2 5 0,1 4 0,0 3 205,-1 2 1,-2 4-1,0-2 1,0 0-352,-3-1 1,0-4 0,-3-3 0,0-1-179,-2-2 0,-3-4 0,-4-5 0,-1-1-102,-3-2 0,1 0 0,-3-4 1,3 1-449,0-2 0,2-3 0,-2-1 0,-1-3-94,0-1 1,0-6 0,-1-1 0,4-4-22,2-1 0,4-7 0,1-3 0,2-2-23,4-4 0,0 1 1,2-4-1,1-1 42,1 0 1,4 0-1,-1 0 1,4 2 75,1-2 0,6 1 0,1-1 0,4 0 458,1 0 0,5 1 0,2-1 0</inkml:trace>
  <inkml:trace contextRef="#ctx0" brushRef="#br0" timeOffset="386">745 451 7815,'-6'-9'0,"-1"1"0,0 4 0,-2 2 233,0 1 0,-1 1 0,-4 2 0,0 1 179,1 6 1,1 3-1,0 3 1,0 3-6,0 3 1,3 2 0,1 2 0,4 1-160,1-1 0,7-1 0,3-3 0,6-2-88,3-5 1,4-5-1,4-7 1,-1-4-48,-1-1 1,-1-6 0,-3-3-1,-3-1-130,-1-3 0,-6 0 0,-1-2 0,-3 0-113,-1 0 0,-1 1 0,-3 0 0,-1 0 72,-2 4 1,-3-2-1,-2 1 1,0 2-156,1 1 1,-3 2 0,2 3-1,0 1-377,1 1 0,1 1 1,1 3-112,0 0 1,3 3-1,1 1 1,1 1-825,1 1 1525,0 0 0,5 0 0,2 0 0</inkml:trace>
  <inkml:trace contextRef="#ctx0" brushRef="#br0" timeOffset="650">817 463 7815,'6'0'708,"-1"2"0,-1 1-191,-2 3 0,-2 4 0,-1 1 1,-2 4 57,0 0 1,1 3-1,0 2 1,2-1-263,0-1 0,0 2 0,3-3 1,3-4-252,3-3 0,2-4 1,1-3-1,0 0-26,0-3 0,-2-3 0,0-3 1,-1-3-91,0-3 1,-3-2 0,1 1 0,-3-1-21,-1 1 1,1 1 0,-2 0 0,-1-1-55,0-1 1,-1 0-1,0 2 1,0 1-461,0 1 1,-2-3 0,0 3 0,1 1-487,0 0 0,1 2 0,0-1-914,0 1 1988,2 4 0,2-2 0,2 1 0</inkml:trace>
  <inkml:trace contextRef="#ctx0" brushRef="#br0" timeOffset="899">1312 231 8005,'-6'0'985,"2"0"-338,0 0 0,3 5 1,-1 3-1,0 3-118,1 6 1,0 2 0,-1 8 0,0 2-28,1 5 1,-1 0 0,-2 1 0,0-1-272,1-2 0,-2-1 0,1-2 0,1-6-557,1-4 1,-1-3 0,1 0-1,0-3-1964,0-1 0,0-3 2290,-2-3 0,-2 0 0,-3 0 0</inkml:trace>
  <inkml:trace contextRef="#ctx0" brushRef="#br0" timeOffset="1449">1091 594 7870,'6'0'445,"0"0"0,0 0 230,3 0 1,0-2 0,4-3 0,3-2-494,4-3 1,5-2 0,3-2-1,1-2-402,1-1 1,-3-3 0,-4 0 0,-3 0 17,-3 0 0,-3 0 0,-4-1 0,-3-2-163,0 0 0,-2 2 1,1 0-1,-3 1 355,2 0 1,-2 2-1,1 4 677,-2 4 0,0 6 0,-2 4 0,-1 6-1,0 6 1,-3 3 0,-2 6 0,1 3-382,1 3 0,-1 6 1,0 3-1,1-1-119,0-1 0,-1-2 0,1 1 1,0 0-134,1-2 0,1-4 1,0-3-1,2-3-369,0-3 1,0-3 0,0-3 0,0-4 10,2-4 0,0-1 0,1-4 0,0-1 78,0-4 1,1-3-1,3-3 1,1-3 57,2 0 0,-1-3 1,1-2-1,1 0-11,0-1 1,1-1 0,0-1 0,0 0 20,0 1 0,-1 1 0,1 5 0,0 3 246,0 2 0,-2 3 0,-2 4 0,-2 3 228,0 2 1,0 4 0,0 4 0,0 0 151,0 2 0,-3 0 1,0 2-1,-3 0 291,0 1 1,0 2 0,0-2 0,0 0-728,0 0 1,-2-1 0,0 1 0,-1-2-645,1 0 1,-1-3-1,3 0 1,0-3-3923,-3 0 3866,3-3 0,0-3 0,2-6 0,2-1 689,0-3 0,1-2 0,-2-1 0,6-4 0,-3 1 0</inkml:trace>
  <inkml:trace contextRef="#ctx0" brushRef="#br0" timeOffset="1598">1682 433 7870,'10'-7'-192,"0"-2"1,-3 2-1,1 3 1,-1 3 775,-1 2 0,-1 6 0,-1 5 0,-2 3 210,-1 2 0,-1 3 1,-1 1-1,-1 0-26,-2 1 1,-1-1 0,-1-1 0,0-2-589,0 0 0,0 0 1,0 0-1,3-3-1603,0-3 0,3-3 1423,0-3 0,5-8 0,2-2 0</inkml:trace>
  <inkml:trace contextRef="#ctx0" brushRef="#br0" timeOffset="1715">1736 368 7870,'-3'-10'6,"2"2"53,-1-1 0,2 3 0,0-2-460,3 4 401,0 1 0,5 3 0,2 0 0</inkml:trace>
  <inkml:trace contextRef="#ctx0" brushRef="#br0" timeOffset="2117">1843 410 7870,'0'5'169,"0"0"0,0-1 1,0 2 631,0 2 1,0 2 0,0 1 0,0 1-70,0 2 0,0 3 0,0 0 0,0 4-358,0 0 0,-2-2 0,-1 1 0,0-2-276,1 0 0,0-1 0,1-3 0,0-3-1157,-1-1 616,0-5 1,2-3 0,0-6 98,0-2 0,1-4 0,1 1 0,2-3 204,1-3 0,-1 3 0,1-5 0,1 1-5,1-2 0,1 0 0,-2 1 0,1-1-71,0 0 0,1-2 0,1 1 1,3 1 167,1 2 1,1 3 0,1 0 0,2 4 308,0 2 0,-2 4 0,-1 5 0,-4 4 161,-2 3 0,-1 4 1,-2 2-1,-1 1 10,-2 3 1,-2-2 0,-1 3-1,-2-1 76,0-1 1,-1-1 0,-2-1-1,1-2-549,0-2 0,1 2 0,2-2 0,-1-2-36,0-1 0,1-4-998,2 1 0,1-5 0,1-1 1,2-4-3930,1-4 5004,1-1 0,2-6 0,2 0 0</inkml:trace>
  <inkml:trace contextRef="#ctx0" brushRef="#br0" timeOffset="2315">2135 290 7832,'9'-8'-245,"-2"1"0,1 3 307,-2 1 1,0 5 0,-2 4-1,0 6 842,1 3 0,-3 6 0,1 2 0,-3 3-103,0 3 1,0 0 0,-2 3 0,0 0-10,-2-3 1,0-1 0,-1-6 0,1-3-580,-1-2 1,4 0 0,-3-4 0,2 0-551,0-3 1,1-1 0,1-3-1179,-3-3 1,3 0-1,-4-3 1515,2-3 0,-3-3 0,1-3 0</inkml:trace>
  <inkml:trace contextRef="#ctx0" brushRef="#br0" timeOffset="2482">2147 511 7832,'6'2'253,"0"3"1,0 0-1,0 2 1,1 0 123,1 3 0,-2 2 0,3 2 0,-3 0 894,0 2 1,0-3 0,0 1 0,0 1-667,-3-2 0,2-1 0,-3-3 0,-1 0-1918,0-1-386,-1-2 0,-1-3 1699,-1 0 0,-4-9 0,-3 0 0</inkml:trace>
  <inkml:trace contextRef="#ctx0" brushRef="#br0" timeOffset="2631">2153 541 7832,'6'-6'0,"-2"0"530,1 0 1,-1 0 0,4 0 0,3 0 58,2 0 0,2-1 0,3 0 0,0-1-711,3 1 0,-1-2 0,2 1 0,-1-1 122,-3 0 0,4-1 0,-3 0 0</inkml:trace>
  <inkml:trace contextRef="#ctx0" brushRef="#br0" timeOffset="3499">2738 320 7835,'0'-5'619,"-3"1"0,0 5 0,-2 5 1,1 6-202,-1 5 0,0 6 1,-2 6-1,2 0 32,0 3 0,2-2 0,2 2 1,3-5-176,4-3 1,3-5 0,5-6 0,3-3-213,2-4 0,0-6 0,3-4 1,0-3-95,2-3 1,-6-4 0,-2-2 0,-2-1-177,-2-1 1,-3-1 0,-1 0 0,-2-1 16,-2 1 0,-2-1 0,-2 2 1,0-3 129,0 0 1,0 1-1,-2 1 1,-1 4-29,0 3 0,1 3 386,-2 7 0,3 7 0,-1 9 0,-1 7 160,1 5 0,-2 5 0,1 5 0,0 1 168,-1 1 0,-1 3 0,-2 0 1,-1 1-139,-2-2 0,-1-2 0,-1 0 0,-1-2-301,-1-2 1,-3-4-1,-3-5 1,0 0-261,-1-1 0,0-3 0,-2-2 1,1-5-663,2-4 0,2-4 0,2-1 0,-1-4-172,-2 0 1,2-3 0,-3-3-1,1-2 239,1-3 1,1-2 0,0-3 0,1-2-27,4-2 1,5-6-1,6 1 1,0-1 693,1-1 0,8-1 0,2-3 0</inkml:trace>
  <inkml:trace contextRef="#ctx0" brushRef="#br0" timeOffset="4065">3144 290 7809,'-10'0'71,"-2"0"1,1 1 0,-4 1-1,2 2 547,-2 4 1,-2 5 0,0 5 0,-2 6 164,2 5 1,3 1-1,5 1 1,3-1-385,3-2 0,10-5 0,5-7 0,5-6-317,5-5 1,1-3 0,3-2 0,-1-3-83,-4-3 1,-3-2 0,-2-4-1,-2 0-199,-4 0 1,-2-2 0,-4 0-1,-2-1 15,-4 0 0,-1-1 0,-4 0 0,-1-1 188,-2 1 1,0 0 0,-1 2 0,0 0-249,-1 0 1,2 2 0,1 1-1,1 2-247,2 2 0,3 2 1,2 2-1,2 0-283,3 2 0,5 0 1,2 2-1,2 0 285,0 1 0,0 2 0,-1-2 0,0 0 489,0 1 0,0-2 0,2 0 0,-1 1 29,-2 0 0,1-1 1,-5 2-1,1 1 191,-2 1 1,-3 1 0,0 5-1,-3 1 854,-3 4 1,0 2 0,-5 0 0,1 3-180,-1 0 0,4-1 0,2-1 0,1 0-342,1-1 0,4-5 0,2-3 0,4-4-418,3-2 1,2-1-1,3-4 1,0-1-289,-3-2 1,1-2 0,-3-2 0,-3-2 56,0-4 0,-3 2 0,-3-3 0,-2 1-172,-1 0 0,-1-2 0,0 0 0,0-1-169,0-1 0,0-1 1,-1 0-1,-1-1-289,1 1 0,-1 1 0,2 2 0,0 2-580,0 4 1,3 2 1305,0 4 0,6 2 0,0 2 0</inkml:trace>
  <inkml:trace contextRef="#ctx0" brushRef="#br0" timeOffset="4350">3675 237 7802,'-10'0'0,"1"2"749,0 2 0,2 2 0,3 0 0,2 5-25,1 2 0,2 5 0,1 3 0,1 2 0,1 5 1,0-1-1,-1-1 1,0-1-476,0-4 1,-3-5-1,-1-2 1,-4-4-491,0-2 0,-3-2 0,-2-2 0,0-2-284,1-1 1,-1-4-1,-2-1 1,1-1-387,0-1 1,3-2 0,2 0 0,1-2-129,1-1 1,2 0 0,4-1 1038,2 0 0,6-5 0,3-1 0</inkml:trace>
  <inkml:trace contextRef="#ctx0" brushRef="#br0" timeOffset="4766">3782 63 7799,'3'-3'620,"-1"0"1,1 5 0,0 2 735,-2 4 1,-1 6 0,0 6 0,0 5-710,-2 4 1,-2 4 0,-2 2 0,0 3-277,0 1 0,0-2 0,-1-2 0,2-3-569,2-3 0,-1-5 0,2-6 0,1-3-1864,0-5 1327,1-6 1,0-2 0,1-4 0,0-2 533,3-4 1,4-1-1,0-3 1,-1 0 137,2 0 1,0-2 0,2-2-1,-1-2 80,0-2 1,1 1 0,-1 0 0,1 0-9,-1 1 0,1 3 0,1 1 1,0 5 169,0 3 0,-3 3 0,-1 3 0,-1 5 182,-1 2 0,-3 4 1,-1 2-1,-1 1 105,-1 2 1,-1 3-1,0 1 1,-2 1-34,0 0 0,1-3 1,-2-3-1,0 0-585,1 0 0,0-3 1,3-1-2076,0-2 1,0-2 984,3-3 0,-2-2 1,3-4-1,0-2 699,-1-1 1,3-3 0,-3 0 0,0-2 542,-1-1 0,4-2 0,1-3 0</inkml:trace>
  <inkml:trace contextRef="#ctx0" brushRef="#br0" timeOffset="5366">4010 278 7471,'3'3'969,"-1"4"0,-4 5 0,-1 3-280,0 5 1,1 1 0,-1 3 0,0 0 40,2-1 1,3-1 0,3-4-1,1-3-445,2-5 1,4-4-1,-1-2 1,3-2-470,1-4 1,-1-2 0,-1-3 0,0-1-237,-1-2 1,-3-2 0,-2-2 0,-2-1 3,-3 0 1,-1-1-1,-1 1 1,-1-2 226,-1-1 1,-2 4 0,-3-2 0,-1 3 146,1 1 1,-2 2 0,0 2 0,0 0-191,1 3 0,0 3 0,2 0-403,0 2 1,3 2-1,1 2 1,2 2 56,2-1 1,2 1-1,3 0 1,1 0 577,2 0 0,-2-2 0,1 0 0,0 0-64,1 0 1,-3 1 0,1-1-1,-1 1 242,-1 1 0,-2 3 0,-1 1 0,0 2 734,-2 1 1,0 1-1,-1 1 1,0 2-78,0 0 1,2-1-1,2-3 1,0-3-584,2-2 0,0-1 0,3-2 1,0-1-275,0-2 1,1-4 0,2-2-1,0-4-151,0-2 1,-1-1-1,-1-1 1,-1 0-78,-1 0 0,-1 0 0,1 0 0,-3-1-73,-1-2 1,-3 1 0,1 1 0,-2-2-255,0 0 1,0-1-1,0-2 1,0 0-51,-2 1 1,1-4-1,-1 1 1,1 0 429,1 1 0,3 0 0,0 4 0,2 0 850,-1 1 0,-1 4 10,3 4 1,-2 9 0,-2 5-1,-2 5 274,0 2 1,0 5-1,0 1 1,0 1-374,-2 3 1,-2 1-1,-1-3 1,1 0-273,0 0 1,0 0 0,0-2 0,1 0-537,1-1 0,1-2 1,-1-3-1,2-2-2205,0-3 879,0-2 0,2-3 1570,2-5 0,1-3 0,1-3 0</inkml:trace>
  <inkml:trace contextRef="#ctx0" brushRef="#br0" timeOffset="5849">4571 278 7760,'-3'-6'290,"-1"-2"0,0 3 1,1-1-1,0 1 300,-1 0 1,3 1-1,-4 2 1,1 2-155,-1 0 1,-1 0 0,-1 2-1,-1 3-187,1 2 1,-3 4 0,2 4 0,0 1 24,-1 3 1,3 0 0,-2 4-1,4-2 51,1 0 1,3-2 0,0-1 0,0-1-71,3 0 1,0-6 0,5-3 0,1-4-413,0-2 1,3-1-1,1-2 1,2-1-540,-1-2 0,-1-4 0,3-2 0,1-2-304,-2-1 0,-1-3 1,-2-2-1,-1-2 654,0-2 1,-1-1 0,-2-2 0,-2-1 465,-1-4 1,0-3 0,-1-5 0,-1-3-75,-1 0 0,-1 3 0,-1 10 0,0 6 1023,0 8 0,-1 7 1,0 9-1,-2 4-357,0 8 0,-1 6 1,-3 3-1,0 6-267,-1 2 0,0 1 1,2 2-1,0-2-143,0-1 0,2-1 0,1 0 0,0-3-332,2-4 1,0-1 0,1-4 0,0-2-832,0-2 1,3-5-1,1-4 1,1-3-809,1 1 1,0-2 0,0 0 1668,0 0 0,0-3 0,0-2 0</inkml:trace>
  <inkml:trace contextRef="#ctx0" brushRef="#br0" timeOffset="6900">5239 171 7767,'-1'-6'0,"0"2"289,-1 0 0,-2 2 1,1-2-1,0 0 275,-2 1 0,-1-2 0,-1 3 0,-4 0-111,0 2 0,-3 0 1,0 0-1,1 3-115,1 0 0,0 6 0,2 0 0,3 3-28,2 3 1,3 0-1,2 3 1,3 0 201,3 2 1,3 3 0,3 3 0,-1 2 85,-1 1 0,-2-2 1,-4 0-1,-1-1-292,0-3 0,-3-5 0,-6-4 0,-3-2-134,-3-2 0,-3-1 0,-1-4 0,-1-1-603,2-2 1,-3-4-1,2-2 1,-1-1-429,2-1 0,0-1 0,3 0 0,0-1 126,0 1 0,0-3 0,1 0 1,1-1-21,0-1 1,4 0-1,1 0 1,2-1 256,1-2 1,4 2-1,3 1 1,2 1 54,3 1 0,4 1 1,1 4-1,1 1 337,0 2 1,-2 1-1,3 2 1,1 1 577,1 2 1,1-1 0,1 0 0,1 0 292,3-2 0,2 0 0,2-1 0,-1-1-342,-5-1 1,0-1 0,-2-3 0,0-1-396,0 0 1,-4-1-1,-1-2 1,-2 0-148,-1 1 1,-1-2-1,-3 2 1,-3-1 124,-3 2 1,-3-1 0,-4 2 0,-4 1 487,-3 1 1,-2 4-1,-1 0 1,-2 3 137,-1 4 1,-1 3 0,1 3 0,1 2 2,3 2 1,2 1 0,3 2 0,0 0-308,2 1 0,2 0 0,5-2 0,1 0-530,4-1 0,3-1 0,4-3 0,1-2-883,4-4 1,1-3-1,2-2 1,1-1-42,-1-1 0,0-3 0,-4-2 0,-1-3 1124,-2 1 0,1-2 0,0-1 0</inkml:trace>
  <inkml:trace contextRef="#ctx0" brushRef="#br0" timeOffset="7266">5567 290 7754,'-3'3'1316,"0"-2"0,6 0-863,3 0 0,3-1 0,3 0 0,3 0-462,3 0 0,0-1 0,4 0 0,-2-3-214,0-2 1,-7 0 0,-1 1 0,-3-1 146,-4 0 1,-3-3 0,-4 1 0,-4 1 209,-3-2 1,-6 3 0,-3 0-1,-2 3 320,-1 3 0,-3 0 0,4 2 0,0 3 157,-1 2 0,4 3 1,3 4-1,2 2 145,2 4 1,1 0-1,4 3 1,1-2-195,2 0 1,4-1 0,3-2 0,2-2-703,3-2 0,3-1 0,2-7 0,0-1-723,1-2 1,2-1 0,0-2-1,0 0-910,0 0 1,-3-2-1,1 0 1773,-2-2 0,3 0 0,-2-2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14.8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30 7754,'-6'-4'267,"0"0"1,0 0-22,0 1 1,3-1-710,1 2 463,2 2 0,2-6 0,1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0.657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20502.375"/>
      <inkml:brushProperty name="anchorY" value="-477653.15625"/>
      <inkml:brushProperty name="scaleFactor" value="0.5"/>
    </inkml:brush>
  </inkml:definitions>
  <inkml:trace contextRef="#ctx0" brushRef="#br0">91 0 8167,'-7'0'0,"0"0"0,-1 0-186,1 0 1,-2 0 0,1 0 0,0 0 529,0 0 1,1 1 0,-1 0 1054,1 1-1006,1 3 0,5-4 0,4 3 0,5-2-48,6-1 1,5 0-1,7-1 1,4-1-37,3-1 0,2 2 0,2-3 0,1 1-107,4 0 0,5-1 1,6 2-1,0-1-91,-2 1 0,-5 0 0,-4 1 0,-4 0-225,-1 0 1,-9 2 0,-6 0-1,-6-1-906,-6 0 629,-3 2 0,-3-3-185,0 2 1,-2-1-1,2-2-1447,-2-1 2023,3 2 0,-2-6 0,3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3.426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32594.25"/>
      <inkml:brushProperty name="anchorY" value="-483850.21875"/>
      <inkml:brushProperty name="scaleFactor" value="0.5"/>
    </inkml:brush>
  </inkml:definitions>
  <inkml:trace contextRef="#ctx0" brushRef="#br0">101 1 8527,'-6'0'0,"0"0"-331,0 0 1,0 0 0,-2 0 0,1 0 513,-1 0 1,1 0-1,1 1 1,0 0 147,0 1 0,0 1 0,0-2-35,0 1 1,1 1 0,1-2-87,2 4 1,2-3 0,3 0 0,3-1 21,3 1 0,6-1 0,3 1 0,5-1-70,5-1 0,4 0 0,2 0 1,4 0-113,1 0 1,6-1 0,2 0 0,4-1-58,0 0 1,1 2 0,-3 0-1,-2 0-37,-2 0 0,-9 0 0,-4 2 1,-6 1-236,-3 0 1,-7-2 0,-5 1 0,-1-1 214,-1 1 1,2-1-1,0 1 1,-1-2 162,0 0 1,-2 0 0,-1 0 755,0 0-886,-3 0 1,-1 0-761,-1 0 0,-1 0 1,3 0-636,1 0 1426,0 0 0,1 3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5.390"/>
    </inkml:context>
    <inkml:brush xml:id="br0">
      <inkml:brushProperty name="width" value="0.11429" units="cm"/>
      <inkml:brushProperty name="height" value="0.11429" units="cm"/>
      <inkml:brushProperty name="color" value="#0B868D"/>
      <inkml:brushProperty name="inkEffects" value="ocean"/>
      <inkml:brushProperty name="anchorX" value="-942800.25"/>
      <inkml:brushProperty name="anchorY" value="-491471.625"/>
      <inkml:brushProperty name="scaleFactor" value="0.5"/>
    </inkml:brush>
  </inkml:definitions>
  <inkml:trace contextRef="#ctx0" brushRef="#br0">158 24 16256,'-13'0'-89,"-1"0"0,1 0 0,-3 0 0,2 1 177,0 1 1,0-1 0,0 1 0,1 0 359,3 1 0,1 0 0,3 0-147,0 0 1,4-1-1,4-1 33,3 0 0,8-1 0,0 0 1,5 0-117,4 0 0,0 0 0,6-1 1,1 0-60,3-1 1,2-1 0,3 2-1,4-3-78,2 1 0,8-2 0,6 1 0,4 1 72,2 1 0,-2 1 0,-3 1 0,-6 0-109,-6 0 1,-11 0 0,-7 0 0,-7 0-149,-4 0 0,-4 0 1,-4 0 29,-1 0 0,-2-1 0,-2-2-176,-2 0 1,0 0-537,-2 0-1681,0 1 765,0-1 0,0 4 269,0 1 1,-1 0 1275,-1 1 1,-1 1 0,-3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2.190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56531.375"/>
      <inkml:brushProperty name="anchorY" value="-498742.9375"/>
      <inkml:brushProperty name="scaleFactor" value="0.5"/>
    </inkml:brush>
  </inkml:definitions>
  <inkml:trace contextRef="#ctx0" brushRef="#br0">360 646 7992,'-7'3'0,"2"1"0,1 2 0,-1 1 308,-1 1 1,0-2-1,3 1 1,0 0 116,1 0 1,1 0 0,-1 0 600,0 0-824,0-4 1,1 0 0,-1-3 0,0-3-157,1-1 0,-2-3 0,-1-1 1,0-3 5,-1 1 0,1-4 1,0-3-1,-2-1-102,0-1 1,1-1 0,1-2 0,-2 0 75,-3-4 1,0-1-1,-1-3 1,-1-2 125,0 1 1,1 0 0,-2 5 0,2 2 664,0 3-589,3 8 0,1 4 0,6 10 0,6 4-115,2 3 1,7 5 0,0-2 0,4 3-3,5 2 1,2-3-1,3 0 1,3-1-306,2 0 0,6-2 0,-2-2 0,0 0 66,-4-2 1,-2-4 0,-5 1 0,-2-1-204,-2 1 1,-5-1 0,-4-2-454,-4 0 0,-7 0 446,-6 0 0,-1 2 1,-8 0-1,-3 1 91,-2 0 0,-4 1 0,-3 3 0,-1 0 111,-2 2 1,-5 0 0,-2 3 0,-4 0 136,-3 1 1,0 4 0,1 1-1,1 1 401,-1 1 0,2 1 0,2 3 0,3 0 298,3-5 0,5-1 0,4-5-360,6-1 0,7-6 0,11-6 0,5-5-341,5-7 1,7-2 0,8-8 0,3-3-280,0-3 1,3-2 0,-2 1-1,0-2-307,0 0 0,0-2 0,4-5 0,1-4 70,2-6 1,-5 0 0,-4-3-1,-6 2 631,-5 4 1,-5 2 0,-5 6 0,-2 5 1068,-2 7-876,1 6 0,-5 18 0,0 7 0,-2 10 190,-4 9 1,-3 6-1,-2 5 1,1 2 67,-1 0 0,-1 1 0,-2 4 0,-2 1-48,2 5 1,-4-1 0,-2 2 0,-4-2-174,-2-2 1,0-2-1,1 3 1,1-4-299,3-4 1,3-7 0,6-8 0,3-3-329,3-4 1,4-3 0,-2-3 0,3-1-3322,0-3 2228,0-3 0,3-3 1,2-5 1374,3-5 0,3-4 0,3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4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325 6 8037,'-3'-5'68,"1"4"1,-2 6 361,1 4 0,-2 9 1,2 7-1,0 6 83,0 6 0,-2 5 1,1 2-1,-3 2-98,0 1 0,3-2 0,-1 0 0,0 0-190,-2-5 1,3-5-1,0-5 1,0-3-230,0-2 0,1-5 1,-2 0-1,3-2-715,1-3 0,-2-2 0,1-3-852,0 0 0,1-3 1571,-1-5 0,-2-1 0,-3-1 0</inkml:trace>
  <inkml:trace contextRef="#ctx0" brushRef="#br0" timeOffset="533">6 511 8079,'-4'0'1493,"2"0"1,4 0-1234,3 0 1,7-1 0,3-1 0,5-4-92,6-2 0,10-5 1,9-5-1,3-8-295,3-5 1,-5 1-1,-7-1 1,-7 1-434,-8 0 0,0 1 0,-7 3 1,-1-1 207,-2 1 1,-5 2 0,0-1-1,-2 0 111,1 0 1,-2 5 519,-2 6 0,-1 9 1,-6 9-1,-2 10 252,-3 7 1,-1 7-1,-2 7 1,-2 4 51,0 4 0,3-1 1,0 3-1,2-3-228,2-1 1,0 2-1,1-1 1,3-3-286,4-5 0,6-6 0,5-10 1,5-4-62,2-1 1,4-8 0,0-1 0,2-6-314,-1-4 1,-3-2 0,0-4 0,-4 0-128,-5-1 0,-4-1 0,-1-1 0,-4 0 189,-1-1 1,0-2-1,-3 0 1,0 1 269,0-2 1,-1 1 0,-1 0 0,-1 2 294,0 3 0,-2 3 0,-2 5 205,0 3 1,0 11 0,0 5 0,0 7 300,0 5 0,-2 1 0,0 3 1,0 0-410,2-2 0,0 1 0,1-2 0,1-1-327,2-1 0,3-5 0,1-2 0,4-3-202,1-4 0,6-4 1,0-5-1,0-2-579,2-2 0,-1-5 0,-1-4 0,0-3-219,-3 1 1,0-1 0,-3 3 0,0 2-1524,-1 1 2429,-4 1 0,8-3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6.3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32 260 8011,'0'-7'-110,"0"0"1,0 0 0,0 0 134,0 0 1,0 2 621,0 1 0,0 3 0,0 1 1,0 5-168,0 3 0,0 4 0,0 4 1,0 3-110,0 4 0,0-2 0,0 5 1,0 0-61,0 1 1,-1 1 0,0 0 0,-2-1-186,-1 1 1,2 0 0,-3-2-1,1 0-168,1 0 1,1-7-1,-1-1-277,0-5 1,3-6-1,0-6-3,4-2 0,0-7 0,1-6 0,2-4 70,2-4 0,0-1 0,0-2 1,0-1 122,0-1 1,0-1 0,2 1 0,-1-1 157,-1 0 0,4 1 0,-2 2 0,4 1 160,0 0 0,-2 6 1,1 3-1,-2 4 19,-1 6 0,1 2 0,-3 4 0,0 2-46,-2 3 1,0 6 0,-1 3 0,0 5 84,-1 2 1,-4 0-1,1 4 1,-2-1-80,-2 0 0,1 2 0,-4-2 0,0-1-244,1-1 0,-1-2 0,3-2 0,-1-1-190,0-1 0,3-2 44,-3-4 1,3-5 0,0-8-100,3-7 1,-2-4 0,4-3 0,0-2 137,1-3 0,1 0 0,-2 1 0,-1-2-50,2-1 1,0 1-1,2-3 1,0-1 157,1 2 1,2-3 0,-2 4 0,1 1 105,1 1 0,2 3 0,-2 6 1,1 4 272,-1 5 0,-1 3 0,3 2 0,-2 4 165,-1 2 0,-3 5 1,-3 4-1,-1 1 126,-2 1 1,0-1 0,-1 0-1,-1 0-286,-1 0 0,0 2 0,-2-2 0,-1 0-282,1-2 1,-2-1-1,2-3 1,0 0-475,-1 0 0,3-1 0,-2 0-1549,1-1 0,0-3 736,3 0 0,1-3 1,2-2 1259,1-1 0,2-4 0,1-1 0</inkml:trace>
  <inkml:trace contextRef="#ctx0" brushRef="#br0" timeOffset="766">627 295 7968,'-7'-4'967,"-1"2"-144,-1 4 1,1 3 0,-1 6 0,1 6-184,-1 2 1,1 5-1,-1 1 1,2 2-427,2 1 1,3-4 0,5-2 0,4-2-259,3-4 0,4-5 0,-1-4 0,2-4-263,-2-3 0,1-3 0,0-3 0,-1-4-5,-1-1 0,-3-1 0,-3-3 0,0-1 204,-1 0 1,-4 2-1,2 0 1,-3 0 188,0 0 0,-3 3 0,-2-1 0,-1 0-100,-1 2 0,1-3 1,-1 4-1,-1 1-381,2 0 1,0 1-1,1 0-512,3 0 0,2 4 760,2 0 0,4 3 0,3 0 0,1 0 320,0 0 0,0 0 1,4 3-1,0 2 224,0 3 1,0 0-1,2 4 1,0-2 260,0 1 0,-3 1 0,0 1 0,-3 2-222,0 1 0,-2-1 0,-2 1 0,-4 1 97,-1-1 0,-2 2 0,-1-1 0,-4-2-345,0 0 1,0-2 0,-1 0 0,0-1-605,0-3 0,0-2-186,0-2 0,3-3 0,1-5 1,1-3 146,0-3 0,0-3 0,4-2 0,1-2 184,1-2 1,-1 3 0,3-4 0,-2-1 121,1 1 1,3 0 0,0 1-1,1 2 295,-1 0 1,3 2 0,-1 3 0,0 1 154,3 3 0,-3 1 1,2 1-1,0 3 1,1 1 1,2 1-1,0 0 1,2 0-251,1-3 1,0 2 0,1-1-1,-1 0-229,2 0 1,-2-1 0,-2-2 0,0 0-64,-3 0 0,-4-2 1,0 1-1,-2 1 138,-2 0 0,-2 3 1,-4-2-1,-1 1 467,-3 2 0,-4 4 0,-4 4 0,-1 4 495,-2 5 1,-3 2 0,1 4 0,0 2 132,2 1 0,1-3 1,2 4-1,2 0-531,1 1 1,6-2-1,2-3 1,5-3-562,3-2 1,6-4 0,3-1 0,2-4-642,0-2 1,2-6 0,3-6 0,-1-2-1359,3-4 1,-3 2-1,-5-2 2103,-1 3 0,3-3 0,-3 0 0</inkml:trace>
  <inkml:trace contextRef="#ctx0" brushRef="#br0" timeOffset="1768">1499 280 7799,'0'-6'0,"-1"0"-390,-1 1 0,1-2 0,-2 3 790,0-2 0,2 1 0,-1 1 252,1-1 1,1 0 674,0 1-589,3-1 1,-2 3-390,1 4 0,-1 3 0,-2 9 0,0 2 1,-1 3 1,-1 1 0,0 3-1,1 0-139,1 0 1,1 2-1,2-4 1,3-1-110,1-2 0,4-6 1,1-3-1,3-4-111,2-2 1,1-5-1,3-2 1,-3-5-301,0-3 1,1-5 0,-2-2-1,-2-1 88,-2-1 1,-4 0 0,-1 0 0,-2 0 294,-1 0 0,-2 0 0,-2 4 0,-1 3-16,-2 1 0,2 4 0,-4 5 344,0 4 1,-1 8 0,-1 9 0,0 6 267,0 6 0,0 6 0,0 1 0,1 2 84,-2 1 0,-2 5 0,0 0 0,-3 1-233,0-1 0,0-2 1,-4-3-1,1 0-290,0-3 1,-3-3 0,0-6 0,-4 0-302,-2-2 0,-4-1 1,-1-1-1,0-5-573,2-6 1,3-3-1,3-6 1,3 0-387,2-1 0,5-2 1,2-3-1,-1-3 112,3-3 1,1-5-1,3-2 1,2-3 155,1-5 1,1-2-1,1-3 1,2 0 145,3-1 1,2 0 0,4 2 0,0 1-1152,1-1 1766,4 1 0,1-1 0,2 0 0</inkml:trace>
  <inkml:trace contextRef="#ctx0" brushRef="#br0" timeOffset="2165">1845 274 7948,'-3'-7'451,"1"0"0,-3 2 0,0 1 55,-1 1 1,-3 5 0,0 4 0,0 6-112,2 3 0,-3 3 0,1 4 1,1 1 5,0 2 1,2 1-1,2 0 1,5-4-174,5-3 1,4-2 0,4-6 0,2-3-95,0-2 1,3-4-1,-3-5 1,1-4-39,0-4 0,2-1 0,-3-3 0,-2-1-343,-2-3 1,-1 1 0,-5 0 0,-2-1 57,-1 2 1,-3-2 0,-3 2 0,-4 2 119,-4 0 1,-2 2 0,-1 2 0,0 2-111,1 4 1,-1 2 0,3 3 0,2 0 137,1 0 1,3 3 0,1 1 0,1 3-50,2 0 1,1 0 89,2 2 0,2 0 0,3 0 0</inkml:trace>
  <inkml:trace contextRef="#ctx0" brushRef="#br0" timeOffset="2482">2059 280 7948,'0'-3'1697,"-3"0"0,-1 6-1087,-2 1 0,-1 6 0,-1 1 0,2 3-219,2 2 0,-1 1 0,2 2 0,2 0-52,0 0 1,2 0-1,1 0 1,3-3-167,4-1 1,2-6 0,2-1 0,2-4-130,-2-1 0,0-1 0,0-5 0,-3-3-73,1-2 1,0-6 0,-2 1 0,-2-2 4,-1 0 1,0-3 0,-3 3 0,0-1-68,0 2 1,-1 0-1,-2 2 1,0 1-467,0-2 1,0 3 0,0-1-1,0 1-925,0 1 0,2 4 1,1 1 1481,2-2 0,-1 0 0,3-1 0</inkml:trace>
  <inkml:trace contextRef="#ctx0" brushRef="#br0" timeOffset="3232">2676 253 7898,'0'-8'0,"0"0"74,0-2 0,0 1 0,0 2 529,0 1 1,-2-2-1,0 1-332,-3 1 0,-1 1 1,0 1-1,-1-1 6,-1 1 1,-1 1-1,-3 3 1,-2 0-63,-2 3 0,-1 4 0,-2 4 1,1 3 74,1 2 0,1 3 0,2 4 0,1 4 10,2 3 0,3-1 1,4-3-1,1-1-59,2-1 1,4-5 0,3-3 0,6-5-128,3-4 0,3-2 0,3-6 0,0-3-315,0-3 1,0-2 0,-1-6 0,1 0-217,0-2 0,-2-4 0,0 0 1,-4-1 132,-2-2 1,-3 2 0,-4-4 0,2 0 173,-1-1 0,-4 2 1,0-1-1,-3 1 118,0-2 1,0 0 0,0 1 0,0 3 360,0 2-276,0 6 0,0 12 1,-2 12-1,-1 8 413,-1 6 1,2 3 0,-3 4 0,0 0-161,2 1 1,-3-3 0,3 3 0,0-2-254,0-1 1,1 0-1,2-5 1,0-3-784,0-3 1,1-3 0,1-3-546,3-2 1,1-4-1,0-3 1235,2-1 0,2-7 0,0-2 0</inkml:trace>
  <inkml:trace contextRef="#ctx0" brushRef="#br0" timeOffset="3565">2855 184 7951,'0'-3'1160,"0"3"1,-2 6 0,-1 6 0,-1 4-516,-1 5 1,-1 0 0,-1 5 0,0-1-448,3 0 1,-2 1 0,2-3-1,0-2-233,2-1 1,1-4 0,1-4-186,0-3 0,1-6 0,0-3-82,2-3 1,0-4 0,-2-2 0,2-3 255,1-1 0,-2-1 1,3 0-1,1-1 44,0 0 0,-2 0 1,1-2-1,1 1 89,3 0 1,-1-4 0,3 3-1,2-1-391,0 2 0,0 1 0,1 2 1,1 1-341,1 1 1,-2 2 0,3 2 0,-4 2-941,-1 2 1584,1 1 0,-2-1 0,3-1 0</inkml:trace>
  <inkml:trace contextRef="#ctx0" brushRef="#br0" timeOffset="4033">3215 177 8098,'-7'-5'437,"0"0"1,1 1 0,-2-2-31,1 1 1,1 2-1,-1 3 1,-1 0-70,2 0 1,-4 0 0,-2 2 0,-1 2 5,0 5 1,-2 5 0,1 2-1,-2 5 24,1 4 1,-1 2-1,5 1 1,1-1-189,2-3 0,5-2 1,1-5-1,4-3-232,5-6 1,4-3 0,2-6 0,1-1-132,0-3 0,-1-4 0,2-3 0,-2-3-28,1-1 1,0-2-1,0 1 1,-1 2 259,-2 0 0,-3 2 1,-3 2-1,-1 1 542,0 3 1,-2 3 0,-4 2-160,-2 1 0,-5 7 0,0 3 1,0 4-133,-1 0 1,3-1 0,-1 0 0,3-1-1005,-1 0 0,3 1 0,1-3 0,1 0-536,1-1 0,1-4 1,1 0-1,3-1-588,1-2 0,1 0 1828,0-1 0,3 0 0,0 0 0</inkml:trace>
  <inkml:trace contextRef="#ctx0" brushRef="#br0" timeOffset="4698">3333 163 7970,'3'-7'329,"0"0"367,-3 0 0,0 3 347,0-1 0,1 3 444,1 0-1056,-1 1 1,2 2-1,-3 1-66,0 3 0,0 1 0,-1 2 0,0 1 115,-1 3 1,-4 1-1,2 4 1,-2 2-104,-1 3 1,0 1-1,2 1 1,1 0-238,1 1 0,-1-5 0,2 0 0,1-3-39,2-4 1,3-3 0,4-5 0,0-4-236,2-2 0,2-4 0,-2-4 0,2-3-156,-1-4 0,1-1 1,1-2-1,-2 1 154,-1-2 0,-2 1 0,1 0 0,0 0-75,0 1 1,-2 0-1,0 0 1,0 1-478,0 1 1,0 2 368,0 0 0,-4 8 1,-1 6 440,-4 7 1,-1 9-1,-4 3 1,0 1 225,0 3 0,0 2 0,0 2 0,1-1-42,2-1 1,1-5-1,3 1 1,0-4-202,3-1 0,1-6 0,6-3 0,3-4-225,2-2 0,3-5 1,-3-3-1,3-3-18,0-4 1,-1 0-1,-4-2 1,2 0 116,-2-2 0,-2 3 0,-2-2 0,-1 2-73,-1-1 1,-2 1-1,-1-1 1,-1 2-99,-2-1 0,0 2 0,-1-1 0,0 2-1345,0 1 453,0 2 0,0 3 261,0 6 0,-2 3 0,-1 5 0,2 1 823,0 0 0,-2 3 0,-1-1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43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46 7874,'0'-9'210,"0"-1"1,0 0 1066,0 0-1084,0 4 0,0 9 1,-1 6-1,-1 5-26,-4 1 1,0 3 0,0 3 0,-1 2-147,-1 0 0,-1 3 0,0-3 0,1-1-291,0-1 1,0 0 0,0-3 0,3-2-644,1-2 0,1-2 913,3-3 0,4-2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43.6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119 1 8498,'-5'7'546,"0"3"1,3 4 0,-3 7 0,1 5-132,0 2 1,-2 4 0,2 3 0,-1-1-144,1-2 1,-1-1 0,-1-3 0,1-1-131,0-3 0,0 2 0,-1-5 1,2-4-346,1-1 0,0-3 0,1-1 0,0-4-1372,-2-3 0,3 0 1575,-4-2 0,-2 0 0,-4-3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52.6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52 302 8083,'-7'-3'0,"-2"0"381,0 2 0,0 0 0,2 1 348,0 0 0,4 0 0,3 0-401,4 0 1,5 0 0,2 0 0,3 0-230,2 0 1,5 0 0,4 0 0,0-1-438,1-1 1,-2 1 0,1-2-1,-1 1-375,0 0 1,-2-1 0,1 1 0,-2-1 712,0 0 0,0-3 0,0 0 0</inkml:trace>
  <inkml:trace contextRef="#ctx0" brushRef="#br0" timeOffset="533">453 52 7883,'0'-13'2,"0"2"1,-2 0 0,-1 5 0,0 1 281,0 1 1,-2 3 0,1 1 301,0 4 1,-1 5 0,1 6-1,1 3-363,-3 4 0,1 3 1,0 3-1,0 2-42,-4 3 0,2 0 0,-4 2 1,-1-1-79,1 1 0,-2-1 1,2 0-1,0 0-148,-1-2 0,4-7 0,1-2 0,2-6-5,2-5 1,1-2 0,1-3-29,-1-3 1,2-1 0,0-6-40,4-1 0,0-4 1,1-1-1,2-2-20,1-2 1,4-4 0,-2-2 0,0 0-142,3-2 1,0 0 0,1 1 0,0-1 101,3 0 0,-1 0 0,4 1 0,-2 1 58,1 4 0,-2 3 1,0 3-1,-1 2 349,-3 2 1,0 3 0,-7 4 0,-1 4 16,0 2 0,-4 2 1,1 5-1,-2-1 132,-2 2 1,-2-1 0,-2 5 0,-1 1-45,-1 1 1,2 1 0,-1-3 0,0-1-384,0 0 0,1-1 1,0-1-1,3-2-228,0-3 0,-2-4 0,3 2 0,0-3-1085,2 0 1,0-3 27,3-2 0,0-4 1332,4-3 0,3-4 0,1-2 0</inkml:trace>
  <inkml:trace contextRef="#ctx0" brushRef="#br0" timeOffset="916">641 364 9961,'3'4'540,"1"-1"0,2-3 1,2 0-480,2 0 1,0 0 0,4-1-1,2-1-98,0-3 0,0-4 1,-2-1-1,-1 1-253,-1-2 0,-3-1 0,-4 2 0,-3-2 125,-1 0 0,-6 4 0,-4-2 0,-3 4 265,-2 1 0,-4 2 0,1 3 0,0 2 387,-3 2 1,1 1 0,1 7 0,1 1 17,3 2 1,3 3 0,-1 3-1,3 0-120,0 2 1,4-1-1,3 1 1,2-5-438,2-1 1,3-1-1,2-2 1,2-4-537,3-4 1,4-3 0,3-3 0,2 0-633,3 0 1,-1-1 0,-2-1 1219,-1 0 0,1-6 0,0 0 0</inkml:trace>
  <inkml:trace contextRef="#ctx0" brushRef="#br0" timeOffset="1770">1104 266 7876,'-3'-6'113,"3"1"1,-3 1 356,-1 1 1,2 1 0,-1 3-83,0 1 1,0 3 0,1 4 0,-1 3-108,-1 3 1,0 3 0,-3 3 0,2 0-87,0 0 0,1 0 0,-3 0 0,0 0-133,0 0 1,0 0 0,1-5-1,1-2-351,0-2 119,0-3 0,1-3 0,2-6 0,2-5-52,2-3 0,4-1 0,5-3 0,-1-2 51,3-1 0,-2-4 1,-1 2-1,1-1 82,0 0 1,-2 0 0,3 0 0,-1-1 6,0 1 1,1 1 0,-2 3-1,1 1 223,1 2 1,0-1-1,1 5 1,-2 1 124,-2 3 1,1 1 0,-3 4-1,-1 4-43,-2 2 1,-1 2 0,-3 5 0,0 0 24,0 2 1,-3 2 0,-2-1 0,-2 3-68,-3 0 0,1-2 1,3 1-1,1-3-248,0 0 0,1-1 1,-3-3-1,2-1-815,0-3 676,4-1 1,-2-5 0,3-3-1,0-5 33,0-4 0,3-1 0,1-4 0,2 0-12,2 1 0,-2-5 0,1 0 0,1-2-54,1-1 0,0 1 0,2-1 1,1 0 43,-2 1 1,5 2 0,0 1-1,2 3 158,2 0 1,1 2-1,-1 2 1,-1 4 245,-2 1 1,-2 4-1,-3 3 1,-1 4 275,-1 2 0,-5 1 0,-2 3 0,-1 0 23,-1 4 1,-3-2-1,-2 3 1,-3-3-133,-1 0 0,0 2 0,2 1 0,0-2-355,0 0 0,0-4 0,1-1 0,1 2-343,0-2 1,3-2 0,-1 1-1,1-3-2790,-1-1 2258,1-4 1,5 2-1,1-6 854,0-1 0,5-2 0,-1-2 0</inkml:trace>
  <inkml:trace contextRef="#ctx0" brushRef="#br0" timeOffset="2116">1581 225 7882,'-9'1'357,"0"1"1,0 0-1,2 2 1,0 3 247,0 1 0,1 3 0,-2 5 0,2 1-194,2 1 0,-2 0 0,4 3 0,1 0-314,0 0 1,4-5 0,1-2 0,2-4-154,1-2 1,3-2 0,0-2 0,-1-2-87,2-4 1,0-2 0,-2-3 0,0-1-106,-1-2 1,-2-2 0,1 1 0,0-1 146,-3 1 0,2 1 0,-4-3 0,-1 2 68,0 2 1,-1-4 0,0 2 0,-1-2-163,-1 2 1,1 0 0,-3 2 0,0 0 15,0 1 0,2 0 1,-1 1-2801,0 0 2978,2 3 0,-5 4 0,3 4 0</inkml:trace>
  <inkml:trace contextRef="#ctx0" brushRef="#br0" timeOffset="2698">1713 246 7882,'5'-4'0,"-1"-1"1027,2 2 1,-3 2 0,0 3-400,0 3 1,-2 1 0,1 2 0,-1 0-268,-1 2 1,0 2 0,0-1 0,0 2-179,0-2 1,0 2 0,0-1 0,-1 0-79,-1 3 0,0-3 0,-3 2 0,1-2-46,0 0 0,-2 2 0,2-5 0,0 0-414,-1-1 1,3-2-1,-1 0-1569,0-1 1630,2-2 0,-1-6 0,4-2 1,1-1 104,0-3 1,-1 0 0,1-2 0,0 1 157,-1-2 1,3 1 0,-2-2-1,0-1 67,0 3 0,0-3 0,-2 3 0,2-2-36,1 2 1,-1-1-1,1 2 1,-1 2 54,1 1 1,1 1 0,1 0-1,2 2 92,-1 1 0,-1 1 0,1 2 1,1 0 41,1 0 0,1 0 1,2 0-1,0 2-52,0 0 0,4 0 0,0-2 0,0 0-154,1 0 1,-3 0 0,0-2 0,-1-1-122,-1-1 1,-2 0 0,-1-3-1,-2 0-3,-2 0 1,-2 0-1,-4 1 136,-1 2 1,-3 1 0,-4 3 0,-3 0 301,-1 3 0,-1 3 0,1 3 1,0 3 108,1 0 1,-1 0-1,2 3 1,0 0 10,2 2 0,0-1 0,1-1 0,3 0-130,1 1 1,2 2 0,3-4 0,3-2-546,3 0 0,5-4 1,-1-3-1,3-1-382,2-1 0,-2 0 0,3-3 0,-3 0-384,0 0 1,-1-3 0,0 0 0,-3 0-1747,0 0 2770,3-2 0,-3 1 0,5-3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57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291 159 7916,'3'-14'227,"-2"1"0,1 1 1,-1 3 315,-1 2 0,0 2-126,0 1 0,-3 5 0,-1 2 0,-2 5-46,-1 3 1,2 5 0,0 3-1,1 4-29,0 5 1,1 0 0,3 3 0,0-1-210,0 0 0,1-3 0,4-2 0,5-2-106,5-3 1,6-5-1,6-7 1,4-3-102,3-5 1,-4-6 0,1-7 0,-4-2-240,-7-4 1,-2-1 0,-5-2-1,-2 0 29,-4 3 1,-4-1 0,-3 0 0,0 1 231,0-2 0,0 4 0,0 0 1,0 3 197,-3 2 1,3 6 0,-3 0 42,0 3 1,0 7-1,-3 8 1,3 8 165,0 7 0,0 4 0,-2 4 0,1 2 277,-2 2 1,0 6-1,-2 2 1,0 4-57,-1 2 1,-6-4 0,1-1-1,-4-3-281,-1 0 0,-3-6 0,-1-2 0,0-5-201,-1-3 1,2-1 0,-2-5 0,1-3-314,4-3 1,2-5 0,-2-3 0,-1-3-610,-2-1 0,0 0 1,0-3-1,0-1 58,1-2 1,3-5 0,1-4 0,2-1 90,4-1 1,4-4 0,2-4 0,3-2 69,1-4 0,1-1 0,1-3 0,2-2-939,4 1 1548,2 4 0,9-3 0,0 1 0</inkml:trace>
  <inkml:trace contextRef="#ctx0" brushRef="#br0" timeOffset="350">603 311 7859,'-3'-3'288,"-1"-1"0,-3 5 271,0 5 1,1 1 0,-2 7-1,2 3 20,2 1 1,0 2-1,2 1 1,1-1-398,2 1 1,2-3 0,6-3 0,3-2-148,1-4 1,3-4-1,1-4 1,0-3-93,0-5 0,0-3 0,-3-4 1,1 1-234,-5-2 0,-5 0 1,-2-2-1,-3 1 194,0-1 1,0 4 0,-3-2 0,-3 3 83,-3 2 1,-3-1 0,1 2 0,1 0-97,0 1 1,2 4 0,2-1-470,-1 0 1,3 2-616,4 1 1,4 3 1191,3 1 0,-1 4 0,1-3 0</inkml:trace>
  <inkml:trace contextRef="#ctx0" brushRef="#br0" timeOffset="632">817 304 9841,'-3'10'880,"2"1"0,-3 4 0,1 0-319,1 1 1,2 2 0,0-1 0,0-2-330,3 0 0,0-2 0,5-1 1,1-4-141,0-3 0,3-2 1,0-4-1,0-1-160,0-2 1,0-3 0,-3-3 0,1-1-186,-1-3 0,-1 1 0,1-1 1,-2 1-192,-2 2 1,0-3-1,-3 3 1,0-1-151,-1 0 1,-1 0-1,0 2 1,-1 2-580,-1 0 0,-1 2 1173,-2-1 0,-1-1 0,2 2 0</inkml:trace>
  <inkml:trace contextRef="#ctx0" brushRef="#br0" timeOffset="1349">1267 14 8063,'0'-7'1073,"-1"3"-642,-1 1 0,1 9 0,-4 4 0,1 5 3,0 6 0,-5 6 1,2 5-1,-1 3 107,-3 5 0,2-1 0,-3 4 1,3-3-432,1-6 0,1-3 0,1-5 0,1-3-806,0-4 0,3-2-192,0-7 1,2-2 0,2-4-1,4-4 888,0-4 0,0-5 0,1-2 0</inkml:trace>
  <inkml:trace contextRef="#ctx0" brushRef="#br0" timeOffset="1598">1413 14 11440,'-1'7'0,"-1"3"695,-3 4 0,-2 5 1,0 6-1,-2 5-202,-2 3 0,-3 4 0,1 0 0,-2-1-195,2-1 1,-1-1 0,1-3 0,0-4-301,2-5 1,3-2 0,-2-3 0,2-1-486,2-1 0,0 0 0,0-4 0,3-1-2144,-1 0 1,2-2 2630,2-2 0,0-2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01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0 7845,'0'7'294,"0"0"0,0 0 1,0 0-1,0 0 60,0 3 0,0-2 1,0 4-1,-1 0 3,-1 1 0,1 1 0,-2 0 1,1-1-359,0 2 0,-3-3 1,0 0-1,-1-3-997,2-1 1,-2-1-1,1 0 998,-1 0 0,-4 0 0,-1-1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03.8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76 7837,'0'-7'-210,"0"1"1,0-2 1281,0 1-203,0 1-579,0 2 0,0 2 0,0 4-53,0 2 0,0 5 1,0 4-1,0 2 27,0 4 1,0 0 0,0 2 0,0 1-46,0 1 1,-3-1-1,-1 3 1,0-1-26,-1-2 0,1-1 0,-4 1 0,2 0-201,2-2 1,-2-1-1,3-8 1,0-1-729,0-3 522,1-3 0,3-6 1,1-6-1,2-2 70,0-2 1,2-4 0,-1 0 0,2-2 9,3-1 1,-1-1-1,-2-1 1,0 3 65,0-1 1,2 2 0,0-3 0,0 2 147,-1 2 0,1 0 0,0 5 0,0 2 75,1 0 1,-2 3 0,2 2-1,-1 2 52,0 1 0,0 5 0,-4 2 0,-1 3 65,-1 2 0,-1 0 0,-2 4 0,0 0 73,0 2 1,-3 1 0,0-2 0,-2-1-292,1 0 0,-1-1 0,0 0 0,0-1-407,0 2 0,2-3 1,1 0-1,1-3-705,1-1 1,0 1 136,0 1 0,1-4 0,1-4 0,3-2-948,1-2 1868,0-2 0,5-10 0,-1 0 0</inkml:trace>
  <inkml:trace contextRef="#ctx0" brushRef="#br0" timeOffset="300">368 138 7837,'-4'-3'897,"0"3"-333,-2 4 0,-3 5 1,-1 3-1,1 2-33,-1 2 1,2 4 0,-3 4 0,1 2-128,2 0 1,2 2 0,4-6 0,3-2-207,4-3 0,3-6 0,5-5 1,2-3-138,1-2 0,-1-6 0,1-3 0,-2-1-270,-3-4 1,-1-1 0,-3-1-1,-2-2-83,-1-1 1,-2 3-1,0-1 1,-1 1 6,-1 1 1,-1 1 0,-1 1 0,-3 1 10,-1 1 0,-2-2 1,0 4-1,-2 1-107,-1 2 1,0 1-1,0-1 1,1 3-293,3 1 1,2 1-1239,1 0 1911,2 0 0,-1 3 0,3 2 0</inkml:trace>
  <inkml:trace contextRef="#ctx0" brushRef="#br0" timeOffset="549">568 21 7993,'5'-6'0,"-2"0"770,0 2 0,1 2-229,-2 0 1,-1 5 0,1 4-1,-1 4-85,-1 5 1,-2 1 0,-1 4 0,-2 0-108,0-1 0,1 4 0,0 0 0,-1 0-8,-1 0 1,-2-3 0,1-1 0,1-2-334,-1 1 0,1 1 0,0-2 0,1-2-793,0-4 1,1-2 0,1-2-1,-1-1-3175,0 0 3960,2-2 0,-4-5 0,2 0 0</inkml:trace>
  <inkml:trace contextRef="#ctx0" brushRef="#br0" timeOffset="799">471 207 7837,'11'-6'221,"-1"-1"0,-1 0 0,1 0 1,1 0 293,1 0 0,-1 1 0,2 1 0,0 0-360,3 2 1,0 1 0,-2 2 0,-1 0-11,-2 0 1,2 3 0,-4 3 0,-2 2 103,-1 1 0,-1 3 0,-2 0 0,-2 0 227,0 3 0,-2-2 0,0 1 0,-2 0-144,-1 0 0,0 0 0,-2-1 0,2-1-575,-2-1 1,3-1 0,-1 1-1,1-2-1672,1 0 1915,-2-1 0,3-1 0,-2-1 0</inkml:trace>
  <inkml:trace contextRef="#ctx0" brushRef="#br0" timeOffset="949">665 138 7837,'0'-6'405,"0"-1"275,0-1 0,0 4-680,0-1 0,3 7 0,1-1 0</inkml:trace>
  <inkml:trace contextRef="#ctx0" brushRef="#br0" timeOffset="1266">928 132 7805,'-2'-5'510,"0"1"0,-4 1 74,1-2 1,-1 4 0,-1-2 0,1 3-44,-1 0 1,-1 3-1,-1 1 1,0 3-219,0 0 0,0 2 0,0 0 1,0 3-79,1 0 1,-1 0 0,0 0-1,0 0 88,2 3 1,0-1-1,1 2 1,1-1-86,-1 2 0,5-4 1,-1 2-1,1-3-329,1 1 1,1-3-1,1-1 1,3-2-747,4-2 1,-1-2 0,4-3-1,3 0-110,0 0 0,1-1 0,-2-1 1,2-3 936,0-1 0,3-1 0,-1 0 0</inkml:trace>
  <inkml:trace contextRef="#ctx0" brushRef="#br0" timeOffset="1634">1025 222 8863,'0'-5'1685,"1"1"0,1 1-1282,2 1 1,2-1 0,3 1 0,0 0-477,2-1 1,2 1-1,-1-2 1,1-2-271,-1 0 0,2 1 1,-5 1-1,0-2 101,-2 0 1,0 0 0,-3-2 0,-1 1 235,-3 1 1,-3 0-1,-5 0 1,-2 2 367,-3 1 1,-1 1 0,0 2 0,0 0 68,0 3 0,0 0 0,1 5 1,0-1 171,1 2 0,0 3 0,1 3 1,2 3 41,2-1 1,-1 1 0,6 1-1,0-1-194,1 2 1,1-1-1,2-1 1,3-3-364,4-2 1,1-2-1,4-3 1,0-2-534,1-2 0,0-2 0,1-2 0,0-1-1084,-1-1 0,2-1 1,-1-3-1,-1 1 1529,0 0 0,-1-4 0,0-2 0</inkml:trace>
  <inkml:trace contextRef="#ctx0" brushRef="#br0" timeOffset="1799">1316 305 7852,'-5'-3'1143,"0"1"1,1-4 3400,0 2-6547,-2 1 2003,5 0 0,1 3 0,4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13.170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112 381 7969,'-18'0'-1,"2"0"1,1 0 0,2 0 204,-1 0 0,3 0 0,1 0 1,4 1 1709,1 1-1481,2 3 0,6 1-202,2 1 1,5-1 0,3-1 0,4 0 203,3-2 0,2-1 0,6-2 0,0 0-91,-1 0 1,2 0-1,0 0 1,3-1-253,1-1 1,-2-2 0,4-2 0,-2 0 98,-1 2 1,-4 0 0,-7-1-1,-2 1-2921,-5 0 2730,-3 2 0,-7 2 0,-1 0 0</inkml:trace>
  <inkml:trace contextRef="#ctx0" brushRef="#br0" timeOffset="1017">840 284 7964,'0'-9'-13,"0"0"1,2 0 0,0 0 177,0-1 1,-1 1 0,1 2 1926,0 0-1539,3 0 0,-4 5-347,1 4 1,-1 3 0,-1 6-1,0 2 25,0 3 1,-3 3 0,-2 3 0,-1 4 28,0 4 0,-2-1 0,1 2 1,1 1-4,-1 0 1,1-2-1,0 2 1,2 0-119,1-3 0,-1-2 1,1-8-1,3-3-115,1-4 1,1-4 0,2-4 0,2-2-110,3-4 0,-1-2 1,1-6-1,-2-1-71,1-3 1,-1 0 0,1-2-1,2 0-49,-2-2 0,0 1 1,-2-2-1,0 2 11,-2 3 1,-1 1 0,0 1 0,0 3-32,-1 1 1,-1 5 0,-2 3 167,-1 4 1,0 9 0,-2 2-1,1 6 275,2 2 1,0 1 0,1 2 0,2-3 105,2-1 0,1-3 0,7-8 0,3-2 43,3-4 0,4-2 0,1-7 1,0-5-84,-1-4 1,-3-8 0,0-1 0,-3 0-202,-1-2 0,-5 1 0,-1 2 0,-4 1-88,-2 1 1,-3 2-1,0 4 1,0 0-213,0 1 0,0 0 0,-2 1 0,-1 2-360,-1-1 0,3 0 0,-1 3 0,-1 1-1137,1 2 0,1-2-792,-1 1 2506,1 2 0,4 3 0,1 3 0</inkml:trace>
  <inkml:trace contextRef="#ctx0" brushRef="#br0" timeOffset="1499">1262 132 8009,'0'-7'300,"0"0"452,0 0 1,-1 3-1,0 3-318,-2 2 0,0 5 0,2 6 0,-1 3-75,0 5 1,-1 5 0,0 2 0,-1 5-50,1 2 1,-1 2 0,1 2-1,-1 0-202,-1 0 1,1-5 0,0-2-1,-2-2-207,3-4 1,0 0-1,3-9 1,0-1-420,0-3 1,-3 0 141,1-3 1,0-3 0,3-6 167,1-4 0,-1-3 1,5-3-1,0-3 161,3-2 0,3-4 0,0 2 0,-1 0-63,0-3 0,1 0 0,2-1 0,3-2 90,1 0 1,-1 0-1,0 3 1,-2-1 62,1 3 1,-2 2 0,2 4-1,-4 4 248,-3 2 1,0 4 0,-1 4 0,1 4 153,0 2 1,-4 5-1,-2 4 1,-1 0 206,0 0 0,1 2 1,-3-1-1,0 0-47,0 1 0,-3-3 0,-1 0 0,-1 1-354,1-2 0,1 0 0,-1-5 1,0 0-387,1-1 1,1 1 0,0-1-3940,1 0 2232,1-5 0,1-1 0,1-3 1842,3 0 0,1-6 0,1-1 0</inkml:trace>
  <inkml:trace contextRef="#ctx0" brushRef="#br0" timeOffset="1800">1809 368 7908,'-6'-4'177,"-1"-2"0,-1 1 1,1 1 309,-2-1 1,1 4-1,-2-1 1,0 5 66,-2 3 1,2 8 0,-2 4 0,0 3 159,-1 2 1,-1-1 0,3 0 0,3-1-191,2-2 0,6-3 0,6-4 1,3-4-522,4-3 1,2-2-1,1-4 1,0-3-156,-3-3 1,3-1 0,-6 1 0,0 0 49,-4 0 0,-1 3 0,0-1 0,0 0-313,1 1 1,-3-1-1,1 2 1,0 0-1855,0 0 1,0-2 2268,4-1 0,-2 0 0,1 0 0</inkml:trace>
  <inkml:trace contextRef="#ctx0" brushRef="#br0" timeOffset="2015">1983 215 11733,'0'7'889,"0"0"0,-1 0 1,-1 4-1,0 2-244,1 2 1,-2 6 0,0 1 0,-1 2-190,1 2 0,-2-1 0,3 0 1,0-2-523,-1 0 0,2-2 0,-1-3 0,1-3-718,1-2 0,0-1 0,0-3 1,-1-1-4011,-1-2 4794,1 0 0,-5-6 0,2 3 0</inkml:trace>
  <inkml:trace contextRef="#ctx0" brushRef="#br0" timeOffset="2182">1830 430 8743,'1'-7'3311,"1"1"-2256,3 1 1,4 0-1,3 2 1,1 0-1080,4 0 1,0-2 0,5 3 0,0 0-1263,2-1 0,-2 1 0,-1 0 1286,0 1 0,-4-2 0,1-1 0</inkml:trace>
  <inkml:trace contextRef="#ctx0" brushRef="#br0" timeOffset="2566">2592 146 7921,'-4'0'-342,"-1"0"1,-1-1 205,0-1 0,2 1 0,-1-1 796,0 1 0,0 2 0,-1 1 1,2 3-223,1 4 0,-1 2 1,1 4-1,0 0-2,0 4 1,-3 3 0,3 2 0,0 1 8,0 1 1,0 2 0,2 0-1,-2-3-280,-1-3 0,0-1 1,-2-1-1,2-1-128,-1-4 1,1-2 0,0-2 0,0-2-1279,1 0 1,1-3 0,-2-3-1309,1 0 1,2 0 2548,-4-3 0,1-3 0,-3-1 0</inkml:trace>
  <inkml:trace contextRef="#ctx0" brushRef="#br0" timeOffset="2999">2295 416 7638,'-4'-7'-129,"0"0"1,4 0 661,0 1 1,4 1 0,0 2 0,3 1-210,2 0 1,3-3-1,4 2 1,3-1-329,4-1 1,4 1 0,4-1 0,0 0-420,2-1 1,0 0 0,-1 1 0,-3-1 42,-5 1 1,-5 2 0,-7 1 0,-3 1 56,-1 1 0,-4 4 0,-2 2 0,-1 4 323,-1 3 0,-1 0 0,-1 3 0,-2 2 490,-1 0 1,0 1-1,3 0 1,0-3 299,2-1 1,0 0 0,3-1 0,3-4-491,3-1 1,4-5 0,1-2 0,4-1-248,2-1 0,1-4 0,-1-3 1,1-4-175,0-2 1,-4 0 0,-1 1 0,-4 0-97,-2 0 0,-6-1 1,-1 1-1,-3 0 307,-3 0 1,-3 3-1,-7-1 1,-2 2 132,-4 2 0,0-3 0,1 1 0,1 2-225,3 0 1,0 1 0,1 0-1,1 0-1653,3 2 1,1 1 1654,1 2 0,0 3 0,0 1 0</inkml:trace>
  <inkml:trace contextRef="#ctx0" brushRef="#br0" timeOffset="3701">3299 90 7893,'1'-7'13,"1"-2"0,-1 1 0,1-2 463,-1 3 0,-1 4 55,0 3 0,0 4 0,0 5 0,0 5-1,0 1 0,-3 4 0,0 0 1,0 1 8,-3 1 1,3 0 0,-2 2-1,-1 0-88,0 2 1,-1-2 0,1 2-1,-3-1-255,0-2 0,2-3 1,-1-1-1,1-1-481,2-2 1,3-1 0,-2-2 0,1-3-1379,2-2 0,0-2-865,1 0 0,3-3 2528,2 0 0,4-4 0,2-3 0</inkml:trace>
  <inkml:trace contextRef="#ctx0" brushRef="#br0" timeOffset="4034">3514 257 7893,'-7'0'247,"0"0"1,2 0 0,0 3 0,-2 2 336,-2 4 1,0 0 0,0 4 0,0 2 47,0 3 0,3-1 0,1 2 0,2-1-212,2 2 0,8-4 0,3-2 0,5-5-297,3-3 0,2-1 0,1-3 0,-1-1-191,-2-2 0,2-4 0,-4-4 0,-1-1-216,0 0 1,-2-4 0,-2-2-1,-2 0-72,-4 2 1,-1-1-1,-4 0 1,-1-2 278,-2 2 1,-2 3 0,-4 1-1,-3 0 214,-3 0 1,0 5 0,-1 0 0,1 0-117,1 2 0,2 0 0,-1 3 0,2-2-679,1 2 0,4 1-357,4 2 0,2 1 0,3 2 1015,3 0 0,5 0 0,2 2 0</inkml:trace>
  <inkml:trace contextRef="#ctx0" brushRef="#br0" timeOffset="4349">3798 236 7893,'-7'0'25,"2"2"1,1 2-1,-2-1 773,-3 3 0,1 0 1,-3 4-1,0 4-277,0 4 1,3 0-1,-2 0 1,4 0 256,1 0 0,6 0 0,6-6 1,3 0-752,4-3 0,3-4 1,1-3-1,2-1-142,1-1 0,-4-3 0,0-2 1,-4-1-143,-1-4 1,-2 2 0,-3-4 0,-1 0-265,-1-1 1,-2 1 0,-3 1-1,0-1 380,0 1 0,-3-1 0,-3 2 0,-1 0 95,-2 0 0,-2 0 1,3 4-1,0-1-315,2 0 0,-2 0 0,4 3 0,-2 1-1691,2 0 2052,-2 2 0,5 1 0,-2 4 0</inkml:trace>
  <inkml:trace contextRef="#ctx0" brushRef="#br0" timeOffset="4782">4089 90 7954,'-7'0'0,"0"0"601,0 0 1,1 1 263,1 1 1,2 3-1,3 4 1,0 3-117,0 1 0,0 3 0,0 1 1,0 2-50,0 2 0,-1 0 0,0 3 1,-2-1-274,-1 0 0,0 2 0,-3-2 0,2-3-561,0-4 0,1-1 0,0-4 0,1-1-1076,0-3 286,2-3 0,-3-2 0,4-4 0,0-3 300,0-1 1,4-2-1,1 0 1,1-2 512,0-1 1,1 0 0,0-4 0,-2 2 94,0-1 0,-1 0 0,3 1 0,0-1 12,0 3 0,0-2 1,0 4-1,1 2 287,1 1 0,-2 3 1,2 3-1,0 1 221,0 4 1,0 4 0,2 6 0,-1 3 353,-2 0 1,0 1-1,-2-2 1,-1 0-344,0 0 1,-1-1-1,2-4-662,-2-1 1,0-2 197,0 0-51,-1-4 0,-6-5 0,0-4 0</inkml:trace>
  <inkml:trace contextRef="#ctx0" brushRef="#br0" timeOffset="4931">4131 284 7954,'-1'-4'322,"-1"-1"1,0 0 585,1-2 1,-1 1 0,4 0 0,0 0-213,2 2 1,2 1 0,2-1-1,1 1-840,0 2 1,4-1 0,1 1 0,3-2-915,3 2 1,2-1-1,1 1 1,2-1 1057,2 0 0,1-2 0,0 0 0</inkml:trace>
  <inkml:trace contextRef="#ctx0" brushRef="#br0" timeOffset="5250">4782 28 7954,'-3'-7'136,"1"0"1,-2 1 700,-2 1 0,-1 2 1,-1 4-226,-1 1 0,-2 3 1,3 4-1,-2 3-111,-1 1 0,2 1 1,-2 1-1,0 0 32,1 1 1,1 3 0,0 0 0,1 1-142,1 0 0,3 1 1,0 1-1,0 0-71,3 1 0,-2 1 0,1-2 0,0-1-460,1-4 1,1-1-1,-2-4 1,0 1-2005,0-2 1,1-3-666,-1-1 0,0-3 2808,-2-4 0,-2 0 0,0 0 0</inkml:trace>
  <inkml:trace contextRef="#ctx0" brushRef="#br0" timeOffset="5915">4456 243 7954,'7'-7'685,"-3"0"0,1 0 0,1 0 138,0 0 0,1 2 1,3 1-1,4-1-754,4 2 1,3-1-1,3 2 1,3 0-411,5 1 0,-1-1 0,-1 2 0,-3 0-267,-1 0 0,-4 0 0,-5-1 0,-1 0-431,-3-1 1,-2-1 0,-4 3 898,0 0 0,-3 1 1,-2 2 378,-1 5 0,-4-1 1,-2 4-1,-1 2 161,-1 0 0,1 3 0,-2 1 0,2 1 623,2 1 1,-2 0-1,4 0 1,1-3-247,0-1 0,4-4 1,2 0-1,3-2-510,4-3 1,1-2 0,1-4-1,3-1-210,2-1 1,0-3 0,1-3-1,-1-2-137,-3-1 1,-2 0-1,-3-3 1,-2 0-624,0 0 0,-6 0 0,0 0 0,-3 1 422,-3-2 0,-3 2 0,-6-1 0,-1 2 418,-1 1 0,2 0 1,2-1-1,-1 1 242,3 1 0,4 3 1,2 3-232,4-2 1,2 3-1,5 1 1,3 4 25,1 3 1,2 2 0,0 1 0,1 2 306,-1 1 0,0 3 0,-1 4 0,-1 1 124,-1-1 1,-3 0 0,-1 1 0,-1-1-22,-1-1 0,-2-1 0,-1-2 0,-1-1-445,1-1 0,0-3 0,-5-3-2525,0-1 1207,1-2 0,-4-6 1,3-2 799,0-1 1,1-1 0,1-3 0,0-1 479,0-3 1,3 1-1,0-1 1,0 0 123,0 1 0,2-4 0,-2 1 1,1 1-30,1 0 1,1 2 0,1 1 0,1 1-371,1 1 1,1 0 0,2 3 0,-1 1-520,-1 2 1,2 1 0,-1 3-1,1 0-795,-1 0 0,-3 1 1488,-1 1 0,0-1 0,-3 2 0</inkml:trace>
  <inkml:trace contextRef="#ctx0" brushRef="#br0" timeOffset="6115">5398 194 10452,'0'-3'-599,"3"0"599,-2 3 0,2 3 0,-3 0 0</inkml:trace>
  <inkml:trace contextRef="#ctx0" brushRef="#br0" timeOffset="6231">5370 333 8258,'-3'7'1790,"3"0"25,-3-1 1,3 0-1357,3-2 1,0-2 0,5 0-1677,-1-1 1217,-1-1 0,1 0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23.652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4 334 8192,'-3'-4'1478,"3"0"-970,4 1 1,5 3-1,4-3 1,2 3-344,3 0 0,3-1 0,1-1 0,3-1-375,2 0 0,0-2 0,5-2 1,3 0-910,4 0 0,0 0 1119,8 1 0,-4-5 0,2 1 0</inkml:trace>
  <inkml:trace contextRef="#ctx0" brushRef="#br0" timeOffset="801">843 278 9042,'0'-4'406,"0"-1"1,0-1-256,0 0 0,0 0 1,0-1 31,0-1 1,-1 2-1,-1-1 1,-3 0-248,-2 0 1,1 3 0,-2 2 0,-1 1 100,-3 1 1,2 3 0,-2 3 0,0 5 154,-2 5 1,1 7-1,0 5 1,1 3 108,3 3 0,2 1 0,2-1 0,3-2-114,4-2 0,5-7 0,5-6 1,1-4-262,1-6 1,2-4 0,0-3 0,0-3-63,-2-4 0,2-4 1,0-5-1,0-3-273,-2-1 1,2-1-1,-2-2 1,-1-1 172,-3 0 1,-1-2 0,0-2 0,-2 1 188,0 0 0,-1-1 0,-5 0 0,2 0 2,-1 1 0,1-3 0,-1 2 0,0 2 125,-2 1 1,0 5 0,0 5 78,0 2 1,0 9 0,0 8 0,0 6 160,0 6 1,-3 4 0,0 4 0,-3 0 67,2 0 0,-1 3 1,-1 0-1,-1 0-70,-1 1 1,2 1-1,-1-4 1,0 1-319,0-1 0,0 0 0,1 0 0,1-3-114,3-2 1,-1-4 0,1-2 0,0-1-616,2-1 1,0-2 0,0-3-114,0 0 1,0-2 0,3-2 0,1 0-337,2-1 0,1-1 1178,0-1 0,3-3 0,1-1 0</inkml:trace>
  <inkml:trace contextRef="#ctx0" brushRef="#br0" timeOffset="999">1036 264 7963,'0'-2'928,"0"4"0,0 6 1,-1 8-1,-1 3-496,-2 0 1,-2 2 0,-1 1 0,1 1-458,1-1 0,-1 1 0,2-4 1,0-2-632,2-2 1,1-1 0,1-4 655,0-2 0,3-1 0,1 1 0</inkml:trace>
  <inkml:trace contextRef="#ctx0" brushRef="#br0" timeOffset="1166">995 202 7802,'-1'-7'-75,"-1"0"0,1 0-54,-1 0 1,2 3 0,3 3-824,4 2 952,-1 3 0,5 3 0,-4 0 0</inkml:trace>
  <inkml:trace contextRef="#ctx0" brushRef="#br0" timeOffset="1485">1355 126 7815,'-3'-10'291,"-2"1"1,2-1 0,-2 2 52,0 2 1,-2 3 0,0 1 0,0 1-15,-2 1 0,1 2 0,-2 2 0,1 5-26,-1 4 1,-1 4-1,2 1 1,-1 3 48,0 3 1,3 0 0,-4 4 0,2 1-23,0 1 0,3 3 0,0-3 1,2 0-191,0-2 1,-1-4 0,3-1 0,0-5-603,1-4 0,1-3 0,0-4-1286,0 0 1,0-4-1965,0-3 3711,0-3 0,0-4 0,0 0 0</inkml:trace>
  <inkml:trace contextRef="#ctx0" brushRef="#br0" timeOffset="1649">1078 341 7764,'4'-3'765,"-2"-2"0,-1-2 0,0 1 0,0 1-303,1 1 1,4 1-1,0 0 1,2 0-618,3 1 0,3-2 0,3 2 0,4 0-827,4-1 0,2 1 0,1-1 982,2 0 0,-1-6 0,1 1 0</inkml:trace>
  <inkml:trace contextRef="#ctx0" brushRef="#br0" timeOffset="1883">1570 84 7767,'-7'-4'-360,"-1"1"0,0 1 0,-1 0 930,0 0 1,-2 2 0,1 3 0,-2 3 136,1 3 0,2 6 1,-3-1-1,0 4-176,1 4 0,1 1 1,1 5-1,0 2-188,0 3 1,3 1 0,0 0 0,3-3-379,-1-3 1,2-4 0,2-6 0,0-2-705,0-4 0,-1-2-630,-1-3 0,0-3 1369,-2-2 0,-1-1 0,-2-1 0</inkml:trace>
  <inkml:trace contextRef="#ctx0" brushRef="#br0" timeOffset="2032">1286 396 7919,'4'-7'345,"2"0"0,-2 0 0,1 1 226,-1 2 1,3-2-1,3 3 1,3 0-487,1 0 0,3 0 0,-1 3 0,2 0-465,3 0 0,2 0 0,-1 0 380,-2 0 0,4-3 0,-2 0 0</inkml:trace>
  <inkml:trace contextRef="#ctx0" brushRef="#br0" timeOffset="2350">1799 236 9647,'-5'4'591,"0"4"1,3 0 0,-3 5-1,0 5-60,-1 1 1,-1 2 0,0 2-1,0 1-449,0-1 0,1 0 0,1-6 0,3 1-1190,1-5 0,-1 1-1438,0-5 2546,2-3 0,1-3 0,2-3 0</inkml:trace>
  <inkml:trace contextRef="#ctx0" brushRef="#br0" timeOffset="2499">1764 209 7753,'0'-7'176,"0"0"55,0 0 0,0 0 0,0 1-234,3 1 1,1 2-1,3 4 1,0 1 2,-1 0 0,2 3 0,-1-1 0</inkml:trace>
  <inkml:trace contextRef="#ctx0" brushRef="#br0" timeOffset="3020">1930 278 7753,'-3'-3'351,"2"-3"728,-4 3 0,3 1-713,-3 2 0,4 3 1,-2 2-1,1 2-85,0 2 1,1 2 0,-1 3 0,1-1-54,-2 2 0,2 0 0,-3 3 0,0-1-106,1-1 0,0 2 0,-1-3 0,0 1-201,0-1 0,3-3 1,-1-3-1,0-1-405,0-1 0,2-1 127,0-1 1,3-3 0,4-4 0,1-3 80,1-1 0,-1-4 0,3 1 0,-1-2 318,-2-2 1,1 3 0,0-2-1,0 0-78,-1-1 0,0-2 1,0-1-1,0-2 115,1 0 1,1 0 0,-4 1-1,2 2 210,2 0 0,-2 2 0,2 1 0,1 4-248,-3 3 0,0 2 0,-2 4 0,1 4 286,-2 4 0,0 4 0,-3 1 0,-1 2 200,-3 2 1,-1 3 0,-2-1 0,1-1-138,-2-1 0,0-3 1,0 2-1,0-3-188,2 0 1,2-3-1,-3-1 1,2-3-1844,2 0 0,-1-1-81,0-1 0,2-2 0,0-3 1722,4 0 0,2-3 0,1-1 0</inkml:trace>
  <inkml:trace contextRef="#ctx0" brushRef="#br0" timeOffset="3649">2582 167 7730,'-3'-4'-13,"1"-1"424,0-1 0,-2 3 87,0-2 1,-2 4 0,-1-2 0,0 3-103,0 0 1,-1 3 0,-1 2 0,-3 4 2,0 2 1,-5 6 0,1 1 0,-2 3 139,1 2 0,1 2 1,3 2-1,2 0-293,5-2 0,2-1 0,5-4 0,1-2-461,2-1 0,5-7 0,4-2 0,2-5-533,4-2 0,0-1 0,3-1 0,1-1-371,0-4 0,0-2 0,-3-2 1119,1-1 0,0-3 0,0-4 0</inkml:trace>
  <inkml:trace contextRef="#ctx0" brushRef="#br0" timeOffset="3934">2748 174 7730,'-12'0'164,"0"0"0,3 3 0,-2 3 1,-2 2 542,1 4 1,-3 2 0,3 2 0,0 2-21,3 3 0,2-1 0,2 1 0,3-1-343,1-2 1,5-1 0,3-7-1,3-2-264,4-2 1,-1-5-1,2 1 1,-2-2-180,1-2 0,-2-4 0,0-4 1,-1-1-271,-1-2 0,0 1 0,-5-3 0,-3 2 108,-1-1 0,-1 0 1,-2 1-1,-2-1 36,-2 3 1,-4-3 0,1 4 0,-2-1 30,0 2 0,-1 0 0,2 1 0,0 1-1612,0 1 1014,0 3 0,7 0 0,3 3 792,4 0 0,6 3 0,0 1 0</inkml:trace>
  <inkml:trace contextRef="#ctx0" brushRef="#br0" timeOffset="4199">2921 98 7730,'0'-9'461,"0"0"1,0 0 0,-1 2 460,-1 2 0,1 1-321,-1 4 0,-1 2 0,1 8 0,0 2-111,1 3 1,1 3-1,-2 3 1,-1 1-107,-1 0 0,1 0 0,-1 1 0,-1-1-195,2-2 1,-3 3 0,0 1 0,0-3-264,0-2 1,0-2-1,0-4 1,1 0-2047,0-2 652,2-6 1,3 2-1,4-8 1,3-2-1023,0-4 2490,0 0 0,2-6 0,3 2 0</inkml:trace>
  <inkml:trace contextRef="#ctx0" brushRef="#br0" timeOffset="4782">2997 195 8086,'-6'1'766,"-2"1"0,1 3 0,1 4 0,2 3-126,2 0 1,-1 6-1,0 0 1,1 2-368,1 1 1,4-1 0,3-2 0,2-1-338,1-3 0,1-4 0,-1-3 0,2-4-115,0-2 1,1-1 0,-2-2 0,0-1-54,0-4 0,1-5 1,-1 0-1,-2-3 31,0-1 1,-3 0 0,-1 2-1,-1 0 304,-2 0 0,0 0 0,-2 1 0,-1-2 55,-2 2 1,-4 2 0,0 1 0,-2 2 25,-1 1 0,2-2 0,-2 5 0,0 0-123,1 2 0,1 1 0,0 1-69,1 0 0,4 3 0,3 1 0,2 1 53,4 0 0,2-3 1,2 2-1,3 0 170,4-1 0,1 1 0,2 1 0,-1 0 60,2 1 1,-3 0-1,-1 1 1,0 2 119,-2 0 0,1 3 0,-6 0 0,-2 1 66,-1 1 1,-1 0-1,-2-1 1,-2 2-303,0-2 0,-3-2 1,-1-2-1,1-2-649,-1-2 1,1 1 135,-3-4 0,4-3 1,-2-3-1,1-4 95,-1-1 0,1-1 0,3-5 1,0 2 134,2-1 1,2 0 0,-1-1-1,3 0 239,0-1 1,0 0 0,0 2 0,3 0-5,1 0 1,3 3-1,-2-1 1,0 3-55,0 0 0,0 4 0,1 1 1,-2 1-70,-2 1 1,0 1 0,-3 1-620,1 0 1,-2 0-1,-1 1-1047,2 1 1,-2-1 0,0 1 1677,2-1 0,0 3 0,1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2.086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24 35 7779,'-7'0'-103,"1"0"748,-2 0 0,5 0 0,3 0-158,4 0 0,6-3 0,4 1 0,4 1-75,1 0 0,3 1 1,1 0-1,0 0-165,-1 0 1,-1 0 0,0 0-1,1 0-171,1 0 0,-2 0 0,0 0 1,-2 0-164,-2 0 0,1 0 0,-2 0 0,0 0-134,-2 0 1,-3-1 0,-2 0 0,-1-2-94,-1-1 0,-3 2 57,-2-3 0,-2 1 0,-2-1-1114,-2 3 1371,0 1 0,-2 4 0,2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2.918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145 144 7766,'0'-8'-272,"0"4"1,0-1 721,0 0 0,-1 2-133,-1 1 1,-2 1 0,-3 1 0,-2 1-92,0 1 0,-1 2 0,0 5 0,-1 4 3,-3 2 0,2 4 1,0 4-1,0 2 52,3 2 0,0 1 0,2-1 0,2-3-97,3-3 1,4-3 0,4-5 0,3-2-105,5-1 0,3-5 0,3-4 0,2-2-119,1-4 0,-1-5 0,1-1 0,-2-3-162,-3-2 0,-1 0 0,-4-3 0,-1-1 56,-3 0 1,-4 2 0,-3-1 0,-2 1 7,-2 1 1,-5 1-1,-5 2 1,-1 1-38,-1 1 1,0 2 0,-2 2-1,1 0-15,2 2 0,0 4 1,3 0-1,2 1-511,0 1 0,5 1 1,1 1 699,4 2 0,4 2 0,5 1 0</inkml:trace>
  <inkml:trace contextRef="#ctx0" brushRef="#br0" timeOffset="384">297 164 7803,'-3'-4'302,"2"0"0,-2 3 895,0-1 1,2 0-741,-4 4 0,4 5 0,-1 6 0,1 1-199,1 3 0,0 4 0,0 0 1,0 1-208,0 2 1,-1-3 0,0 2 0,-2-3-67,1-1 0,1-4 0,1 0 0,-2-3-283,0-3 1,-1-4 178,1-2 1,1-3 0,-1-3 0,1-2 157,1-4 1,1 1 0,0-4 0,2 0 104,1-1 1,-2-1-1,2 0 1,0 0-119,0-3 0,-2 5 0,3-1 0,0-2-84,1 0 1,-1 0 0,1 0 0,0 2-379,3 2 0,3 1 0,-1-1 0,1 2-415,2 0 1,-2 2-1,5 2 1,-2 2 850,1 0 0,-2 3 0,4-3 0</inkml:trace>
  <inkml:trace contextRef="#ctx0" brushRef="#br0" timeOffset="919">609 185 7789,'-2'-7'0,"-1"0"374,-1 0 1,2 2 0,-3 1 291,-1-1 1,0 2-1,0 0-308,-1 3 0,-1 0 1,2 0-1,-1 3-153,0 4 0,-3 1 0,1 6 1,-2 1-73,-2 2 0,4 0 0,0 3 1,3-2-164,4-2 0,1 0 1,1-5-1,1-2-166,1 0 1,4-3-1,2-2 1,2-2 26,1-1 0,-1-2 0,2-1 0,0-2 158,-3-2 0,0 0 0,-1 0 0,-1 2 230,-1 1 0,0 1 0,-1 5 0,-1 2 360,-1 4 0,-3 2 1,2 6-1,-4 1 140,-2 5 1,-3 2-1,0 2 1,-2 1-296,-3 0 1,-1-3 0,-1-3 0,2 0-239,-2-1 0,1-4 1,-3-1-1,-1-4-475,-2-2 1,2-5 0,-2-1 0,0-1-261,2-2 1,-1-1-1,3-1 1,-2-2-417,2-1 1,3-1 0,3-2 0,2 0-158,-1 0 1,4-1 0,0-3-1,1-3 1122,2-1 0,3-2 0,2-1 0</inkml:trace>
  <inkml:trace contextRef="#ctx0" brushRef="#br0" timeOffset="1400">789 234 7757,'0'-8'0,"0"1"-33,0 1 1,0-1 0,0-1 0,0 2 710,0-1 0,0 2 0,0 1-323,0-2 0,-1 3 1,-1 1-1,-2 1-127,-2 1 0,-2 0 0,1 1 1,-2 1 81,-3 3 0,-2 4 0,-1 3 0,-2 4 22,-1 2 1,3 2-1,-1 1 1,4-1-72,3-2 1,1 0 0,2-3-1,1-1-100,3-4 1,5-2 0,3-3 0,3-3-112,2-1 0,0-1 1,2 0-1,-3-1-146,0-1 0,3-2 0,-3-1 0,1 1-680,-2-2 0,1 0 0,0-1 0,1 0-251,1 0 1,-1 1 0,0-3 0,-1 1 1026,2-1 0,-4-4 0,2 3 0</inkml:trace>
  <inkml:trace contextRef="#ctx0" brushRef="#br0" timeOffset="1800">872 178 9879,'-3'7'1518,"0"0"1,2 3-1091,-1 1 1,0 3 0,-2 2 0,1 0-294,1-1 0,-1 2 0,1-2 0,0 0 82,2-3 0,-3-3 1,1 2-871,1-1-103,0-4 1,1-6 0,0-5 0,1-1 529,1-1 1,2-3 0,2-1 0,1 0 213,-2-1 1,1-1 0,-1-4 0,2 1 7,3-1 1,0 3 0,-1-3 0,3 4 111,1 1 1,1 0 0,-1 2 0,2 2 250,-2 0 0,1 5 0,-2 0 0,-2 3 59,1 0 1,-3 5-1,-4 2 1,-1 3 8,-3 3 1,0 0-1,0 2 1,-2 0-97,0 1 1,-3 2 0,0-1 0,-1-2-368,-1 0 0,2-3 0,1 1 0,-1-2-949,1-1 0,1-2 0,1-2-3216,-1-2 3415,1-2 1,2 0 0,1-4 0,0-3-539,2-1 1324,2-1 0,2-3 0,4-1 0</inkml:trace>
  <inkml:trace contextRef="#ctx0" brushRef="#br0" timeOffset="1949">1122 164 7755,'7'-2'183,"0"-1"0,-1 1 0,1 3 276,-2 1 1,-2 3 0,-3 5 0,0 3 225,0 3 0,0 2 0,-1 1 1,-1 1-250,0 1 1,-3-3-1,2 0 1,0-2-1492,0-2 0,1-2-215,2-3 1270,0-2 0,0-4 0,0-3 0</inkml:trace>
  <inkml:trace contextRef="#ctx0" brushRef="#br0" timeOffset="2066">1157 164 7757,'0'-10'37,"0"3"0,0-3 589,0 2-545,0 2 0,3 2-81,1 2 0,2 1 0,2 1 0</inkml:trace>
  <inkml:trace contextRef="#ctx0" brushRef="#br0" timeOffset="2588">1260 185 7783,'-7'0'102,"1"0"0,-3 0 0,-1 0 1136,2 0 1,0 1-516,1 1 1,4-1 0,3 1-493,4-1 0,5-2 0,3-1 0,4-1-222,2 0 0,4-2 1,2-1-1,0 0 69,0 2 1,-1 0-1,-3-1 1,-1 1-216,-3 1 1,-2 1 0,-3 2-2,-2 0 0,-4 3 1,-2 1-1,-4 2-12,-4 1 1,-1 3-1,-5 2 1,-1 3 70,-1 1 0,-1 1 1,0-2-1,0 2 187,0-2 0,1 0 0,1-2 1,3 1 200,2-3 0,1 2 0,0-4 1,2-1 70,1 0 0,1-3 1,3-1-1,1-1-340,2-2 0,4 0 1,0-1-1,2 0-273,1 0 0,0-2 0,4-1 0,0-1-600,2-2 0,-1 0 0,-3-1 1,-1 0-711,-1 0 1,1-2 1542,-1 0 0,2-4 0,-2 3 0</inkml:trace>
  <inkml:trace contextRef="#ctx0" brushRef="#br0" timeOffset="2951">1690 171 7783,'0'-7'0,"1"1"0,0 1 0,1 0 332,0 0 1,-1 0-1,-1 1 340,0-1 1,-1 2-375,-1 0 1,-4 3-1,-4 0 1,-1 3 65,-1 4 1,-2 1 0,0 4 0,-2 0-107,0 1 1,2 1 0,4 0 0,2-1-156,2 2 1,3-5-1,1-1 1,2-1-125,2-1 0,3-3 0,4-2 0,0-1-22,3-1 1,-3-1 0,1 0 0,0-2 489,-4-1 0,1 2 692,-3 0-1370,2 1 1,-1 4 0,0-1-466,0-1 0,1 2 0,1 0 0,0-2-851,0 0 1,1-4 0,0-2 1546,2-1 0,2-1 0,-1 0 0</inkml:trace>
  <inkml:trace contextRef="#ctx0" brushRef="#br0" timeOffset="3182">1842 26 7783,'0'-8'0,"1"2"2018,1-1-1468,-1 3 0,3 4 1,-5 5-1,-1 4 62,-1 6 1,0 0 0,1 5 0,-2-1-23,-2 2 0,1 1 1,1 3-1,-2 0-220,0-1 1,1-2 0,1 1-1,1-1-556,-1-1 1,2-4 0,-1-1 0,0-4-1344,1-3-186,0-4 1,2-2 0,0-6-1361,0-2 3075,0 2 0,3-6 0,1 2 0</inkml:trace>
  <inkml:trace contextRef="#ctx0" brushRef="#br0" timeOffset="3450">1760 171 8415,'4'-3'512,"1"-2"0,-3 1 1,2 0-1,2-1-29,0 2 1,1-1 0,1 2-1,1-1-282,3 2 0,0-2 0,2 1 0,-2 0-106,-1 1 1,1 2 0,2 1 0,-1 3 7,-2 2 0,-1-1 0,-3 2 1,-3 1 260,-1 3 1,-3 1 0,0 2 0,0 0 96,0 1 1,-3 2 0,-2-1-1,-3 0-305,-1-3 1,1 2-1,2-6 1,1 1-1561,0-1 1,1-4-2072,0-1 3475,2-2 0,-1-3 0,3 0 0</inkml:trace>
  <inkml:trace contextRef="#ctx0" brushRef="#br0" timeOffset="3599">1940 123 7783,'0'-7'67,"3"-1"0,-3 2 0,3 0 0,0 0 221,-1 2 1,1 2 0,-1-1-357,3 3 0,-1 0 0,1 0-533,0 0 1,1 0 600,1 0 0,0 3 0,0 1 0</inkml:trace>
  <inkml:trace contextRef="#ctx0" brushRef="#br0" timeOffset="4249">2071 129 7657,'-4'1'791,"1"1"-48,0 0 0,2 1 1,-1-1-1,1 3-352,-2 1 1,2 3 0,-4 1 0,2 2-273,2 2 1,-1 1 0,1 3-1,-1-1-2,0-1 0,2 0 0,2 0 0,2-3-86,0-4 1,3-1 0,-3-3 0,2-1-241,1-1 1,0-1 0,0-3 0,-1-2-46,-1-3 1,1-1 0,-3-4 0,3 2-60,-2 0 0,-2-3 0,0 0 0,-1 0 248,-1 0 1,0 0 0,0 0 0,0 1 228,0-1 1,0 2 0,0-2 0,0 2-21,0 0 0,0 3 1,2-3-1,1 3-51,1 3 1,-2-2 0,2 4 124,2 1 1,0 3 0,0 2 0,0 2 168,1 1 1,-2 4 0,3 0-1,0 3 145,0 2 1,-2 0-1,-3 1 1,0 1-234,-1-1 0,1 0 1,-1 1-1,0-3-271,-2-1 0,-2-1 0,0-4 0,0 0-757,-1-2-34,2-3 1,-2-2 0,3-4 0,0-3 239,0-1 0,3-2 0,1 0 0,2-2 424,1-1 1,1 0-1,-2-3 1,2 0-26,2 0 0,-1-3 0,3-1 0,0 0-37,0-1 1,2 4 0,-1-1-1,0 2 227,-1 2 1,0 6-1,-2 3 1,-2 3 446,0 0 1,-2 3-1,-1 4 1,-3 4 210,-1 2 0,-1 1 0,0 1 0,0 0-64,0 1 0,-1 3 0,0-3 1,-2-1-453,1 0 0,-1-3 1,0-2-1,0 0-628,0-1 0,1-2-3788,2 0 1709,-3-3 1,2-2-407,-1-4 2905,-2 1 0,3-5 0,-2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8.869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200 279 7870,'4'-3'-40,"0"1"0,-3-2 134,2-2 1,1 0 0,-2 0 156,0-2 1,1 4 0,-1-1 0,0 0-5,-2-1 0,1-1 0,1 2 0,0 0 21,0 0 1,-1-1 0,-2-1 0,-2 2-114,-1 1 1,-2 0 0,-2-1 0,-1 3-137,-3 1 0,-1 2 1,-4 2-1,-2 3-13,0 2 1,-2 8 0,0 0 0,1 3-16,2 2 1,0 0 0,6 0 0,3-1-9,5-1 0,6-4 0,6-3 0,4-3-87,6-1 0,5-4 1,-1-3-1,1-2 19,-1-4 1,-4-1 0,-3-1-1,-1-1 240,-5-1 0,-1 2 0,-6-3 338,0 2 0,-2 2 7,-2 2 0,0 1 0,-2 4-369,1 1 1,-1 2-1,2 2 1,0 1-474,1 1 0,-1-4 0,0 1-702,0 0 0,4 1 0,1 1-274,1-3 1,-2 0 1317,2-2 0,1-1 0,2 2 0</inkml:trace>
  <inkml:trace contextRef="#ctx0" brushRef="#br0" timeOffset="499">317 182 7956,'5'-7'309,"-3"0"0,-1 0 1784,-1 0-1658,0 3 1,-1 3 0,0 5-1,-2 3-196,1 4 0,-1 1 0,1 3 0,0 2-152,-1 1 0,1-1 1,-2 3-1,1-2-120,2-2 0,-1 3 0,1-3 0,-1-1-208,-1 0 1,3-2 0,-1-2 22,-1-1 0,1-4 1,-1-4 123,1-4 0,1-4 0,1-4 0,1-1 45,2-2 0,3-2 0,0 0 0,0-2 7,3-1 0,-2 2 0,4-2 0,0 2-12,1 0 1,2-1 0,0 1 0,2 1 44,-2 3 0,0 2 1,-2 3-1,1 1 170,0 1 1,-3 2 0,-2 3 0,-2 1 112,-3 1 0,2 3 0,-4 4 0,0 1 118,-1 0 0,-1 1 0,0 1 0,-1 0-142,-2 0 0,0 1 1,-2 1-1,0-1-254,0-1 1,1 1 0,1-3 0,-1 2-143,2 0 1,-1-3-1,1 0 1,0-2-909,-1 0 0,2-3-2198,-1 2 1921,1-5 0,2 2 1331,1-3 0,2-6 0,3-2 0</inkml:trace>
  <inkml:trace contextRef="#ctx0" brushRef="#br0" timeOffset="950">657 237 7952,'0'-6'148,"-1"-1"1,0-1-1,-1 2 204,0-1 1,-1 2 0,0 2 0,0-2-69,-1 1 0,-1 3 0,1-1-66,-2 1 0,-2 4 0,-1 2 1,0 4-10,1 2 1,0 5-1,2 1 1,0 1-70,2 1 1,2 1 0,0 0 0,1-1-158,1-4 0,1-3 0,1-1 1,4-3-82,2-2 0,3-4 0,3-1 1,2-5-84,0-5 1,3-3 0,-4-3 0,2 0-31,0-1 1,-3-4 0,1 2 0,-4-2 216,-1-1 0,-1 3 0,-2-1 0,-1 0 63,-1-1 1,-2 2 0,-3 3 0,0 0 257,0 1 1,-1 4-14,-1 3 0,-2 4 1,-2 6-1,1 4 23,0 4 1,1 2-1,-2 3 1,2 0-27,-1 0 1,1 1 0,0 1-1,1-1-272,1 0 0,-1-2 0,1-2 1,0 1-440,1 0 1,1-1 0,0-1-1,0-3-747,0-2 0,3 1 0,2-2 0,2-2 1147,-1-2 0,1-1 0,0-1 0</inkml:trace>
  <inkml:trace contextRef="#ctx0" brushRef="#br0" timeOffset="1315">1115 120 7841,'-7'0'66,"-1"-1"0,2-1 0,-1 0 376,0 1 1,0 2 0,1 3 0,0 1 82,2 3 1,2 4-1,0 0 1,1 3-119,1 0 1,0 4 0,0-2-1,1 1-172,1 1 1,-1-2-1,1-1 1,-1-2-280,-1 1 1,-3-5-1,-2 0 1,-3-3-373,-1-3 0,-3-1 0,0-3 0,-2-1 53,-2-1 1,1-2 0,0-2-1,3-3 1,2 0 0,2 2 1,2-3-1,2 2-176,2-1 1,2 1 0,3-1 0,3 1 537,5 1 0,5-3 0,2-1 0</inkml:trace>
  <inkml:trace contextRef="#ctx0" brushRef="#br0" timeOffset="1564">1211 30 7841,'0'-7'0,"0"-1"553,0 2 0,0 0 13,0 4 0,0 8 0,0 9-240,0 2 1,0 2 0,0 4 0,-2-1 36,0 1 1,-3 1 0,2 0 0,0 0-117,-3-1 0,2 0 1,0-2-1,0-1-379,1-2 0,1 1 1,0-5-1,0-1-455,0-2 0,1-2-1286,-2-2 1,3-4 1872,0-3 0,-3-3 0,-1-4 0</inkml:trace>
  <inkml:trace contextRef="#ctx0" brushRef="#br0" timeOffset="1781">1108 182 8901,'0'-7'1171,"1"1"0,0 1-920,1 0 1,6 3 0,-1 0 0,4 1-378,1 1 0,4-2 0,0 0 0,2 0-401,1 1 0,0 1 1,0 0-1,-3 0-328,-1 0 0,-2 0 1,1 0 854,-3 0 0,2 0 0,-2 0 0</inkml:trace>
  <inkml:trace contextRef="#ctx0" brushRef="#br0" timeOffset="2216">1357 147 7848,'-4'-3'851,"-1"2"1403,3-4-1701,-1 4 1,3-1-1,0 5 1,0 3-48,0 2 1,3 5-1,-1-1 1,-1 2-163,0 2 0,-1 4 1,0-2-1,0 2-174,0 1 1,-1-3 0,0 0-1,-2-1-155,-1-2 0,2 0 1,-1-2-844,0-2 612,2-3 0,-2-8 1,4-6-1,0-2 172,2-1 0,1-3 0,0 1 0,0 0 60,1-1 0,-1 1 0,0-4 1,1 2-171,2-1 0,0 2 0,0 1 0,-1-2-172,-2 1 1,5-2 0,-2 2 0,0 2-103,1-1 1,-1 0 0,0 2 0,0 1-160,0 2 1,0 1 0,0 3 0,0 0-583,-1 2 1,2 0 1168,-1 0 0,-1 3 0,1 0 0</inkml:trace>
  <inkml:trace contextRef="#ctx0" brushRef="#br0" timeOffset="2632">1544 189 7864,'-7'0'969,"0"0"-431,0 3 1,1 1-1,0 3 1,3 0-82,0 2 0,-2 0 0,3 3 0,0 0-251,2 1 0,0 1 1,0 0-1,0-1-108,3 2 0,-2-5 0,4 0 0,0-3 6,2 0 1,-1-3 0,1-2 0,1-1-87,1-1 1,-1-3-1,1-2 1,-2-1 52,1-3 0,-1 0 1,-1-2-1,1 0 8,1 0 1,-2 3 0,-1-2 0,-1 1-134,2 0 0,-2-3 1,1 2-1,-1 0-452,0 0 0,1 1 1,-2 2-1,0 0-1006,0 0 1,2-2-1387,-2 0 2898,-1-1 0,1 3 0,1 0 0</inkml:trace>
  <inkml:trace contextRef="#ctx0" brushRef="#br0" timeOffset="2949">1772 175 7852,'0'-7'380,"0"0"556,0 0 1,0 1-207,-3 2 1,2 1-376,-4 3 0,1 3 0,-3 2 0,0 2-33,0 3 0,0 2 0,0-1 1,0 4-48,0 0 0,0 1 0,1 2 0,2-1-137,2-2 1,1 0 0,1-1 0,0-1-201,0-1 1,1-3 0,1-3 0,3-1 47,3-3 1,1-1-1,2-2 1,-1-1-902,2-3 1,-3-3 0,2-2 0,2 1 914,-1 0 0,3-3 0,-2-1 0</inkml:trace>
  <inkml:trace contextRef="#ctx0" brushRef="#br0" timeOffset="3214">1960 36 7852,'-1'-6'0,"0"-1"214,-2-1 0,0 2 344,0 2 0,3 2 1,-3 4-1,2 3-49,-1 4 0,0 2 1,-2 3-1,-2 2-109,0 3 0,1 1 1,1 1-1,-2 0-94,0-1 0,2 1 0,-1 0 0,0-1-174,1-2 0,1-1 1,1-4-1,0-1-247,0-3 0,2 1-3083,0 0 1647,0-4 1,0-4 0,0-4 1550,0-3 0,-3-5 0,-1 0 0</inkml:trace>
  <inkml:trace contextRef="#ctx0" brushRef="#br0" timeOffset="3397">1800 196 7852,'0'-7'435,"1"1"0,0 0 1,3 3 218,0 0 1,1-2 0,3 1 0,2 1-279,1 0 0,1-1 0,4 2 1,0 0-765,0 1 0,-2 1 1,0 0-1,0 0-809,0-3 1,-1 3-1,-1-3 1197,0 3 0,-4-3 0,2-2 0</inkml:trace>
  <inkml:trace contextRef="#ctx0" brushRef="#br0" timeOffset="3732">2050 161 9329,'-7'0'1154,"3"4"0,1 0-726,3 2 0,-1 3 1,-1 2-1,0-1-239,1 2 1,0 2 0,1 1 0,0 2 5,0-2 0,2 0 1,1-2-1,0 1 1,1-3 1,1 0-1,0-5 1,1-1-171,0-1 0,2-2 0,-1-1 0,0-2-97,2-4 0,-1-3 1,2-2-1,-1 0 13,1 0 0,0-3 0,-2 3 1,2-1-136,-2-1 0,-1 1 0,-2-2 0,-1 3-258,2 0 1,-3-2-1,0 2 1,-3 1-298,0-2 0,0 2 1,0 2-1,0 0-144,0 0 1,0 1 0,-2 1 891,0 0 0,-3 0 0,0-2 0</inkml:trace>
  <inkml:trace contextRef="#ctx0" brushRef="#br0" timeOffset="4252">2292 120 7830,'-3'-7'46,"-1"0"350,1 3 0,0 4 0,3 5 0,0 2 80,0 2 1,0 1 0,0 4 0,0 0-25,0 0 1,0 0 0,0 2 0,0 0-163,0 0 1,0-1 0,-1-2 0,-1 1-244,0 0 1,0-3 0,2 0 0,0-1-393,0-2 1,-3 1-274,1-3 0,-1-3 1,3-3 239,0-3 1,0-3-1,0-2 1,0 1 263,0 1 0,3-2 1,-1-1-1,-1 0 53,1 1 0,0-3 0,1 2 1,1 0-137,1-1 0,-1 2 1,0-3-1,2 0-264,0 0 1,1 2 0,0-2 0,0 1 174,0 2 0,0-2 0,0 1 0,-1 0 286,2 1 0,-1 2 0,-1 1 0,1 0 0,1 0 0,-2 2 0,1 0 0</inkml:trace>
  <inkml:trace contextRef="#ctx0" brushRef="#br0" timeOffset="4682">2465 196 7842,'-3'0'463,"0"0"1,6 0-216,1 0 0,4 0 0,2-1 1,-1 0-235,1-2 0,-1-2 0,1 2 0,0 0-80,-1 0 0,0-2 1,-1 1-1,-2-3-31,0 0 0,-2 0 1,0 1 44,-1-2 1,-2 1 0,-3 1 0,-2 0 76,-2 1 0,-2 2 0,1 3 0,-2 0 62,0 0 0,-3 0 1,1 2-1,-1 1 114,1 4 1,0 2-1,-3 0 1,2 1 296,0 0 0,4 2 0,-2 2 1,0 0 39,1 0 1,1 0 0,4-1-1,1 2-296,-1-2 0,3-2 1,0 1-1,2-3-389,4 0 0,2-1 0,1-2 0,2-2-663,1-1 1,1-3 0,4 0 0,0 0-201,0 0 1,0-2 0,1-1 0,-1-1 1009,1-1 0,-2-2 0,0 1 0,0-4 0,-1-1 0</inkml:trace>
  <inkml:trace contextRef="#ctx0" brushRef="#br0" timeOffset="4998">2771 126 7232,'-9'-6'0,"1"0"-67,-1 1 0,-1-2 1,4 4 732,-1-1 1,0 2-1,1 4 1,1 2-466,3 3 1,-1 1-1,0 1 1,2 3-21,0 0 1,1 2-1,0 0 1,0 0 187,0 0 1,0-1 0,0 1 0,0-2 129,0 0 1,0-3 0,-1 1 0,-1 1-297,-2-3 1,0-3 0,-1 0 0,-1-1-179,0 1 1,0-2 0,-1-3 0,-1 0-99,2 0 1,-2-2 0,0-2-1,-2 0-672,2-1 0,0 1 1,1 0-1271,0-2 0,3 3 2015,2-3 0,1 5 0,1-2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02.024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1.75286E6"/>
      <inkml:brushProperty name="anchorY" value="-1.2231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1.76064E6"/>
      <inkml:brushProperty name="anchorY" value="-1.22826E6"/>
      <inkml:brushProperty name="scaleFactor" value="0.5"/>
    </inkml:brush>
  </inkml:definitions>
  <inkml:trace contextRef="#ctx0" brushRef="#br0">69 41 8341,'-7'-1'11,"0"-1"0,-2 0 0,0-2 0,1 1 0,0 0 0,2 0 772,-1 1-1382,3 1 681,1 1 1,4 0 0,1 1-14,3 1 1,1-1 0,0 1 0,2-1 1,1-1 0,-1 0 0,3 0 0,-1 0-17,0 0 0,1 1 1,3 0-1,-1 2-17,1-2 1,-1 0 0,1-1 0,1 0-33,1 0 1,4 0 0,-1 0 0,3 0 10,2 0 0,1 0 0,5 0 1,3 0 2,2 0 0,1-2 0,-2-1 1,-1 1-25,1-1 1,1 2-1,1-2 1,0 1-8,1 0 0,-1 0 1,3 2-1,-2 0 6,-3 0 0,-1 0 0,-4 0 1,3 0 1,3 0 1,4 0-1,0 0 1,-3 2-2,-3 0 1,-3 0 0,0-2-1,3 1 3,0 1 1,3-1 0,0 1 0,-2 0 2,1 0 1,-2-1 0,-2 2-1,-1-1 11,-1 0 1,3 1 0,4-3 0,1 2 17,0 0 1,-3 0-1,-4-1 1,-1 1-20,0 0 0,6 0 0,1-2 0,2 0-16,0 0 0,-2 2 0,-2 1 0,0-2-12,0 0 0,0-1 0,1 0 0,4 0 9,0 0 1,0 0 0,-3 0-1,-4 0-1,-1 0 1,-1 0-1,6 0 1,0 0 13,5 0 0,-2 0 1,-3 0-1,-2 0-5,-1 0 1,3 0-1,1 0 1,1 0-15,3 0 0,-3 0 0,2 0 0,-4 0 17,-3 0 1,1 0-1,-1 0 1,3 0 49,1 0 0,-2 0 1,-2-1-1,-3 0 33,-5-2 0,0 1 0,-1 2 0,1 0-26,0 0 0,5 0 0,-3-1 0,0 0-15,1-1 0,-2-1 1,-2 3-1,-3 0-22,-2 0 1,-4 0-1,2 0 1,0-2 18,1 0 1,-3 0 0,3 2 0,-1 0 15,0 0 0,-2-1 0,1-1 0,-3 0 15,1 1 1,-1 0 0,1 1 0,-1 0-28,-2 0 1,-1 0 0,-1 0-1,0 0-110,-1 0 1,-1-1 0,0 0 0,1-2 36,1 2 1,-2 0-1,1 1 1,0 0 16,-1 0 1,-1-2 0,1 0 0,0 0-71,0 1 0,-1 1 0,1 0-200,0 0 0,0 0 0,-1 0-511,1 0 0,0 0 1,0 0 790,-1 0 0,4 3 0,1 1 0</inkml:trace>
  <inkml:trace contextRef="#ctx0" brushRef="#br1" timeOffset="1584">5315 14 8228,'3'-4'319,"-2"0"0,1 2 0,-1 1 0,2-1-435,1 1 1,0 1 0,0 0 0,1 0-36,1 0 1,1 0-1,-1 0 1,2 1 30,1 1 0,1 0 1,4 1-1,-1 0 157,1-1 1,-1 1 0,2-1 0,0 0 92,0 1 0,0-2 0,0 1 0,0-1 3,3-1 1,0 0-1,0 0 1,3 0-33,0 0 0,7 0 1,1 0-1,1 0-76,2 0 0,-4 0 0,2 0 0,0 0-14,4 0 1,2-2-1,4 0 1,-1 0 6,2 1 0,0-1 0,-2 0 0,0 0-9,0 2 1,0-1 0,4-1-1,1 0 13,3 1 1,-5-2 0,-2 0 0,2 2-16,3 0 0,2 1 1,0 0-1,0 0-8,-5 0 0,-1 0 0,-1 0 0,6 0 2,5 0 0,-7 0 0,2 0 0,-5 0 31,0 0 1,4 1-1,4 0 1,1 2 12,-2-2 1,-5 0 0,1-1-1,0 1-25,6 1 1,-3-1-1,2 1 1,-5-1-29,-3 2 0,3-2 0,2 3 0,3 0-2,0-1 0,-7 0 1,-1 1-1,1 1-39,2-2 1,3 3 0,1-3 0,-1 0-27,-4 0 1,2 1 0,0-1 0,1 0 48,1 0 1,0 0 0,-2-1 0,-2 1 61,0 0 0,1-1 0,3 0 0,0 0 19,0 0 0,-4-1 0,-1 2 0,2-1-9,2 0 0,4 0 1,1-1-1,0 1-35,-3 0 1,3 1 0,1-2 0,1 2-61,1-2 0,-3 0 1,0 0-1,2 0 14,0 1 1,-3 1 0,-1-3 0,-2 2 2,-3 0 0,-2 0 0,1-2 0,1 0 39,0 0 0,-3 0 0,-1 0 0,-2 0 62,-4 0 0,4 0 0,0 0 0,2 0 77,-1 0 0,-4 0 1,-4 0-1,-1 0-41,-1 0 1,-1 0-1,5 0 1,-1 0-42,-2 0 0,-5 0 0,-3 0 0,-2 0 7,-2 0 0,-2 0 0,-5 0 0,-1 0-92,0 0 0,-3 3 0,3-1 0,-1-1 20,0 0 1,0-1-1,-2 0 1,0 0-37,-1 0 1,0 0 0,1 1-314,0 0 0,0 0 0,-1 2-149,-2 0 1,-1-1-1,-3 2-539,0 1 1038,0-2 0,-3 6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1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43 352 8082,'-8'0'635,"0"1"1,1 0 0,1 1-93,-2 0 0,4 2 0,2 0 0,3 2-144,2-2 0,4-1 0,8-1 0,2-2-172,5 0 1,5-4-1,3-1 1,3-1-199,0 0 1,1 0-1,0-2 1,-3 1-981,-1 1 0,-3 1 0,1 1 951,0 1 0,-2-2 0,0 3 0</inkml:trace>
  <inkml:trace contextRef="#ctx0" brushRef="#br0" timeOffset="1085">688 131 7984,'-1'-19'-5,"0"1"1,-2 2 153,-2 1 1,0 2 0,-1-1 0,0 2 1177,0 0-983,1 3 1,2 7 0,1 6-1,2 4 0,2 4 1,3 5-1,2 5 1,1 4-68,0 6 1,0 3-1,1 2 1,0 1-39,0 0 1,0 4-1,-3 2 1,-1-1-112,-1 2 0,-2-3 0,-2 0 1,0-3-232,0-3 1,0-7 0,-1-7 0,0-4-174,0-4 1,-1-1 0,2-3-203,0-2 0,-2-3 205,-1-2 0,1-5 0,0-4 0,0-1 172,1-4 1,-2-3-1,2-1 1,-1-2 95,2-3 0,-1-4 0,1-3 0,0-5-138,0-2 1,2-1-1,1 0 1,2-1 134,4-1 0,1 0 0,5 5 1,2 7 385,3 6 1,2 8 0,1 7 0,-1 5-23,1 5 0,0 6 0,0 3 1,1 3 35,0 4 1,2 3 0,0 1-1,-4 0 60,-5 1 0,-3-2 0,-8-1 0,-3 0-320,-2 0 0,-6 0 1,-3-1-1,-6-1-324,-3-1 1,-3-1 0,-1-4 0,-1-3 26,-1-3 1,1-1-1,1 0 1,0-3-245,0 0 0,2-4 0,0-1 1,1-1 1,-3-1 0,-1-2 0,3-4 0,2 0-177,1-2 1,4-2 0,2-1 0,1-2-139,5-3 1,1-2 0,3-2 0,1-2-228,2 0 0,3 1 949,5 1 0,4 3 0,2 2 0</inkml:trace>
  <inkml:trace contextRef="#ctx0" brushRef="#br0" timeOffset="1452">1184 482 8577,'1'3'0,"3"0"497,0-1 0,1 2 0,0-2 0,2 2 8,0-1 1,5-2 0,1 2-1,2-1-294,1-1 1,0-1 0,0-1 0,0-3-470,0-2 0,0-1 0,1-3 0,-2 0-117,-3 0 0,-2 1 1,-4-1-1,-3-1 205,-3 0 0,-4 0 0,-6 0 0,-3 1 389,-3-1 1,0-1-1,-1 4 1,0 1 253,1 2 0,0 4 0,-2 1 0,-1 5 339,0 2 1,-1 6 0,3 3 0,0 1-185,1 3 1,2 3 0,2-1 0,4 0-244,3 1 1,3-3 0,2 1-1,6-2-502,5-1 1,5-5 0,2-2 0,3-3-419,4-1 0,1-1 0,0-3 0,-3 0-1186,-1-1 0,0-1 1,0-1 1720,4 0 0,1-2 0,1 0 0</inkml:trace>
  <inkml:trace contextRef="#ctx0" brushRef="#br0" timeOffset="1734">1756 227 7950,'-12'-10'134,"1"0"1,-3 1-1,4 2 578,1 0 1,2 4-1,1 2 1,-1 4 233,0 3 1,-2 3 0,-2 3 0,2 3-468,0 2 1,0 2 0,2 4 0,0 3-219,2 4 1,2-1 0,1 1 0,2 0-90,0-3 0,0-2 0,2-2 1,1-5-242,1-1 0,3-2 0,0-2 0,-2-1-1168,1 0 1,-3-3-1,-1-3-1266,0 0 0,0-2 2503,-4-1 0,-1-3 0,-1-2 0</inkml:trace>
  <inkml:trace contextRef="#ctx0" brushRef="#br0" timeOffset="1933">1457 424 7913,'-4'-7'0,"-1"1"617,0 0 1,2 1 0,2 1 273,1-2 0,2 4 0,3 1 0,3 0-293,1 1 0,2 0 0,2 0 1,1 0-665,0 0 1,3 0-1,3 0 1,4 0-574,2 0 1,3 0 0,0 0 0,-1 0-3284,-1 0 3922,0 0 0,-3-2 0,0-1 0</inkml:trace>
  <inkml:trace contextRef="#ctx0" brushRef="#br0" timeOffset="2268">1924 390 7913,'-5'0'149,"-1"0"1,0 0 497,0 0 1,-1 0 0,0 1 0,1 1 324,-1 3 1,1 2 0,-1 5-1,0 0-465,3 3 0,1 0 0,3 2 1,3 0-313,2 1 0,2 1 1,5-3-1,2-1-174,2-3 0,0-3 0,-1 0 0,2-3-253,-2-3 0,2-1 0,-1-2 1,1-2-57,-1-4 0,-1-1 0,-1-4 0,-4-1-386,-1-2 1,-4 1 0,-4-3-1,-3 1 460,-2 1 0,-4-1 0,-4 0 0,-2-1 428,-3 1 0,-1 1 0,1 0 0,1 2 22,2 2 1,1 1 0,1 1 0,3 2-953,3 2 0,3 3-584,3 2 0,2 3 1300,3 3 0,0 1 0,0 0 0</inkml:trace>
  <inkml:trace contextRef="#ctx0" brushRef="#br0" timeOffset="2701">2131 376 7856,'-2'-7'669,"2"2"424,-2-2 1,2 4 0,2 3-414,1 3 1,-1 4 0,2 1 0,-1 1-289,1 3 0,1 0 1,-2 1-1,0 0-46,1 0 0,1 1 0,0 1 0,-1 1-86,-1-1 0,1 1 0,-1-1 0,0-1-221,0 1 0,0-3 0,0-1 0,-1-2-520,-2-1 0,0-4 157,0 1 0,0-4 0,-2-1 0,-1-3-56,-1-3 0,-1-2 1,0-2-1,0-1 228,1 0 1,-1-2-1,0 0 1,1-1 344,1 0 0,2-1 0,-2 1 1,1 0-55,1-1 0,0 0 0,1 1 1,1 1-37,0-1 1,4 3-1,2 2 1,0 1-170,0 1 0,1 4 0,1 1 0,2 2-495,1 0 1,2 0 0,1 2-1,1 1-433,-1 1 0,4 2 1,-2-2-1,0 1 994,-1 0 0,-1 2 0,0 0 0</inkml:trace>
  <inkml:trace contextRef="#ctx0" brushRef="#br0" timeOffset="3101">2342 444 8101,'-3'3'605,"-1"0"0,2-2 0,5 3 0,2-1-41,2 0 0,5 1 0,0-3 0,3 1-380,0 0 1,4-2 0,3 2-1,0-2-43,1-2 1,-1 0 0,-1-4 0,-3 1-379,-3-1 0,-4 0 0,-3-2 0,-1 0-181,-3-1 0,-2 0 1,-1 1-1,-2 0 339,-1-1 1,-3-3-1,0 0 1,-2-1 251,-2 2 1,-1 1 0,0 1-1,-2 1 114,0 1 1,-1 4 0,-1 2 0,0 0-18,1 1 1,-3 4-1,2 3 1,0 4 222,0 1 1,1 4 0,1 2 0,3 2 172,0 0 0,2 0 0,2 1 1,2 0-69,2 0 1,3 0 0,3-2 0,3-2-436,2-1 1,3-1 0,4-1-1,2-1-266,3-2 0,0-3 0,0-2 0,-1-2-1144,-1-1 1,1-1 0,-3-1-1,-3 0 1247,-3-1 0,-3-2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236 140 7836,'5'-5'-31,"-1"0"1,0-1 40,-1-1 1,0 0 0,0 1 0,0 0 329,0 0 0,0 0 1,-2-2-1,0 1-20,0 1 0,-2-3 1,-1 3-1,-1-2 44,-1-1 0,-1 2 0,0 1 0,1 1-190,-1 0 1,-2 0 0,-2 2 0,-1 2-19,-3 0 0,-3 6 1,-2 1-1,-3 6 123,-3 2 1,0 5-1,-1 3 1,4 1-66,3 1 1,4-1 0,3-1-1,4-4-388,5-2 0,6-5 0,5-5 0,4-3-107,4-1 0,4-4 1,1-1-1,2-3 53,0-3 0,-2 0 0,0 0 1,-3 1 296,-1 2 0,-6 1 0,-2 0 1,-3 2 330,-2 2 1,-2 1 0,-1 4 0,-2 2 365,-2 3 1,1 2 0,-2 2 0,-1-1-482,0 1 1,0-2 0,0 1-1,1 0-599,1-1 1,1-3 0,2-2 0,3-2-568,0-3 0,3 0 1,-1-1-1,2-1-438,0 0 0,2-4 1,-1-1-1,1-2 1319,-1-1 0,1-2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24 8000,'-5'0'120,"0"-2"1,2 0 0,0-1 0,-1 0 1030,0 1 0,1 1-277,2 5 0,0 1 0,2 5 0,0 1-350,0 2 0,3 3 0,-1 1 1,1 3-293,1 1 1,0-3 0,0 1 0,0-1-113,-1 0 0,2-2 0,-3-1 0,1 0-478,-1-3 1,-1-4-436,-1-1 0,0-4 0,-2-4 223,0-3 0,-1-3 1,0-3-1,0-1 378,1 0 1,-1-2 0,0 1 0,1 0 163,1-1 0,0-1 1,0-1-1,1 0-34,3-1 0,0-1 0,3-2 0,1 1 144,1 0 1,3 2 0,1 3 0,3 3 298,1 3 0,1 3 1,0 6-1,-2 5 277,-1 4 0,-1 3 0,-2 2 1,-2 2-146,-3 0 1,-4 1 0,-1 0 0,-2-1 2,0 0 0,0-3 1,0 0-1,0-2-506,-2-1 1,2-2 0,-2-2 0,1 0-948,1-1 1,0-1-1,0-1 1,1-1-567,1-1 0,-2 1 1,3-2-1,1-2-1856,1 0 3359,-2-3 0,3-4 0,-1-1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8372,'3'2'0,"0"1"872,-1 2 1,2 0 0,-1 2-1,1 3 12,-1 2 1,1 2 0,-1 1 0,0 0-336,-2 1 1,1 2 0,0-3 0,-1-3-787,2 1 1,-2-2 0,2-1 0,1 1-2612,0-2 0,1-1 2848,-1-4 0,2-3 0,-2-1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8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19 7968,'-5'-2'-129,"1"-1"1,1-2 27,0 1 1,1 1 355,2 1 1,2 2 0,4 2-256,1 1 0,4 1 0,-1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7.5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32 7940,'-2'3'422,"2"2"0,-1-1 471,3 2 1,1 4 0,2 1 0,1 1-302,0 3 0,-1 0 1,0 3-1,0-1-469,-1 0 1,-1 0 0,0-3 0,0 0-118,-3-1 0,1-2 0,-1-3-525,0-2 0,-1-3 57,0-3 0,0-3 1,0-5-1,1 1 218,0-4 1,0 1 0,0-1 0,0 0 194,0 0 1,0-3 0,1 1 0,2-1 65,0 0 0,1 0 0,0-1 0,2-1 154,2 0 1,3 0 0,2 4 0,0 1 193,2 2 0,2 5 0,-1 2 0,2 2 238,-2 4 0,-3 3 0,-2 6 1,-1 1-176,-3 1 0,1 0 0,-4 1 0,1 0-219,-2-1 1,-1-1-1,-2 0 1,0 1-80,0-3 0,-1 0 0,1-3 0,-3 0-277,3-3 0,-3 0 1,1 0-705,0-1 1,0-3 297,1-3 0,1-3 0,0-1 0,0-3 88,0 1 0,0-1 1,1-2-1,1-1 269,1 0 1,0-3-1,2 1 1,0-2-36,0-1 1,2 0 0,1 0 0,1 0 191,2 0 0,2 2 1,1 1-1,1 4 316,1 2 1,-1 4-1,1 2 1,-1 4 164,-3 3 0,-1 4 0,-4 1 0,0 2 212,-1 3 1,-1-1 0,-1 0 0,0 0-46,-3 0 1,0 0 0,-1-1-1,0 0-235,0-1 0,0-3 0,0-3 0,0 1-673,0-1 1,0-1 0,0 1 0,0-2-897,0 0 1,0-2-298,0 0 1,2-2-1,1 0 1,0-2 1491,0-2 0,3-4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7.9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62 7867,'0'-4'67,"0"1"1,0-1 0,0 0 284,0 1 1,1-1-1,1 1 1,-1-1 249,0 0 1,-3-1 0,-2 1-1,-1-2-243,-1 2 0,-2-1 1,-3 2-1,-2 2 61,-1 0 1,-2 4-1,0 2 1,-1 3 7,1 2 1,1 2-1,5 3 1,2 0-451,3-1 1,5-2 0,5-1 0,3-1-122,2-2 1,2-1 0,3-3 0,0-1 23,-1-1 1,0-1 0,1-2 0,-1-1 72,-2-1 1,0 0 0,-4 1 0,-2-1 1352,-2 1-944,-1 0 1,-2 1-1,1 2-972,-2 3 0,0 0 0,0 1-931,0 0 1,3-2 0,0-2 1539,1-1 0,1 2 0,0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8.1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30 7867,'5'-8'457,"-2"1"1,0 0 400,1 2 1,0 3-1,1 5 1,-1 2-6,0 4 1,-1 6 0,-1 0 0,-1 3 32,-1 2 1,0 2-1,0 1 1,0 1-418,0 0 0,0-1 0,1 0 0,0-2-461,0-1 1,1-4 0,-2-4-1,1-3-983,0 1 1,0-2-1344,0-2 0,2-3 920,0-1 1,0-2 0,0-2 1397,1-1 0,0-3 0,1-2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1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225 242 7938,'-3'-4'132,"0"1"0,2-2 1,-1 2-1,2-1 303,0-1 1,2 1-1,0-1 1,-1-1-160,2 0 0,0 0 0,-1-1 0,-1-1-173,-1 1 0,0 0 1,-3 0-1,0 0-6,-3 1 1,-5 1 0,1 0 0,-2 1-162,-1 1 1,-1 0-1,-1 4 1,0 2 141,0 4 0,-3 3 0,0 5 0,0 2 227,2 3 1,2 3-1,2 2 1,3 0 262,3 0 1,4-1 0,6-3-1,3-3-247,5-2 1,3-4-1,4-2 1,1-3-288,1-2 1,-1-2 0,0-2 0,0-1-294,-1-3 0,1-2 0,-1-4 0,0-1-591,0-2 1,-3-1 0,-3-1 0,-2-1 260,-3 0 1,-5 0-1,-1 0 1,-2-2 348,-2-2 1,-1 0 0,-3-4-1,-1-3 183,-1 0 0,2 0 0,-1-1 0,0 0 252,1 5 0,1 3 0,0 6 0,2 2 277,0 4 0,1 5 1,1 4-1,0 4 166,1 4 0,0 5 0,0 4 0,0 2-169,0 1 0,1 0 1,2 2-1,0 0-205,0 1 1,2-2-1,0-1 1,1-3 35,0 0 0,2-4 0,0 0 0,0-2-148,0-3 1,-2-6 0,2 1-1,-1-3-1310,1-1 0,-2-1 1,1 0-1,-2 0-4874,-1-2 6032,-1 0 0,3-5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3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7938,'3'5'199,"1"0"0,-3 0 1,1 2 512,0 0 0,-1 3 0,2 1 0,-1 2 289,1 1 0,-2 1 0,1-1 1,0 0-452,0 1 0,-1-4 1,-1 0-1,2-3-1129,-1 1 1,3-2 0,-1-1-1108,2 0 0,-1-4 1686,1 0 0,-2-6 0,-1-1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4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10 8485,'-4'-1'0,"-2"-2"235,2 0 0,1 3-478,-1-2 1,6 2 0,-1 1 0,4 1 18,1 1 0,0 0 224,3 2 0,2 0 0,-1-1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7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20 7969,'-12'-4'0,"0"0"320,0 1 1,-1 0 0,-1 0-1,1 1 622,0 2 0,3 0 0,1 1 0,2 2-494,3 1 0,3 5 0,2-1 1,3 2-260,2 2 1,4 3 0,2-1-1,3 2 6,1 0 0,-2-1 0,3 1 1,-3-1-57,-1-1 1,-3 0 0,-4-1 0,-3-2-226,-1-1 0,-5-2 0,-2-2 0,-6 0-297,-2-2 0,-1-1 0,-2-2 0,0-2-38,0-2 1,1-1 0,4-1-1,0-1-212,2 0 0,3 0 0,-1-1 0,2-1-472,2 1 1,1 1-1,2-1 1105,0 0 0,0 2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15 7969,'-9'-2'0,"-2"0"428,0 0 0,0 0 0,2-1 0,0 1 286,3 1 1,1 3 0,2 1-1,1 3-156,2 3 1,0 0-1,2 2 1,3 2-36,3 1 1,2 2 0,0 2 0,1 1-116,0 0 1,-3-2-1,-2-1 1,-3-1-193,-1 0 1,-4-5-1,-3-1 1,-3-2-339,-3-2 0,-2-2 0,-2-2 0,-3 0-403,1-2 1,1 1-1,4-4 1,0-1-565,0-1 1,4 0-1,0 1 1,2 0 231,1 1 0,2-1 0,2 0-1146,0 0 2003,3 3 0,4-3 0,1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33 106 7918,'-4'0'745,"1"0"-335,-1 0 0,6-2 1,1 1-1,4-1 201,2 2 0,3 0 0,1 0 0,0 0-629,2 0 0,1-1 0,0-1 0,-1-1-266,0 1 0,-2-2 0,-2 1 0,-1-3-37,0 0 1,-5-3 0,-2 1 0,-2-1 163,-3-1 1,-1 3 0,-4-1 0,-2 1 458,-2 2 1,-2-1 0,0 3 0,-1 2 688,0 0 1,-1 3 0,1 1 0,-1 3-289,1 0 0,0 2 1,-1 3-1,3 2-224,0 0 0,6 2 1,2 0-1,2-1-361,0 0 1,5-1-1,3-2 1,3-1-336,3-3 1,2 2 0,3-3-1,-1 0-665,0 0 1,-2-3 0,0-1-1,-1-1-751,-1 1 1,0-1-1,-2-1 1633,0 0 0,0 0 0,-1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72 7892,'3'-10'267,"0"1"1,-1 0 0,-1 0 355,-1 0 1,-2 1 0,-2 2-1,-2 1-76,-1 1 1,-4 3 0,-1 0-1,0 0 79,-2 1 0,1 5 0,-2 1 0,1 3-112,1 4 0,1 1 0,3 4 0,1 0-238,0 3 0,4-3 0,1 0 0,3 0-159,3-3 0,1-1 1,5-1-1,1-2-598,2-3 1,0 0-1,1-4 1,1 1-781,1-2 1,0 0 0,2-1 0,-1-1-948,0-1 1,3-2 2207,0-3 0,-2-2 0,2-3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9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22 7949,'-2'-7'23,"-1"1"0,0 0 0,0 3 735,1 3 0,-1 5 0,1 5 0,1 4 178,-2 4 1,3 3 0,-2 0 0,2 4-426,0 1 0,0 2 1,0 4-1,0-1-362,0 0 1,0-4-1,2-2 1,1-1-286,0-2 1,0-4-1,-1-2 1,0-4-455,0-2 1,1-2 0,-3-2-833,3 0 1,-2-5-590,-1-1 1,0-2 2010,0-5 0,0 0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1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44 7949,'-1'-8'0,"-1"2"218,1 1 1,0 0 0,3 1 0,1 0 467,3 1 1,5 1 0,2 0 0,1 0-375,0 0 0,0 2 0,1 0 0,1 0-301,2 0 1,-1 2 0,1 0-1,0 0-29,0 2 0,0 0 0,0 2 1,-2 0 181,-1 2 0,-2 2 0,-3 1 1,-4 2 272,0 3 1,-3-1-1,-3 2 1,0 1 263,-4-1 0,-1-2 0,-1 1 0,0-3-440,0-2 0,1-2 1,1-2-1,2 0-949,0-1 1,0-1-2430,0 0 0,1-2 3117,0-3 0,0-5 0,1-2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1.3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30 7964,'-1'-7'475,"-1"1"0,0-1 309,2 3 0,1 1 1,0 1-394,2 2 0,0 4-391,0 0 0,3 5 0,1-2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2.0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33 8532,'-2'-5'1121,"1"0"0,-2 2-345,0 2 1,0 1-1,0 2 1,-1 3-337,-1 2 0,1 5 1,-1 2-1,2 4-312,1 0 0,2 2 1,0-1-1,2-1-92,1-1 0,3-1 1,3-1-1,0-2-60,3-2 0,-2-1 0,3-2 0,-2-2-516,0-2 1,-2-2-1,-2-3 1,0-1-178,-1-4 0,-2-1 1,0-1-1,-2-1 286,-2-1 0,0-1 0,-2 1 0,-1-2 379,1 0 1,-4-1 0,2-1 0,0-1 298,1-2 0,0 2 1,0 0-1,1 0 211,1 3 1,1-2 0,0 4 0,2 2-48,3 3 0,0 3 0,3 2 0,0 3 106,0 3 1,1 4-1,-1 4 1,0 1-2,0 0 1,1 3 0,-2 0 0,0 1 61,0 1 0,-1-3 0,-3 0 0,-2 0-296,0-2 1,-1 0 0,0-3-1,0-2-494,0-2 1,-1-2 0,0-1-256,0-1 0,-1-4 1,2 0-424,0-2 0,0-3 0,0-1 0,0-1 167,0 0 1,0-2-1,3-2 1,0 0 521,1-2 0,1 0 0,-1-1 0,2-1 188,0-1 0,4-3 1,2-4-1,1 0-72,2 1 0,-2 1 0,4 6 0,-4 3 422,-2 4 0,0 5 1,-4 7-1,-2 4 429,-1 3 1,-2 5-1,-2 1 1,0 0 1,0 1 1,0 1-1,0 0 1,0 0-517,0-2 0,0-2 1,0-4-1,0-1-743,0 0 0,0-1 0,0-1-903,0-2 0,0-2 0,1-1-1687,0-1 3081,-1 0 0,5-5 0,-2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6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173 203 7958,'0'-6'538,"0"1"0,2 7 0,0 4 0,1 6 20,2 6 0,0 1 0,0 5 0,-1 1-150,-2 1 1,-2 3-1,0-1 1,-2-1-407,-2-1 1,-3-3 0,-3-6-1,-1-3-31,0-1 0,-1-4 0,0-1 0,-1-4-160,-2 1 0,-2-5 0,0 2 1,0-4 188,0-1 0,-1-3 0,1 1 0</inkml:trace>
  <inkml:trace contextRef="#ctx0" brushRef="#br0" timeOffset="600">402 32 7885,'0'-6'221,"0"-2"0,-2 1-248,1-1 0,-2 5 1,4 3 732,1 3 0,1 8 0,3 3 0,2 4-175,2 3 0,1 1 0,0 2 0,0 1-250,-2 0 1,2 0 0,-4 0-1,0-1-102,0-1 1,-4-4 0,-2-2 0,-1-2-276,-1-3 0,-2-3 0,-3 0 0,0-4-229,1-1 0,-3-1 0,0-3 0,1-1-10,1-1 0,0-2 0,0-3 0,1-1-29,1-1 0,0-2 0,0-1 0,1-1 237,1 0 1,2-1 0,0 0 0,0-1 111,0 0 0,0 0 0,2 2 0,2 1 100,1 1 0,2-1 1,2 3-1,3 2 112,2 2 1,3 3-1,3 2 1,3 0 13,2 0 0,0 2 1,0 1-1,-2 1-48,-2 1 1,0-5 0,-1 3 0,-2-3-276,0 0 1,-3 0 0,-3-2 0,-2 0-67,-2-2 1,-2-1 0,-3-3 152,-3 1 0,-4 3 0,-5 3 0,0 0 185,-3 1 0,-1 5 1,-1 3-1,-1 1 607,1 3 0,1 0 1,-1 1-1,3 1-70,1-2 1,2 1 0,3-1 0,1 0-728,3-1 1,1-2 0,1 2-1,4-3-506,1 1 1,3-2 0,3-3 0,2-3-597,2 0 0,0-1 1,1 0-1,1-1-7,1 0 1,-1-2 0,1-3 1138,-1 0 0,1-3 0,2 0 0</inkml:trace>
  <inkml:trace contextRef="#ctx0" brushRef="#br0" timeOffset="834">1044 83 7885,'-9'-5'145,"1"1"1,0 1 305,-2 0 1,1 1 0,-1 3 0,1 1 358,-3 4 1,1 4-1,0 5 1,-1 1-244,1 2 1,1 3 0,1-1 0,4 0-270,2 0 1,1-4-1,3 1 1,1-4-461,4-1 0,0 1 0,5-6 0,0-1-750,2-2 0,2-3 0,1 1 1,0-1-668,-1-1 0,1-3 1,0-1 1578,1-1 0,0-3 0,0-1 0</inkml:trace>
  <inkml:trace contextRef="#ctx0" brushRef="#br0" timeOffset="1702">1210 66 7887,'-8'0'0,"-1"1"0,0 0 0,-1 2 0,2 4 0,0 1 1223,-1 4 0,0 2 0,1 4 0,1 0-371,3 1 1,-1 2-1,5-2 1,0-1-606,3-2 0,5-3 0,2-3 0,3-2-311,2-2 0,3-3 0,2-1 0,0-1-384,-1-1 1,1-3 0,-4 0 0,-1-3-452,-1 0 1,-4-2-1,-3-2 1,-1 0 572,-2-1 1,-2-3 0,-2 1-1,-1-1 392,0 0 0,-3 0 1,-3-1-1,-1-1 39,1 0 1,1 1-1,0 2 1,0 0 833,0 2 0,5 4-392,2 1 0,5 6 0,6 6 0,1 4-3,1 2 0,1 3 0,1 2 0,0 0-118,-1 0 0,-1 2 0,-3 0 0,-2-2-217,-1-1 1,-4-3 0,-2 1-1,-1-1-266,-1-2 1,-3-1 0,-1-4 0,-1-3-352,-1-1 1,3-1-1,-1-2 1,0-1-331,0-1 1,0-3-1,2 0 1,1-2 462,0-2 1,1 1 0,0 0-1,0-1 186,0-1 1,0-2 0,0-1 0,1 2 37,1 0 0,-1 0 1,3 0-1,0 0 33,1 0 1,3 0 0,1 5 0,1 0-251,2 3 0,3-1 0,0 4 0,1-1-263,1 1 1,0 4-1,4 1 1,0 1 130,-1 1 1,0-3 0,-2 1 0,-2-2 202,-1 0 1,-1 0 0,-3 0 0,-1-1 223,-3 0 0,-3-2 0,-2 0 396,-1-3 1,-6-1 0,-3-1 0,-2 3 373,-2 0 1,-1 3-1,-1 0 1,2 1-40,0 3 0,1 1 0,1 6 0,1 1-244,0 0 1,3 3 0,3 0 0,1 1-173,1-1 0,3 3 0,4-2 1,3 0-361,1-2 0,4-2 0,0-4 0,0 1-528,0-2 0,-1-3 1,-1-3-1,1-2-197,1-3 0,-2-3 1,-1-2-1,-3 1 33,1-3 1,-2 1 0,-3-3-1,-1 0 545,0-2 0,-1 0 0,-2 0 0,0-1 261,0-1 0,-1-4 0,0 0 0,-2 2 425,0 0 1,2 5 0,-1 3 269,2 2 1,0 7 0,0 4-322,0 5 1,0 6 0,1 2 0,1 1-67,0 2 0,-2-1 0,0 1 0,1-1-280,1 0 1,-1 0 0,0-4 0,0 0-482,-1 0 1,2-3 0,0-3 0,1 0-1169,0-2 0,1-2 1,0 0-1,1-1-1408,0 0 2933,1-1 0,3-5 0,0-3 0</inkml:trace>
  <inkml:trace contextRef="#ctx0" brushRef="#br0" timeOffset="1867">1892 83 7887,'0'-9'587,"1"3"0,0 2 0,1 0 483,2 1 1,-2 0-407,1 3 0,0 1 0,0 1-1102,-1 2 1,1 2-1,-2 1 1,2 0 437,0 0 0,-2 2 0,1 0 0</inkml:trace>
  <inkml:trace contextRef="#ctx0" brushRef="#br0" timeOffset="1983">1938 203 11060,'0'-3'192,"0"-1"1,3 2 0,0 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0.2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35 8265,'-5'0'456,"1"0"0,3 0 0,1 0 0,4 0-136,2 0 0,4 0 0,2 0 0,1-1-271,3-1 1,2 0 0,3-2 0,3-1-264,3 2 1,4-3 213,2 4 0,2-3 0,-1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5.6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28 7832,'-7'-1'525,"0"-1"1,3 1-1,-1-1 1637,0 1-1682,2 1 0,3 0 0,5 0 0,4 0-138,5 0 1,2 0 0,6 0 0,1 0-218,2 0 0,1 0 0,2 0 0,0 0-412,-1 0 0,1-1 1,-2 0-1,-1-1-620,-5 0 0,-2 1 1,-5-1-2896,-2-1 2358,-4 1 1444,-4 2 0,-3-3 0,0-1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0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257 128 8039,'0'-5'492,"0"1"1,2-1 0,0-2-105,0 0 1,1 2 0,-1 1-133,-1-1 1,0-1 0,-2 0-1,-1 1-74,-2 3 0,-3 1 0,-4 1 0,-2 1 0,-4 1 0,-5 3 1,-2 7-1,-5 5 29,-1 4 0,3 4 1,2 5-1,2 1-31,6 0 0,5 0 1,6-4-1,6-3-291,6-3 0,8-5 0,7-5 0,4-2-792,4-1 1,1-3 0,3-1 0,-2-1 902,0-2 0,2-6 0,-2-3 0</inkml:trace>
  <inkml:trace contextRef="#ctx0" brushRef="#br0" timeOffset="784">510 93 7860,'-9'0'69,"0"0"0,-1 0 1,1 0-1,0 1 562,-2 1 1,0 6 0,-1 4 0,1 3-28,2 3 0,0 6 1,5 2-1,2 1-259,4 0 0,5-5 0,5 1 0,3-4-284,3-1 0,2-6 0,0-2 1,0-5-56,-2-2 1,2 0 0,-4-4-1,-1-1-456,0-3 0,-5-2 0,-2-2 0,-2-3-49,-1 0 0,-4-2 0,1 0 0,-4 0 281,-5-2 0,-1 0 0,-2-3 0,-1-1 279,0 1 1,2 2 0,-1 0 0,-1-1 126,0 1 0,3 2 0,-1 1 0,3 4 235,2 3 1,2 0 0,2 1-230,3 2 1,3 1 0,6 6 0,3 1-69,2 2 0,3 2 0,3 1 0,3 2 145,3 2 1,-3 3-1,1 1 1,-3 1 50,-5 3 1,-2 0 0,-7 2-1,-2-1-43,-5 1 1,-3-4 0,0 1-1,-2-4-349,0-3 1,-3-2 0,0-4 0,1-1-556,-1-1 1,3-2-1,-2-4 3,1-1 0,0-2 0,2-4 1,-2-1 240,2-3 0,0 0 0,1-3 1,1 0 279,1-1 0,0-3 1,2 0-1,1-3 169,1-4 1,1 3-1,1 1 1,1 2 123,3 2 0,1 3 0,4 2 1,1 4 283,1 3 1,2 6-1,0 6 1,2 3-90,-1 4 0,-2 4 0,-5 4 0,-3 3 113,-3 0 1,-3 1 0,-2-1-1,-1 0-299,-1-2 1,-4-4 0,-1-2 0,-1-2-568,-2-3 0,3-2 1,-2-4-338,0-2 0,1-3 0,0-3 150,1-2 0,1-3 0,2-2 1,1 0 263,1-2 0,2-4 1,3-1-1,-1 0 165,1-2 1,1-1 0,-1-1-1,2 1 42,2-1 0,0 4 0,1 1 0,0 2 471,1 2 0,-2 6 0,1 3 0,-1 4 372,0 4 0,-2 3 1,-2 8-1,1 0-185,-2 1 1,-2 0 0,-2 0 0,0 0-622,0 1 1,-1-3-1,2 0 1,-1-2-712,0-4 0,3-1 1,-2-2-1,1 0-484,1-1 1,-1-2-1,1-3 1,0-1-214,1-1 1,0-2 1452,-1-3 0,4-2 0,-2-2 0</inkml:trace>
  <inkml:trace contextRef="#ctx0" brushRef="#br0" timeOffset="1350">1265 93 7860,'-5'-1'168,"2"0"835,0-1 0,3-1-192,0 3 1,1 6 0,3 1 0,2 4-115,0 1 0,1 3 0,0 4 0,0 1-251,2 4 1,-1-3 0,2 1-1,-3 0-560,0-2 1,0-2 0,-1-2 0,-1-3-164,-1-1-511,-2-5 1,2-5-1,-4-7 1,0-5 186,0-2 1,0-2 0,0-1-1,-2-2 534,0 0 0,1-2 0,-1-1 0,1-1 239,1-3 0,1 3 0,1-1 0,3 2 72,1 2 1,2 3 0,1 2 0,2 4 117,3 4 1,-3 5 0,0 5-1,1 3 262,1 3 0,1 5 1,-1 3-1,-2 0-181,-2 2 1,-1 0-1,-1 2 1,-1-1-377,-1-3 0,-2 1 0,-3-5 1,0-1-48,0-1 1,-1-5-1,-1 0-595,-3-3 1,-1-2-1,0-3-79,2-3 1,-1 0 0,4-4-1,-2 0 251,2 0 1,0-3 0,1-1-1,1-2 249,1-1 1,2-1 0,3 0 0,0-1 4,0-2 0,2 3 0,1-1 0,1 1 168,1 2 0,3 2 0,1 3 1,-1 3 230,0 2 1,-2 3-1,1 3 1,-1 4 273,-2 4 1,-1 2 0,-3 4 0,0 0 255,0 0 0,-1 3 1,-1-5-1,-3 0-701,-1 0 0,1-2 0,0-2 0,0-2-472,-2-1 0,1-1 0,1-3-884,3-2 1,1-1-1,1-1 1,0 0-204,0 0 1,0-1-1,-1-1 1480,1-2 0,4-3 0,-1 0 0</inkml:trace>
  <inkml:trace contextRef="#ctx0" brushRef="#br0" timeOffset="1933">1881 114 7860,'-9'1'167,"-1"0"0,1 2 501,-1 1 1,0 1 0,3 4 0,1 1 214,-1 4 1,1-2 0,1 6 0,3 0-312,1-1 0,7-2 0,4 1 0,4-2-556,5-3 1,1-1 0,3-3 0,-1-3-575,0-2 1,0-1 0,-3-1 0,-1-1-161,-4-4 1,-4 0 0,-3-7 0,-1 0 130,-1-1 0,-2-3 1,-3-1-1,-3 0 554,-5-3 0,1 3 0,-4 0 0,1 0 33,-1 2 1,2 0 0,-1 1 0,2 1 3745,1 2-3202,2 1 0,8 7 0,2 1 1,4 4-217,2 2 0,2 3 0,1 2 0,-1 3 9,-2 4 0,2-1 0,-2 3 1,-1 1 85,-1 1 1,-1 1-1,-1 0 1,-3 0-268,-2 0 0,-1-5 0,-1 2 0,0-2-647,0-3 1,-1-4-829,-1-4 0,2-4 756,0-5 1,1-1-1,3-7 1,2 0 257,0-1 1,-1-1-1,0 0 1,2-2 261,1-2 0,-2-2 0,3-1 0,-1 1 40,-2-1 0,4 1 0,2 0 0,1 2 142,0 5 1,1 5 0,0 6 0,-1 2 423,-2 2 0,1 6 0,-1 4 0,-2 5 252,1 0 0,-2 1 0,-2 3 0,0-1-196,0-2 0,1-1 1,-3-4-1,0 0-675,-2-1 0,1 0 1,0-4-1783,1-2 0,-2 0-801,2-3 0,1 0-1109,2 0 3748,0-3 0,0 3 0,0-3 0</inkml:trace>
  <inkml:trace contextRef="#ctx0" brushRef="#br0" timeOffset="2718">2642 45 7873,'-4'-3'273,"-1"-1"0,1-2 232,0-1 1,-2 0 0,2 0 399,0 1-523,1 1 0,4 5 0,1 6 0,4 2-3,2 4 0,0 3 1,3 5-1,-1 2-5,2 3 1,-4 1 0,1 0 0,-1-2-236,1 0 1,-1 1 0,1-2-1,-1-2-244,-1-2 1,-1-5-1,1-5-107,0-2 0,-1-4 0,0-3 0,-2-6-260,-1-5 0,1-4 1,-1-2-1,0 0 222,0-3 1,2 1 0,-2-2 0,0 0 265,3 1 1,0 0 0,1 1 0,1 2 130,1 0 0,1-1 0,4 3 0,0 2-22,-1 5 0,1 2 0,0 4 0,0 1 45,-1 3 1,-2 5 0,1 4 0,-2 2 91,1 1 0,-3 2 0,0 1 0,-1-1-50,-3 1 1,-2 2 0,1-4 0,-1 0-338,0 0 0,1-1 0,-3-1 1,0-2-819,0-1 0,0-3-312,0 0 0,0-3 1,3-2 305,1-1 0,3-2 1,1-1 948,2 0 0,5-6 0,-1 0 0</inkml:trace>
  <inkml:trace contextRef="#ctx0" brushRef="#br0" timeOffset="3072">3253 141 7873,'0'-11'17,"0"0"1,0 2 232,0 0 1,0-1 0,0 1 0,-1 1 279,-1 0 0,0 2 1,-2 1-1,-2 0-241,0-1 1,-2 3-1,0-1 1,-2 1 43,0 1 1,-1 2 0,-1 0 0,0 3-43,0 4 0,-3 1 1,-1 4-1,1 2-36,0 1 1,4 4 0,2-3 0,3 1-186,1 0 1,3-1 0,5-3 0,4 1-74,3-3 1,4-2 0,2-5 0,2-1-299,2-3 0,0 0 0,-1 0 0,-1-3-124,-2-1 0,-2-1 1,-4-1 402,1 2 1,-5 2 276,-1 0 0,-4 1 0,-1 2 0,-2 1-36,-2 0 0,2 3-910,-2 0 1,3 0 0,1-1-643,4-1 1,2-3 0,0 0 1332,1 0 0,3 0 0,1 0 0</inkml:trace>
  <inkml:trace contextRef="#ctx0" brushRef="#br0" timeOffset="3666">3349 45 8037,'0'-10'465,"0"1"0,3 2 0,1 2 588,2 3 0,1 3 0,0 3 1,0 5-352,0 3 1,0 6-1,0 0 1,-1 1-204,1 2 0,-2 2 0,-1 0 0,1-1-472,-1-1 1,1-1 0,-2-2-1,0-2-424,0-4 0,0-3 0,-3-2-369,0 0 1,0-3 0,0-5 319,0-6 1,0 0-1,0-4 1,0 1 150,0-1 0,0-3 0,0-3 0,0 0 265,3-2 0,0 1 1,2 0-1,-1-1 122,2-1 1,0 0-1,2 2 1,0 2 117,1 1 0,0 6 0,-1 1 0,0 4 111,2 1 1,-1 3-1,0 6 1,0 2 133,2 3 0,0 3 1,1 1-1,-1 2-16,-2 1 1,1-2-1,-3 2 1,0 0-317,-1 0 1,-2 0-1,-2-1 1,-1-2-162,-1-1 0,-1 0 1,-1-3-697,-2-2 1,-2-2 316,-1-3 1,1-2 0,1-4 0,2-2-138,3-2 0,0-1 0,0-1 0,0-1 333,0-3 0,3 0 0,2-3 0,1 0 67,1-1 0,-1-2 1,1 1-1,1 2 135,1-2 0,2 1 0,2-1 0,-1 4 19,-1 3 0,1 1 0,1 4 0,0 3 262,-2 1 1,2 5 0,-4 3 0,-1 5 419,-3 3 1,0 2 0,-3 4 0,0-1 259,-1 1 0,-1-3 0,2 0 0,0 0-609,0-1 1,-1-4 0,-1 0 0,0-2-718,0-3 0,1-1-1395,1 0 1,2-3-1,3-3-23,-1-2 1,0-1 0,0-2 1801,-2-1 0,1-4 0,2-2 0</inkml:trace>
  <inkml:trace contextRef="#ctx0" brushRef="#br0" timeOffset="4001">3945 128 10975,'9'0'568,"0"3"1,6-3-1,-1 3 1,3-3-430,2 0 0,-1 0 0,0-2 0,-2-1-246,-1-1 0,-3-1 0,-1-3 0,-3-1-54,-2 0 0,-5-1 0,-1 0 0,-4 1 105,-4-1 0,-3 0 0,-3 3 0,0 1 401,-2 2 0,-2 1 1,-2 3-1,2 1 70,2 1 1,2 4 0,0 4 0,0 3 125,0 1 1,5 4 0,2 1 0,4 1-204,2 0 0,3 3 0,2 0 0,6-2-339,4-2 0,1 0 1,4-5-1,0-2 57,1-1 1,-2-2 0,-1-4 0,0-1-1594,-2-1 0,0-1 0,-2-2 1,-1 0 1536,-1 0 0,-2-3 0,1-1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9.8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72 7840,'0'-14'-38,"0"1"1,0 2 0,0 2 640,0 1 0,0 1 173,0 0 1,0 4 0,0 4-363,0 5 1,1 7 0,0 5 0,2 3-41,-2 2 0,3-1 0,-1 3 0,0 1-225,0 1 1,0-3-1,-2 1 1,2-2-200,1 0 1,-2-5 0,2-2 0,0-2-352,0-3 1,-2-4-1,2-4 38,-1 0 0,2-6 0,-2-2 0,0-4 20,0-4 0,1-2 0,-1 0 1,0-2 345,0-1 1,3 0 0,-2-2 0,2-1 102,1 1 1,-1 1 0,0 1 0,2-1-17,2-1 0,1 3 0,4 0 0,1 4 54,2 2 1,0 2 0,-1 4 0,0 3 147,-2 1 0,0 5 0,-3 3 0,0 4 69,-3 4 0,-3 1 0,-3 2 0,0 0 25,-1 3 1,-1-3 0,-1 0 0,0 0-217,0 0 1,0 1-1,-1-4 1,-1-1-355,0-2 1,0-1-1,2 0-1363,0-2 0,1-1-500,1-1 0,-1-3 2047,4-2 0,-1-1 0,3-1 0</inkml:trace>
  <inkml:trace contextRef="#ctx0" brushRef="#br0" timeOffset="416">604 161 7889,'0'-7'0,"0"0"394,0 0 0,-1 3 0,0-1 85,-2 0 0,1-1 0,1-1 0,0 2-166,-1 1 1,-4 0-1,1-1 1,-1 3-46,-1 1 1,0 1-1,-3 0 1,-4 1 8,-3 1 0,-3 5 0,-1 5 0,1 4 8,-1 2 1,1 2 0,3 0-1,4 1-112,5 0 1,5-5-449,5-2 0,6-1 145,6-4 1,3-3 0,4-4 0,1-2-89,1-2 1,-1-2-1,-4-2 1,-1-1 259,-3 0 0,-4 0 0,-1 1 1489,-1 1-1164,-4 2 0,-1 4 0,-3 1-971,0 3 1,1-2-553,1 2 0,2-4 1,3 1-2448,0-4 3603,-1 2 0,1-6 0,0 2 0</inkml:trace>
  <inkml:trace contextRef="#ctx0" brushRef="#br0" timeOffset="965">672 99 7889,'0'-7'271,"0"1"1,0 1 0,0 1 737,0-2 1,1 3-1,1 1-326,3 4 1,1 5 0,-1 4 0,-1 2-140,-1 1 0,0 3 1,-2 1-1,1 2-300,0 0 1,-1 1-1,-1-1 1,0-2-122,0-2 1,0-1-1,0-3 1,0 0-1246,0-3 479,0-1 1,0-8-1,2-5 1,1-5 380,1-3 0,-1 0 0,3-2 0,-2-1 166,2-2 0,0-2 0,2 2 0,0 0 111,1-2 0,1 3 0,-1 0 0,0-1 100,2 3 0,-2 4 0,1 2 0,2 4 327,-2 3 0,-2 2 0,1 3 1,-1 5 68,-1 5 0,-3 3 1,-2 5-1,-1-1-35,-1 1 1,0 0-1,1-1 1,0 1-394,2-1 1,-1-3-1,-2-1 1,0-4-572,0-3 1,1-4-176,1 0 1,-1-7 0,3 0 0,-1-4 204,-1-3 1,1-1-1,0-4 1,0 0 248,0 0 1,1 0 0,-1-2-1,2-2 31,0 1 0,0-2 1,1 3-1,0 0 59,2-1 1,1 5 0,0 0 0,0 4 351,-1 3 0,2 4 1,-1 1-1,-1 1 322,0 4 0,-1 3 0,0 6 0,-1 1 172,1 2 0,-2-1 0,-2-1 0,0 2-283,-1-2 1,2-1-1,-2 0 1,0-1-723,1-2 1,-2-1-1,1-3 1,0 0-1458,0 0 1,-1-3 0,4-2-805,0-1 0,-1-4 2539,0 1 0,1-6 0,2 0 0</inkml:trace>
  <inkml:trace contextRef="#ctx0" brushRef="#br0" timeOffset="1316">1214 134 9616,'7'0'2020,"0"0"0,0 0-1676,2 0 0,2-3 1,4 0-1,0 0-454,1 0 1,0-3-1,-2 2 1,-2-2 56,0-1 1,-3 0-238,-4-2 1,-3 1 124,-4-2 1,-3 3 0,-5 0 0,-4 1 280,-3 2 0,-1 1 0,1 3 0,0 0 394,2 3 0,0 3 1,2 4-1,0 3 148,1 1 0,2 4 0,4 2 0,2 1-252,2 1 0,2 1 0,4-3 0,4-1-294,4-4 1,2 0 0,3-3 0,0-3-484,1-4 1,0-1 0,2-2 0,-1-1-1110,-1-3 0,-2 1 0,-1-3 0,-2 0-2473,-2 0 3953,-2 3 0,1-5 0,-3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7.3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14 165 7947,'0'-28'-217,"0"7"0,0 0 1,0 4 346,0 2 1,-3 0-1,1 2 1,1 2 456,0 2 1,0 2 167,-1 3-490,1 0 0,-2 5 0,4 3-9,1 2 1,0 5 0,2 5 0,1 3 47,-2 3 0,3 6 1,-3 4-1,0 4 37,0 3 1,0 1-1,-3-2 1,0-1-162,0 1 0,0-2 0,0 1 0,0-2-208,0-4 1,0-5-1,2-4 1,1-3-167,1-2 1,-2-7 0,2-3-1,2-4-587,0-2 1,-2-1 0,1 0 0,1-1-835,0-1 0,0-2 1615,1-3 0,0 0 0,0 1 0</inkml:trace>
  <inkml:trace contextRef="#ctx0" brushRef="#br0" timeOffset="400">473 377 7971,'0'-6'-233,"0"-1"1,-1 0 0,-3 0-60,-3 1 1,-2 1-1,-1 3 1,-3 1 484,-2 1 1,-4 1 0,3 2 0,-1 4 261,0 4 1,-1 4-1,2 2 1,1 0-341,3 2 0,6-1 1,3-1-1,4-2-42,4-2 1,3-5 0,8-1 0,2-4-163,-1-2 1,2-2 0,-3-1 0,-1-2 126,-1 0 1,-2-2-1,-3 3 27,-2-2 0,0 0 0,-1 2-376,-2-1 1,3 2 0,-2-2 0,1 0-363,3 1 0,0-1 673,2-1 0,1-4 0,1 1 0</inkml:trace>
  <inkml:trace contextRef="#ctx0" brushRef="#br0" timeOffset="648">679 137 7897,'-6'-6'0,"1"-1"41,0 0 1,3 3 0,-2 3 419,1 2 0,0 7 0,2 5 0,-2 6 196,1 3 0,1 0 0,1 3 1,0 1-192,0 1 1,0 3-1,1-2 1,1-1-359,1-4 1,1-1-1,-1-2 1,0 0-295,0-4 1,2-1-1,-2-6 1,0 0-1633,0-2 0,-1-2-139,-2-1 0,0-3 1957,0-1 0,0-3 0,0-4 0</inkml:trace>
  <inkml:trace contextRef="#ctx0" brushRef="#br0" timeOffset="848">487 336 7782,'0'-7'-197,"0"1"0,0-1 904,0 0 1,1 1 0,2 2 0,3 1-265,3 3 0,5 0 0,0 0 0,3 0-496,2 0 1,1 0-1,1 3 1,-1 0-589,1 1 0,-3 1 1,0-2-1,1 0-232,1 0 1,-3 0 872,0 0 0,0-3 0,1 3 0</inkml:trace>
  <inkml:trace contextRef="#ctx0" brushRef="#br0" timeOffset="1015">851 329 7627,'-7'0'-1209,"2"0"1922,0 0 0,4 3 0,-2 2 1,3 2-102,0 2 0,0 2 0,0 2 1,0 2-443,0-2 1,2 3 0,0 1 0,0 0-322,-2-1 0,3 0 0,0-4 0,-1-2-893,1 0 0,-2-1 1044,4-1 0,-1-5 0,3 0 0</inkml:trace>
  <inkml:trace contextRef="#ctx0" brushRef="#br0" timeOffset="1164">803 281 7897,'-3'-6'-575,"2"-1"1,-1 0 574,1 0 0,1 3 0,1 0 0,1 0 0,2 2 0,2 2 0,4 7 0,1 0 0</inkml:trace>
  <inkml:trace contextRef="#ctx0" brushRef="#br0" timeOffset="1666">947 336 7927,'-3'-7'-80,"2"1"805,-1-1-369,1 3 0,1 4 1,0 5-1,0 1-138,0 3 1,1 1-1,0 3 1,2 1-83,1 0 1,-3 4-1,2-2 1,0 1-78,-1 0 1,0-1 0,-2-1 0,0 2-234,0-2 0,0-4 0,0 0-690,0-2 624,0-1 1,0-4-1,0-7 1,1-3 182,1-3 1,0-2-1,2-2 1,1-2-4,-2-1 1,3 2 0,0-3 0,0 1 0,0 0 0,1 0 0,1 2 0,1-1 95,3 1 0,-2 0 1,1 5-1,-1 2 184,1 2 1,1 4 0,0-1-1,0 4 201,0 2 1,-1 3-1,1 2 1,-2 1 24,0 0 1,-2 1 0,-2 4 0,-2-2-284,-1 1 0,-1-1 1,-2 1-1,0-1-549,0-2 0,0 2 1,0-2-1,0 0-924,0-2 0,0-2 0,1 0 1310,1 1 0,2-2 0,3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4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28 8002,'-7'2'0,"-1"1"327,-1-2 1,-3 1-1,3 0 29,3 2 0,1 0 0,6-2 109,4-1 0,8-1 1,5 0-1,1 0-40,2 0 0,3 0 0,1 0 0,2 0-121,3 0 0,2-1 1,1 0-1,2-1-112,-1-1 1,-1 0 0,-3 0 0,-3 0-132,-3 0 1,-4 0 0,-7 2-1,-3-1-237,-2 0 1,-5-2-413,0 0 1,-3 0-455,-3 0 1,2 2-2196,-4 0 3237,4 1 0,-2 1 0,3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03.3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296 76 7863,'-7'-13'-71,"-2"0"0,-1 1 1,-1 1 482,-1 1 0,-1 2 1,-2 3-1,0 3 7,-3 1 1,0 7 0,0 3-1,0 4-6,0 3 1,-2 5-1,3 5 1,-1 2-48,2 5 1,3 0-1,1 0 1,3 0-35,4 3 1,2-5 0,4-4 0,1-6 62,3-4 0,4-1 0,3-3 0,0-3-739,2-4 0,0-3 1,2 3-1,0-3-525,-1 0 1,2 2-1,0-3 1,2 0-507,3-2 0,2 0 0,1 0 1375,-1 0 0,6-3 0,-1 0 0</inkml:trace>
  <inkml:trace contextRef="#ctx0" brushRef="#br0" timeOffset="351">591 268 7851,'-1'-11'0,"-1"0"127,-3 2 0,-2-1 0,-2 4 0,-3 1 449,-3 3 0,-3 1 0,-3 1 1,1 1 46,-1 1 0,3 5 0,1 5 1,0 2-177,5 1 0,0 3 0,5 2 1,3-2-195,3-2 1,2-2 0,3-2 0,4-2-94,4-2 1,1-3-1,5-5 1,-1 0-208,1 0 1,-3 0-1,1 0 1,-2 0-806,0 0 0,-1 0 1,0 0-1,0 0-277,-1 0 1,2-2 0,-4-1 0,2-1 1128,0-2 0,-1-3 0,2-1 0</inkml:trace>
  <inkml:trace contextRef="#ctx0" brushRef="#br0" timeOffset="753">687 193 7851,'-7'0'1383,"3"0"0,1 1 0,3 2 0,0 4-651,0 6 1,0 5 0,0 5-1,1 2-190,1 1 0,1 2 0,2-1 0,0 1-527,0-1 0,-1 0 0,0-2 0,0-3-173,0-3 0,-3-3 1,2-4-1,-3-1-1682,0-1 0,0-3 833,-3-2 0,0-4 0,-4 1 0,2-4 547,0-2 1,1-4 0,-1 0 0,1-2 405,1 0 1,-1-2-1,2-3 1,0 0 74,1 0 1,2-7 0,1 2 0,1-3 146,0 0 1,3-2-1,3-3 1,2-1 1,2 0 0,4 2 1,2 4-1,2 3 171,2 4 0,2 1 0,-2 9 1,-1 6 519,-4 5 0,-3 6 0,-6 4 0,-3 2-141,-1 1 0,-5-1 0,-5 2 1,-1-1-628,-3-2 0,-3 2 0,-1-4 1,-1-2-535,0-1 0,0-2 0,-1-2 0,-2-1-808,2-1 1,1 0 0,1-3-1,1 0 39,0-1 1,4-2 0,-1-1 1209,2 0 0,-1-6 0,1 0 0</inkml:trace>
  <inkml:trace contextRef="#ctx0" brushRef="#br0" timeOffset="1416">975 207 9809,'0'6'1361,"0"3"0,2 3 0,0 0-728,0 2 1,1 5 0,-1-1 0,0 0-206,1 1 1,-1 0-1,2-3 1,-1-1-696,-1 0 0,-2-5-370,0-1 1,0-4 206,0-5 0,-2-4 0,-1-3 0,0 0 316,-1-2 0,2 0 0,1-2 0,0-1 194,-1 2 0,-1-3 1,3 2-1,0-4-105,0 0 0,1 0 0,1-1 1,3 1-155,2-1 1,-3 3 0,1 0 0,2 1 61,1 1 1,1 1-1,-2 4 1,1 1-84,1 0 1,-1 4-1,2-2 1,-1 3-143,0 0 0,0 2 1,-1 1-1,0 0-395,1 0 1,-2 1 0,-3-1 0,2 1 97,0-1 0,-1 0 0,-1-1 536,2 0 0,-3 0 266,2-2 1,-3 0 0,2 1 89,-1 1 0,-1 2 0,-2 3 0,0 0 440,0 2 0,-2 2 0,-1 4 0,0 0 185,0 4 0,1 1 1,2-1-1,0 1-432,3-2 1,1-1 0,6-1 0,3-5-421,2-3 0,4-4 0,-1-2 0,0-2-256,1-2 1,-5-3-1,0-4 1,-2-2 39,-2-2 1,-2-1 0,-3 0 0,-3-1-11,-1-2 1,-1 2-1,-1 0 1,-2 0 310,-4-1 1,1 2-1,-5 4 1,1-1-20,-1 3 0,1-1 1,-2 2-1,0 1-183,2 3 1,-2 0 0,2 3 0,-1 0-448,-1 0 0,2 3 1,0 0-1,1 0-626,0 3 0,2 0 0,3 0-737,1 1 1901,1-3 0,2 3 0,0-4 0</inkml:trace>
  <inkml:trace contextRef="#ctx0" brushRef="#br0" timeOffset="1650">1393 172 7833,'4'3'0,"1"-1"0,-2 3 0,1 0 291,1 1 1,4 2 0,3 3 0,2 3 1529,1 3 0,1 1 1,2 3-1,0 0-1733,0-1 1,1 0 0,-4-2 0,-2-2-1563,-3-4 0,-2-2-868,-2-4 1,-2-3 1263,-2-3 0,-1 0 1078,-1-5 0,-3-2 0,-1-4 0</inkml:trace>
  <inkml:trace contextRef="#ctx0" brushRef="#br0" timeOffset="1849">1592 200 7833,'-7'0'232,"0"0"1,0 0 0,0 0 0,0 0 573,-2 0 1,-2 3 0,-2 2-1,-2 3 35,-1 1 1,-1 3 0,-2 0 0,2 3-505,-1 1 1,3 2 0,2-2-1,2 0-509,1-2 1,5-1-1,3-2 1,1-1-1852,1-3 0,1-1-34,1-1 1,0-2 2056,2-3 0,2 0 0,0 0 0</inkml:trace>
  <inkml:trace contextRef="#ctx0" brushRef="#br0" timeOffset="2167">1633 28 7829,'8'1'2169,"0"2"-1543,1 4 0,4 7 1,0 6-1,3 5 82,2 1 1,0 5-1,1 1 1,0 0-169,-3 1 0,-3-2 0,-1-3 1,-3-1-204,-4-5 1,-2-4-1,-3-5 1,0-2-133,0-2 1,-4-1-1,-2-1 1,-3-1-398,-2-1 0,0-1 1,-4-3-1,0 1-524,-1 0 1,-3-1 0,0-1 0,0 0-509,-2 0 0,3 0 1,1 0-1,-1 0 691,3 0 1,3-3-1,0 1 1,-1 1 532,3 0 0,-1-2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8.9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100 257 7921,'-3'-7'529,"-1"2"1,-3 1-395,-2 1 1,0 1-1,-2 3 1,1 2 235,-1 4 0,3 4 0,-1 5 0,2 2 139,2 2 0,0 0 0,3 1 0,3-1-252,3 1 1,8-4 0,5-3-1,4-3-104,4-4 0,2-1 0,3-7 0,0-1-142,-2-3 0,0-5 1,-4-3-1,-4-2-335,-6-3 0,-4 0 0,-5-3 0,-4 0 230,-2 1 0,-5 1 1,-4 2-1,-4 1 396,-4 0 1,0 2-1,-2 3 1,-1 1-132,1 3 0,0 3 1,2 2-1,2 1-218,1 1 0,4 3 1,3 2-1,3 1-642,3 4 1,1 0-1,2 2 1,2-1-143,3 2 0,7-3 0,6-1 0,0-2-293,2 0 0,2-3 1123,-1 2 0,5-5 0,-3 2 0</inkml:trace>
  <inkml:trace contextRef="#ctx0" brushRef="#br0" timeOffset="200">470 188 7921,'0'-9'0,"0"0"-117,0 1 1,0-3 0,0 2-1,0 1 663,0 1 1,0 1 0,-3 1 0,-1 3-39,-2 1 1,0 2-1,0 2 1,1 4 23,0 6 0,0 4 0,0 7 0,0 4-133,0 3 0,2 0 0,1-1 0,1-1-415,1-1 0,0 2 0,0-6 0,0-3-1296,0-3 1,0-4-1,1-2-1944,1-1 3256,-1-6 0,2-1 0,-3-8 0</inkml:trace>
  <inkml:trace contextRef="#ctx0" brushRef="#br0" timeOffset="366">292 325 7921,'0'-6'246,"0"-1"1186,0 0-804,0 0 0,4 3 0,3 2 0,4 1-458,4 1 1,3 1 0,6 0-1,4 2-383,3 2 0,0-2 0,-1 2 0,0-2-2641,-3 0 2854,-2-2 0,-3 5 0,-3-3 0</inkml:trace>
  <inkml:trace contextRef="#ctx0" brushRef="#br0" timeOffset="1352">1170 236 7854,'-4'-7'-46,"3"1"1,-4-1 0,0 0-1,-1 0 241,-1 3 0,0-2 1,-2 2 255,-3 0 0,-1 1 0,-1 3 0,-3 0-50,-1 0 1,-1 2-1,-2 2 1,1 5 37,-1 4 0,3 4 0,1 1 0,2 3-175,5 1 0,2 0 1,4 0-1,1-2-234,3-2 0,3-3 0,2 1 1,3-4-169,3-3 1,7-2 0,1-1 0,4-1-750,1-3 1,2-1 0,1-1 0,1-1-1876,2-1 2762,-2 1 0,3-8 0,-4 1 0</inkml:trace>
  <inkml:trace contextRef="#ctx0" brushRef="#br0" timeOffset="1634">1376 216 7854,'-7'-7'0,"-1"0"0,-1 3 0,-3 2 497,0 1 0,-3 7 0,2 4 0,0 2 242,2 4 0,-2 2 0,4 2 0,2 0-279,1-1 1,4-1 0,5-1 0,5-2-205,4-1 0,6-4 0,3-2 1,2-3-292,2-2 1,2-1-1,-1-3 1,-1-1-398,-2-3 0,-4-4 0,-4 0 0,-1-2-25,-2-1 0,-5-1 0,-5-1 0,-2 1 213,-2-1 1,-4 0-1,-6 0 1,0 1 234,-2-1 0,-5 3 0,1 1 0,0 1-33,-1 0 0,0 0 0,4 4 0,2 1-709,3 1 0,7 1-50,5 2 1,7 3 0,8 1 800,1 0 0,0 2 0,3-2 0</inkml:trace>
  <inkml:trace contextRef="#ctx0" brushRef="#br0" timeOffset="1883">1601 92 7952,'-3'-13'68,"2"2"0,-4 2 392,0 1 0,2 5 0,1 4 400,1 5 0,1 4 1,0 4-1,1 2-220,1 3 1,0 3-1,1 2 1,1-1-256,0 1 1,-2 1-1,2 0 1,0-1-356,0-1 0,1-2 1,1-1-1,0-1-460,-1-4 1,1-3 0,-2-3 0,2-2-864,2-2 1,-4-2-1,1-3 1,-1-1-388,0-1 0,0-3 1680,-2-4 0,-1-2 0,2-3 0</inkml:trace>
  <inkml:trace contextRef="#ctx0" brushRef="#br0" timeOffset="2100">1718 51 11474,'0'8'0,"-2"2"859,0 3 0,0 5 1,2 5-1,0 2-228,0 2 0,0 3 0,0-1 0,0 0-746,0-1 1,2-4-1,1-4 1,1-3-590,1-5 0,-1-3 0,0-2 293,1 0 1,1-4 0,2-3-3962,-1-4 4372,-4-2 0,3-1 0,-2 1 0</inkml:trace>
  <inkml:trace contextRef="#ctx0" brushRef="#br0" timeOffset="2435">1849 271 8217,'4'0'769,"1"0"0,-1-1 0,4-1-298,1 0 1,1-2 0,5 1 0,0-1-500,1-2 0,4 1 1,-4-1-1,0 2-437,-2-1 1,-6-1 0,-1-1 354,-4 0 0,-4 0 0,-3 2 0,-6 1 408,-4 1 1,-4 1 0,-2 3 0,-1 1 323,0 3 0,1 1 1,2 2-1,2 0-103,1 1 1,3 3 0,0-1-1,4 3-267,3-1 1,2 1 0,3 0 0,1 0-487,1-1 1,2 0 0,5-1 0,3-2-472,0-1 0,3-3 0,1 0 0,2-3-261,2-1 0,1-1 1,2-1-1,-1 0-185,1 0 0,-2-3 1151,0-2 0,-1-4 0,0-1 0</inkml:trace>
  <inkml:trace contextRef="#ctx0" brushRef="#br0" timeOffset="2633">2288 195 7936,'-12'-5'130,"0"2"0,0 0 462,0 1 0,-5 2 1,1 3-1,-2 4 48,-1 3 1,2 4-1,2 0 1,2 2-49,2 3 0,5 0 0,0 1 0,3-2-577,3-2 0,6-1 0,6-2 0,4-2-211,5-2 1,0-4 0,5-3 0,-2-1-825,1-1 0,1-1 0,-3-1 0,-1-3-811,-1-1 0,-3-1 1831,-2-2 0,-2-2 0,0-3 0</inkml:trace>
  <inkml:trace contextRef="#ctx0" brushRef="#br0" timeOffset="2833">2438 72 7936,'0'-20'27,"0"2"0,-2 3 611,0 2 1,0 7 342,2 6 1,0 7 0,0 7 0,-1 4-261,-1 4 1,1 2 0,-1 4-1,1-1-162,1 1 1,0 0 0,1 1 0,0 0-364,1-3 0,3 1 0,-2-4 0,1-1-704,1-1 0,-1-4 0,0-3 0,1-4-1146,-2-3 1,3-3 0,-1-2 212,-1-4 1,-1-2 0,-3-2 1440,0-1 0,-6-7 0,-3 0 0</inkml:trace>
  <inkml:trace contextRef="#ctx0" brushRef="#br0" timeOffset="3100">2369 195 7936,'1'-6'658,"1"1"1,0 0-248,0 0 1,2 2 0,0 0 0,2 1 176,1-1 1,3 0-1,1 2 1,3-1-357,2 0 1,2 4 0,5 3 0,0 2-94,2 2 0,-4 1 0,0 4 0,-5 3 113,-2 1 0,-2 1 0,-4 0 0,-3 1 73,-3 0 1,-1-1-1,-1-2 1,-1-2 190,-1-1 1,-2-3-1399,-2-2 1,1-2-1616,0-2 1,3-3 428,0-4 0,1-2 2068,1-3 0,3-3 0,1-1 0</inkml:trace>
  <inkml:trace contextRef="#ctx0" brushRef="#br0" timeOffset="3749">2616 154 7936,'0'-7'592,"0"0"0,2 3-778,0 2 1,2 2 0,5 2 0,0 2-233,2 0 1,-2 1-1,2-2 1,0 2 253,-1 0 1,-2-1 0,1-1 0,-1 1 435,-4 0 0,2-2 1,-3 3-1,0 1 554,0 2 0,-1 1 0,-3 2 0,0 2-50,-2 2 0,-1 3 0,1 2 1,0 1-166,0-1 0,1 0 1,2-1-1,3-2-503,1-3 0,3 0 0,3-6 1,2-3-400,4-1 1,2-2 0,-1-3 0,0-2-254,-1-3 0,0-2 0,-2-3 0,-3-2-42,-2 0 1,-2 0-1,-3-1 1,-2-1 486,-1 0 0,-1 0 0,0-3 1,-1 0 370,-1 0 0,-1 3 0,-2 0 0,1 3 1803,1 3-1596,-2 1 0,4 7 0,-1 4 1,2 3-62,2 3 1,3 2 0,3 2 0,2 2-62,1 1 0,-2-1 0,2 2 1,0 1 7,1 0 1,-3-3-1,-2 1 1,-1-2-254,-1 0 0,-2-2 0,-3-2-589,0 0 0,-1-4 1,-1-4-21,-3-1 1,-1-1 0,0-1-1,2-1-277,1-2 1,0-3 0,1-1 0,0-3 347,1 1 0,5-2 0,0-3 0,3-3 306,2 1 0,-1 0 0,1-3 0,2 3 28,0 1 1,2 1 0,0 6-1,1 1 426,-3 4 0,2 4 0,-2 3 1,3 3 487,-1 5 1,0 5 0,-2 0-1,-1 1 146,-3 0 0,0-1 0,0-1 0,-1 0-716,-2-3 0,2-3 1,-4 0-1,0-1-1232,2-1 0,-3-2-2172,1-1-3207,2-2 6359,-4 1 0,3-3 0,-3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6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7947,'2'-12'221,"1"3"0,-2 3 0,0 5 211,-1 5 0,0 8 0,0 8 0,1 2-22,1 6 0,-1 2 0,2 5 0,0 1-15,1 3 0,0-1 1,0 5-1,0-1-192,0 0 0,0-6 1,1-4-1,-1-4-173,2-5 1,-3-6 0,0-6-1,-1-1-1142,0 1 0,1-6-47,-1 2 0,0-5 0,2 0-915,2-1 2074,0-4 0,1-4 0,0-4 0</inkml:trace>
  <inkml:trace contextRef="#ctx0" brushRef="#br0" timeOffset="367">282 309 7958,'-7'0'138,"-3"0"1,2 1 0,-3 1-1,1 5 412,-1 3 1,0 5 0,0 6 0,3 2-52,2 2 1,3 4 0,4 0-1,2-3-221,4-2 0,6-6 0,8-3 1,1-2-215,3-4 1,-1-4 0,1-3 0,-3-1-323,-3-1 0,0-4 0,-4-3 0,-1-3-97,-1-4 1,-7 1-1,0-1 1,-3 0 74,-1 0 1,-1-1 0,-2-1 0,-2 0 385,-4 2 1,-2 0-1,-4 0 1,1 1 181,-2-1 1,1 1-1,-5 1 1,2 1-111,-2 1 1,1 1 0,1 2 0,2 1-620,-1 1 1,5 2-1,1 3-90,1 0 0,5 3 1,3 2-1,4 1-92,2 1 1,2 0 0,1 1 622,2 1 0,5-2 0,2 3 0</inkml:trace>
  <inkml:trace contextRef="#ctx0" brushRef="#br0" timeOffset="699">762 364 7910,'0'-14'26,"0"3"1,-3 1 0,-2 0-28,-1 1 1,-1 2 0,1 3-1,-2 1 441,-1 3 0,1 0 0,-4 0 1,0 3 105,-1 1 0,0 5 0,-2 3 1,2 2-41,-1 1 0,-2 3 0,0 3 1,2-1-214,1 1 1,4-2 0,5 0 0,1-3-169,3-2 0,6-3 0,3-2 0,4-2-177,3-2 1,-1-2 0,3-3-1,-1 0-268,0 0 1,-2-1 0,0-1 0,-4-1-526,-1 0 0,2 0 0,-3 0 0,1-1-1007,0 0 1852,-1-1 0,1-2 0,1 0 0</inkml:trace>
  <inkml:trace contextRef="#ctx0" brushRef="#br0" timeOffset="1049">1002 412 7882,'0'-11'45,"0"2"1,0 2-1,0 0 1,0 0 564,0-3 1,-3 2-1,-2 0-203,-1 3 1,-1 0 0,-2 2 0,0 3-53,-2 1 1,-3 4-1,-2 4 1,0 4-93,-1 3 1,3 2 0,0-2 0,2-1-242,6 0 0,3-2 0,2 1 0,3-3-62,5-2 0,1-2 0,3-3 1,1-2-33,1-1 1,1-1 0,-1 0 0,-2 0-42,-2 0 0,-1-2 1,-1-1-1,0 0 115,0 0 1,-3 0-1,-1 1-763,0 0 0,-2 0 216,4 2 0,-2-1 1,3 0-1,-1-2 545,0 2 0,1-3 0,1 0 0</inkml:trace>
  <inkml:trace contextRef="#ctx0" brushRef="#br0" timeOffset="1265">1112 213 7882,'0'-10'539,"0"1"1,-2 1 258,-1 1 0,-1 4 0,2 3-145,0 4 1,1 5 0,1 3 0,0 3-141,0 4 0,0 1 0,0 3 0,1 1-317,1 1 1,-1 1 0,2-3 0,-1-1-137,1 2 0,2-3 0,-1 0 0,-1-3-609,0-1 1,0-3 0,-1-3 0,0-2-3652,1-3 2740,-2-3 1,2-3 1459,-3-3 0,-3 0 0,-1-4 0</inkml:trace>
  <inkml:trace contextRef="#ctx0" brushRef="#br0" timeOffset="1515">1002 398 7903,'5'-11'34,"-1"0"1,-1 3 0,0-2 0,1 2 238,0 2 0,3-1 0,2 0 1,3 1 282,0 2 0,0 0 0,2 5 1,1 2-228,1 1 1,-2 5-1,2 2 1,-1 2 35,-2 1 1,1 2-1,-1 0 1,-2 0 14,-2-2 0,-2-1 0,-1 1 0,-2 0-217,-1 0 0,-1-4 1,-2 0-1,0 0-367,0-1 0,0-3 1,0-1-1,-1-1-4440,-1 0 4644,1-1 0,-5-3 0,2 0 0</inkml:trace>
  <inkml:trace contextRef="#ctx0" brushRef="#br0" timeOffset="1648">1194 330 7882,'0'-7'0,"-2"0"-355,-1 0 1,2 3 0,4 1 0,1 1 171,2 0 1,2 0 0,1 2-1,2 2 183,2 0 0,-1 3 0,-1-3 0,0 3 0,3-1 0</inkml:trace>
  <inkml:trace contextRef="#ctx0" brushRef="#br0" timeOffset="2199">1338 337 7504,'4'1'556,"-2"1"1,-1 2 0,-2 3-1,-1 2-40,-2 3 0,-3 1 1,0 1-1,0 3-9,1 1 1,2 0 0,2 2-1,1-3-236,1 0 1,1-1 0,2-3-1,3-3-263,5-3 1,3-1-1,2-3 1,2-2-340,2-3 0,0-2 0,1-4 0,-3-1-44,-3-2 1,2-2 0,-4-1-1,-4 1 92,-3-1 0,-5-2 1,1 0-1,-2 1 329,-2 0 0,-5 1 0,-4 1 0,-2-1 239,-1 0 0,1 1 1,2 2-1,2 2 504,1 1 0,2 3-515,1 1 0,4 3 1,5 1-1,5 4-73,4 2 0,1 4 0,1 1 0,2 0 26,-2 0 1,-1 4 0,0 0 0,-1 0 165,-2 0 1,-1 1 0,-4 0 0,-1 0-150,-2-2 1,-3-1-1,0 1 1,0-1-312,-3-1 1,-1-3 0,-2-2 0,1-1-784,0-1 0,3-2 150,-3-3 0,4-3 0,-1-2 1,1-1 212,1-1 0,3-2 1,1-3-1,2-1 325,1-1 0,0-1 1,0-3-1,0 1 97,0-2 1,2-1 0,1 0 0,0 0 157,3 2 1,0 4 0,0 5 0,1 2 455,-3 2 1,1 4 0,-3 5 0,-1 6 250,0 2 1,1 4 0,-2 1 0,-2-1-103,-1 1 0,1 2 0,-3-3 0,-1 0-508,0-1 0,-1-1 1,0-4-1,0 0-643,0 0 1,2-1-1338,1-2 1,2-3-1,0-2 48,1-1 0,1-1 0,0 0 1742,-1 0 0,1-3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3.8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42 7833,'-7'0'335,"1"0"0,-1 0 1,0 0 109,0 0 0,2 0 0,1 0 119,-2 0 0,4 0 0,2 0-79,4 0 0,3 0 1,3 0-1,4 0-159,3 0 0,6 0 0,2 0 0,3 0-169,1 0 0,2 0 1,5-3-1,1 0-16,4 0 0,3-2 0,2-2 0,-3 1-485,-6 2 0,-9-1 0,-7 2 0,-6 2-1825,-2 0 1005,-6 1 1,-5 0 257,-4 0 0,0 2 355,-2 1 1,1-1 0,-1-1-458,1 1 1008,1-1 0,-1 5 0,-1-3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0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89 7920,'-7'4'0,"-2"-2"432,0-1 0,0-1 0,2 0 410,0 0 1,4 0-470,3 0 0,5 2 0,5 1 0,5-2 63,2 0 1,1 0 0,3 0 0,2 2-130,2 2 0,2-4 0,1 2 0,2-1-158,2 1 1,1-1 0,2-1 0,-2 0-251,-1 1 0,-2 1 0,-6-3 0,-4-1-371,-5-1 0,-6 0 0,-3-2-7,-2 1 1,-3 1-1,-2 2 1,-4 0-378,-3 0 1,-1 0-1,2 0 1,-1 0 855,2 0 0,-1 3 0,0 1 0</inkml:trace>
  <inkml:trace contextRef="#ctx0" brushRef="#br0" timeOffset="483">1018 41 7897,'-7'-3'338,"0"2"0,1-3 1,-2 1-84,-2 2 1,0 0 0,-4 2 0,-4 1 104,-2 2 1,-1 6 0,-4 4-1,2 4 136,1 1 0,4 4 0,3 1 1,5 0-64,5 2 1,5-2 0,6-2 0,6-3-393,4-3 1,10-6-1,4-3 1,6-4-210,3-2 0,-5-1 1,0-2-1,-3-1-276,-5-4 1,1-4-1,-5-1 1,-3-3-21,-5-1 1,-6-1 0,-6 2-1,-3-2 202,-3 0 0,-4 1 1,-9 0-1,-1 2 509,-1 0 1,-3 0 0,0 2 0,-1 0-40,1 0 0,3 3 0,1 0 1,2 2-300,0 0 0,7 3 0,4 1-595,3 3 0,4 0 1,5 0 685,2 0 0,6 3 0,2 1 0</inkml:trace>
  <inkml:trace contextRef="#ctx0" brushRef="#br0" timeOffset="867">1203 55 8141,'-2'-5'2284,"0"1"-1705,-1 2 1,4 2 0,1 6 0,1 4 72,0 4 1,4 4 0,2-2 0,-1 2-210,1 1 1,-2 0 0,1-1 0,1 2-415,0-1 1,1-3-1,-2-1 1,-1-1-205,-2-3 0,-1-3-763,1 1 1,-3-5 0,-4-4 357,-3-4 1,0-2 0,0-1 0,0-2 554,0 0 0,1-3 0,0 3 0,1-2 335,1-1 1,-1-1-1,1-1 1,0 1-31,2 2 0,0-2 0,0 1 0,3-1-208,1-3 1,3 3 0,0 0-1,0 1-357,2 1 1,1 1 0,2 4 0,-1 1-453,-1 0 1,1 4-1,-2-2 1,0 3-504,2 0 1,-6 3 1239,2 1 0,-2 2 0,2 1 0</inkml:trace>
  <inkml:trace contextRef="#ctx0" brushRef="#br0" timeOffset="1081">1478 103 7884,'4'0'440,"0"1"216,-1 1 0,0-1 0,-2 5 1,2 0 450,-2 2 0,2 2 1,0 4-1,0 0-644,0 0 1,0-1 0,-1 1 0,0 0-941,-1-1 1,0-1 0,-1-2 0,0 1-943,0-3 1,0-1 1418,0 0 0,-3-3 0,-1-1 0</inkml:trace>
  <inkml:trace contextRef="#ctx0" brushRef="#br0" timeOffset="1214">1463 69 7884,'0'-14'193,"0"0"1,0 4 0,0 1 0,0 1 136,0 1 0,1 3 0,1 2-468,4 1 0,2 2 0,1 1 0,0 3 138,1 1 0,0 1 0,4 0 0</inkml:trace>
  <inkml:trace contextRef="#ctx0" brushRef="#br0" timeOffset="1620">1772 103 7844,'-7'-11'0,"-2"2"99,0 2 1,-2 1 0,2 1 0,0 0 806,-2 2 0,1 2 0,-4 3 0,1 3-460,1 4 0,0 2 0,3 4 0,1 2-274,1-2 1,3-1 0,1 0-1,3-1-264,3-2 0,1-1 1,5-3-1,3-1-314,0-1 1,3-2-1,0-3 1,1 1 186,0 1 1,-2 0-1,0 2 1,-2 1 666,0 1 1,-1 3 0,-4 1 0,1 1 123,-2 1 1,-4 3 0,0 3 0,-4-1 182,-2 2 1,-3 0-1,-2 0 1,-2-2-455,-3 0-1,1-2 1,-1-3 0,1-3-780,-2-1 1,2-4 0,-1 0 0,-1-1-349,0-1 1,3-5 0,-2-1 0,1-2-69,0-1 1,-1-3 0,0 1 0,1 0 301,2 0 0,1 0 1,4-3-1,-1 0-308,2 0 1,2-3 900,3-1 0,3-1 0,1-4 0</inkml:trace>
  <inkml:trace contextRef="#ctx0" brushRef="#br0" timeOffset="1865">1889 96 8028,'4'-4'1270,"0"3"0,0 2-676,-1 4 1,0 2 0,0 2 0,-1 3-216,0 0 1,0 2 0,-2 1 0,0 0-513,0 1 1,0 0 0,0-2 0,0-1-704,0 1 1,0-3 0,0-2 835,-3-2 0,3 0 0,-3 0 0</inkml:trace>
  <inkml:trace contextRef="#ctx0" brushRef="#br0" timeOffset="1998">1847 48 7833,'-6'-7'150,"-1"1"0,1-1 0,1 1-222,0 1 1,4 2-1,1 3-1279,4 0 1351,2 3 0,4 1 0,0 3 0</inkml:trace>
  <inkml:trace contextRef="#ctx0" brushRef="#br0" timeOffset="2433">1978 103 7989,'7'0'1221,"-1"0"0,0 1 0,0 3 0,-1 4-738,0 2 0,-2 2 0,0 3 1,-1 2-173,1 1 0,-1-3 0,-2 3 0,0-1-232,0-2 0,0 0 0,0-2 0,0-1-686,0-1 1,0-4-7,0-1 0,0-4 0,0-2 263,0-4 0,1-4 1,1-3-1,2 1 167,2-2 1,1-1 0,1-1-1,1 0 272,0 1 1,2-1 0,-1 0 0,1 0-24,1-2 1,1 1 0,0-1 0,1 2 38,0 0 0,-3 3 0,0 3 0,1 3 123,-1 3 1,-2 5 0,-4 3 0,-1 6 226,-1 3 0,-1 0 1,-2 3-1,0 1 206,0-2 1,-1 2-1,0-2 1,-1-2-641,0-1 1,1-1 0,1-1 0,0-1-1291,0-1 1,0-1 0,1-3-3780,1-1 5048,-1 1 0,5-5 0,-1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20.3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111 207 7797,'-5'-6'-257,"1"0"334,-2 2 1,0 2 0,0 0-1,-2 1 490,1 1 1,-2 3 0,0 3 0,0 2-295,-1 3 1,2 3 0,-1 2-1,3 3-28,1 3 1,2 0 0,3 4-1,1 1 23,1 0 1,3 0-1,6-6 1,4-4-128,1-2 1,2-5 0,1-3-1,-2-5-129,0-3 1,-1-4-1,-1-4 1,-1-3-186,0-3 0,0-1 0,-5-4 1,-1-1 47,-3-1 0,0 2 1,-2 1-1,-2 1-19,-3 1 1,-5 2-1,-3 3 1,-2 0-25,1 0 1,-1 3 0,-1-1-1,0 2-289,2 2 1,-2 1-1,4 1-136,1 1 0,1 2 1,2 3-1051,3 3 1643,4 1 0,2 0 0,3 1 0</inkml:trace>
  <inkml:trace contextRef="#ctx0" brushRef="#br0" timeOffset="352">303 213 7797,'0'-6'0,"0"-1"2260,0 0-1696,0 3 1,0 4-1,2 6 1,1 2-160,1 3 1,-2 6-1,2 1 1,2 1-75,-3 2 1,3 0 0,-3 2-1,0-1-215,0 1 0,-1-2 0,-2-2 0,0-1-172,0-4 1,0-2 0,-1-3-70,-1-3 0,-2-3 0,-2-5 56,2-2 0,0-6 0,2-1 1,-1-2 187,2-1 1,0 0 0,1 0-1,0-1-61,0-2 0,1 2 1,0 0-1,2 0-277,2-1 0,-1 1 0,3 3 0,0 0-229,0 0 0,0 2 0,1 1 0,3 2-128,-1-1 0,1 1 0,1 1 0,0 2-645,0 2 0,-2 1 1221,2 1 0,0 0 0,1 0 0</inkml:trace>
  <inkml:trace contextRef="#ctx0" brushRef="#br0" timeOffset="684">872 90 7817,'-3'-17'-5,"-3"4"0,-3-2 1,1 4 256,2 1 1,0 1 0,2 3 1161,-2 1 1,-1 2-1053,0 3 0,0 3 1,0 2-1,0 4-63,1 2 1,1 3 0,1 2 0,-1 3 68,1 3 1,-2 2 0,2 4 0,-1-1-59,1-2 0,2 2 0,0-3 1,1 3-294,1 0 1,0-2-1,0-2 1,1-2-540,1 0 0,0-4 0,2-1 0,1-2-351,-1-3 0,2-3 0,-3-4 873,0-1 0,-1-1 0,1-2 0</inkml:trace>
  <inkml:trace contextRef="#ctx0" brushRef="#br0" timeOffset="900">612 282 7815,'-5'-4'1262,"2"-1"-349,0-1 1,2 3-1,0-1 1,2 1-334,4 1 1,2 2-1,3 0 1,3 0-555,2 0 1,5 0 0,0 0 0,3 0-651,1 0 1,-1 0 0,3 2 0,1 1-3568,2 1 4191,1-3 0,-3 2 0,1-3 0</inkml:trace>
  <inkml:trace contextRef="#ctx0" brushRef="#br0" timeOffset="1322">1064 255 7812,'-3'-6'100,"-2"1"0,0-1 1,0 2-1,0 1 342,-1 0 0,0 3 0,0 0 0,-2 0 45,-1 0 1,1 1 0,-4 3 0,0 3-183,-1 3 0,-2 4 0,1 4 0,0 0-153,4 0 0,1 0 1,3 0-1,2-2-151,4-1 1,4-3 0,6-2 0,2-4-163,3-2 0,-1-1 0,2-5 0,-2-1 63,-3-4 0,2 1 0,-4-3 0,-1 1 570,0 1 0,-2 1 1411,-2-2-1617,-1 4 1,-3 7 0,0 3 0,0 3-795,0-2 0,0 0 1,0 0-1502,0-1 1,1 0 2028,1-1 0,6-1 0,2-4 0</inkml:trace>
  <inkml:trace contextRef="#ctx0" brushRef="#br0" timeOffset="1616">1112 282 7471,'4'-11'-311,"-2"2"1,-1-1 0,-1 1 4696,0 1-3672,0 4 0,0 4 1,0 5-1,0 3-255,0 3 0,0 2 0,0 2 1,0 0-35,0 1 0,0 3 1,0-3-1,0 1-315,0 0 1,0-4 0,0-1-1,0 0-322,0-2 1,0 0-121,0-3 1,0-4 167,0-3 1,0-6 0,0-3 0,0-2 38,0-2 1,2 1-1,0-2 1,0 1-308,1-2 0,0 1 0,3 0 0,-2-1-281,2 2 0,0 1 0,2-1 0,1 1-53,2 0 0,2 4 1,-1-1-1,-1 2 766,1 2 0,4-1 0,2 2 0</inkml:trace>
  <inkml:trace contextRef="#ctx0" brushRef="#br0" timeOffset="2250">1331 248 8637,'-3'-4'1243,"2"1"1,-2 4 0,3 1 0,0 3-849,0 1 0,0 3 0,0 4 1,0 2-96,0 3 0,0 1 0,0 0 0,0 0-299,0 1 1,0-4 0,0 2 0,0-1-523,0-2 1,0-4-96,0-1 0,0-7 0,0-3 348,0-3 0,2-7 0,1-1 0,-1-2 196,1-1 0,-1-2 0,2-1 1,0 1 287,-1-1 0,1 0 0,1 2 1,0-2-41,0 0 0,3 2 1,3-2-1,-1 3 14,2 0 1,1 4-1,1 3 1,0 4 43,-1 2 0,1 2 1,0 2-1,-1 4 89,-2 4 1,-2 5 0,-4 2-1,0 2 106,-2 0 0,-1 1 0,-2-1 1,-1-1-393,-1-1 1,-1-3-1,-2 1 1,2-2-434,0-2 0,1-3-106,-2-5 0,2-2 0,1-5-73,2-3 0,1-2 0,2-3 0,2-2 397,0 0 1,1 0-1,0-1 1,0-2 214,-1 0 1,1-2 0,1 1 0,1 0-206,0 1 0,3-3 1,-2 3-1,1 2 205,1 1 1,-3 4-1,2 5 1,-1 2 301,2 1 1,-6 2-1,0 3 1,0 4 316,-3 4 1,0 2-1,-3 4 1,0 1-20,0 1 0,-3-2 1,-1 0-1,-1-1-584,0 0 1,0-1-1,3 0 1,0-3-740,1-1 0,-2-2 1,1-3 48,1 0 0,1-4-1786,2 0 0,-1-3 1,4 0 2422,-2-3 0,2-3 0,-1-5 0</inkml:trace>
  <inkml:trace contextRef="#ctx0" brushRef="#br0" timeOffset="2601">1832 324 9082,'-4'-4'408,"2"-1"0,4 2 1,3 1-1,1 1 239,0-2 0,4 3 1,2-3-1,0 3-447,-1 0 0,2-3 0,-2 0 0,0 0-442,-2 0 0,-2-2 0,-3 1 219,-2-2 1,-2-2-1,-2 1 1,-2 1 322,-2-1 1,-4 3-1,-2 2 1,-2 1 144,-1 1 1,0 1 0,-1 1-1,2 3 129,0 4 0,0-1 0,1 4 0,1 1-277,1 2 0,4 0 0,1 3 0,2-2-322,3-1 1,1 2 0,3-2 0,4-1-841,7-1 0,0-6 1,4 0-1,1-3 18,-2-1 1,3-3 0,-5 3-1,0-3-218,0 0 0,-1-2 1,-1-1-1,1-1-1274,0-1 2339,0-1 0,-1-4 0,1-1 0</inkml:trace>
  <inkml:trace contextRef="#ctx0" brushRef="#br0" timeOffset="2968">2188 268 7795,'0'-9'227,"0"0"1,-3 2-1,-1 4 1,-3 0 400,-2 1 0,-2 3 0,-3 3 0,0 4 241,-2 4 1,1 1 0,0 5-1,3 1-201,3 1 0,1 1 0,2-2 1,1 0-394,3-3 1,5-1 0,4-3-1,5 0-405,3-3 1,0-5 0,4-2 0,-1-2-496,-1-5 1,1 1 0,-4-6 0,0 0-123,0-2 0,-5-1 0,0-1 0,-2-2 562,-3-2 1,1 0 0,-2 0-1,-2-1 347,0-1 0,-1-1 1,0 1-1,0-1 372,0 1 1,-2 3 0,-1 1 0,0 4 288,0 3 1,0 6 0,1 5-351,0 6 1,0 5 0,2 4 0,-1 3-131,-1 2 0,1 2 1,-1-3-1,1 3-125,1 0 0,0-1 0,0-1 0,0-2-384,0-2 0,0-2 0,1 1 0,0-3-807,1-3 1,4-4 0,-3-1-1699,1-1 0,2-4-485,-1 1 3156,1-4 0,-2 1 0,-1-2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8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87 7859,'0'-10'0,"0"1"56,0 1 1,0 0-1,0 1 121,0 1 1,0-2 643,0 1-584,0 4 0,0 3 1,0 4-47,0 2 0,0 2 1,-1 2-1,-1 4 129,0 3 1,0 6 0,2 3 0,0 6 54,0 5 1,-1 4 0,0 4 0,-2 2-152,2 0 1,0-2 0,1-7-1,2-3-63,2-5 1,2-13 0,7-4-1,3-6-161,0-5 0,0-7 0,2-4 0,-1-3-176,0-2 0,-3-3 0,-1-1 1,-3-2-12,-2 0 1,0-1 0,-4 0 0,-1 1 123,-3-1 0,3 1 0,-1 0 0,-1-1 19,0 3 0,-1-1 0,0 3 0,0 0-109,0-1 0,0 6 0,0 0 94,0 2 0,0 9 0,-1 6 0,0 6 178,-1 5 1,-1 6 0,3 3 0,0 3-12,0 3 0,0-2 0,0 0 0,1-3-56,1-1 1,3-4-1,4-3 1,2-5-41,3-4 0,0-4 1,1-6-1,1-1-46,2-1 0,-3-4 0,2-4 0,-4 0 31,-1-2 1,0-2 0,-4 1 0,-1-1 23,-1 1 1,-5-2-1,1 3 1,-1-1-52,-1-1 0,-1 4 0,0-4 0,-2 2-189,-1-2 1,2 0 0,-3-1-1,2-2-391,2 2 1,-2 2 0,1 1 0,1 1 20,2 1 0,1 2 0,2 2 0,2 3 68,0 0 0,1 0 0,-1 4 521,-1 1 0,4 2 0,-2 3 0</inkml:trace>
  <inkml:trace contextRef="#ctx0" brushRef="#br0" timeOffset="215">453 196 8967,'0'10'1007,"0"1"1,0 3-510,0 2 1,0 2-1,0 5 1,0 2-365,0 2 1,0-1 0,1 1-1,1-4-534,0-1 1,2-4 0,-1-4 399,2 0 0,-1-3 0,3-2 0</inkml:trace>
  <inkml:trace contextRef="#ctx0" brushRef="#br0" timeOffset="365">447 120 7887,'-7'-19'-1,"0"0"113,0 3 0,1 6 0,-1 4 158,2 5 0,2 5 0,3 4 1,1 2-368,1 0 0,3 2 0,5 2 97,1-1 0,2 5 0,0-1 0</inkml:trace>
  <inkml:trace contextRef="#ctx0" brushRef="#br0" timeOffset="700">604 45 7825,'0'-13'648,"0"2"1,-2 1-199,0 3 1,-3 4 0,3 4 0,0 6-14,2 5 1,0 6 0,0 5 0,0 2-4,0 2 0,0 0 0,0 0 1,0 1-208,0-1 1,0 3-1,-1-1 1,-1-2-183,0-3 1,0-4 0,2-1-1,0-1-345,0-2 1,0-1-1,0-3 1,0-3-1727,0-1 1,0-2-130,0 1 2155,3-3 0,1-1 0,2-3 0</inkml:trace>
  <inkml:trace contextRef="#ctx0" brushRef="#br0" timeOffset="1150">831 258 7868,'-11'-8'-40,"2"-1"0,1 2 1,1-3-1,0 3 1018,1 3 1,-1 1 0,0 3-541,0 0 0,3 3 1,-1 2-1,2 3-231,-1 4 0,2 5 0,-2 2 0,1 4-37,1 1 1,2 1-1,0 1 1,0-2-84,0 0 0,0-2 0,3-4 0,2-2-118,3-4 0,0-5 0,2-5 0,-1-2-98,0-2 1,3-3 0,-1-5 0,1-3-419,-1-2 0,-1-4 0,2 0 1,-3 0 174,-1-1 0,-4-1 0,0 0 1,-1-2 380,-1 1 1,-2-2-1,0 2 1,-3-2 182,-1 0 1,-2-4-1,-1-1 1,1 0 112,2 3 0,-3 7 0,3 5 144,0 4 1,1 7 0,1 6 0,0 8 57,0 5 1,2 8 0,0 0 0,0 3-168,0 0 0,2 1 0,0-1 0,0 1-260,-2 0 0,3-4 1,0-2-1,0 0-359,3-2 0,0 0 1,1-2-1,0-2-684,0-1 1,0-7 0,2-1 962,3-1 0,4-3 0,1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29.5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42 7807,'-7'-3'52,"0"-1"521,1-4 1,1 4 0,5-3-1,6 3-127,3 4 0,6 0 0,3 0 1,5 0-29,4 0 0,3 0-327,0 0 1,0 0 39,-3 0 1,2 0 0,-3 0 0,0 3-63,-2 0 1,-3 0 0,-5-3 0,-2 0-91,-2 0 0,1 0 0,1 0-37,-2 0 1,-4 0-1,-2 0-288,-2-4 0,-1 2-714,-3-5 1,0 5-1727,-4-2 2786,-1 3 0,-6 1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4:57.3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311 359 7879,'0'-7'472,"0"1"1,0 0 0,0 0-211,3-1 0,-3-1 0,2-1 0,-1 0-219,-1 0 0,0-2 0,0 0 0,-1-2-2,-1-2 0,-1-1 0,-3 2 0,-1-1-90,-1 0 0,-3 3 0,-4-1 1,-4 5-27,-3 3 1,-3 4 0,-2 5 0,-1 8 194,-3 8 1,3 7 0,3 9 0,5 3 279,5 2 0,2 2 0,7 2 0,3-1 6,1-1 0,7-7 0,4-3 0,3-6-225,2-3 0,4-9 1,4-5-1,2-5-182,1-2 1,5-3-1,-1-3 1,2-1-246,-3-4 1,-4-4 0,-5-3 0,-1-1-166,-3-4 1,-5-1-1,-2-5 1,-4 0-247,-2 0 0,-1-4 343,-1 0 0,-1 3 130,-1-3 0,-2 0 1,-2-6-1,-3-6-1,-1-3 0,1-2 1,-1 3-1,2 6 237,2 6 0,0 10 0,2 9 115,1 6 0,-2 9 1,3 11-1,0 4 684,-1 6 0,2 2 1,-1 2-1,2 2-21,0 4 1,0 2 0,0 3-1,0 2-471,2-2 1,0-2 0,2-3 0,1-1-205,0-1 0,2-4 1,-1-2-1,0-4-522,1-1 1,-1-5 0,1 0 0,0-4-605,-2-3 0,0-3 0,1-2 0,0 0-1142,1-2 0,-2-1 2113,0-2 0,3-4 0,-1-4 0</inkml:trace>
  <inkml:trace contextRef="#ctx0" brushRef="#br0" timeOffset="296">553 209 8769,'-6'0'631,"2"1"1,1 2 0,2 3-243,-2 4 1,1 4 0,2 4 0,0 4 433,0 3 1,0 4 0,0 2-1,0 1-474,0 0 0,0 0 1,0-4-1,1 0-494,1 0 1,0-7 0,1 0-1,0-6-683,1-3 0,-1-1 0,2-4 1,-2-1-265,0-1 1,2-4 0,-1 1-311,-1-4 0,0-4 1402,0-4 0,-3-1 0,3-2 0</inkml:trace>
  <inkml:trace contextRef="#ctx0" brushRef="#br0" timeOffset="446">522 128 9306,'-3'-3'260,"2"0"0,-2 4-462,0 1 0,0 1 0,3 4 202,0-1 0,3 3 0,0 1 0</inkml:trace>
  <inkml:trace contextRef="#ctx0" brushRef="#br0" timeOffset="1062">1050 266 7965,'0'-9'52,"-4"0"0,-1-3 0,-3 3 420,-2 0 1,0 0 0,-4 3 0,-1 0 47,-4 0 1,1 3 0,-3 0 0,1 3-212,0 0 0,0 0 1,-1 3-1,2 3-36,1 4 1,-1 1 0,1 3-1,2 0-139,1 3 1,3-2 0,3 0 0,3-3-86,3 1 0,5-1 0,5 0 0,5-1-187,3-3 0,6-1 1,2 1-1,2 1 277,2 1 0,-4-2 0,2 2 0,-2-1 136,-1 1 1,0 2 0,-2 3 0,-2 2 39,-2 0 0,-5 2 0,-3 2 0,-4 0 238,-1-3 0,-3-1 0,-3-4 1,-1-1-427,-4-4 1,-2 1 0,-4-2-1,-1-1-189,-1-1 0,-1-4 0,-1 2 1,-1-3-432,1 0 0,-1 0 0,1-3 0,1 0-170,0-3 0,1-3 1,-3 0-1,1 0-225,2 1 0,1-2 0,3 1 1,1-1 55,3-1 0,4-1 0,4 2 0,5 0 832,2 1 0,8-2 0,5 1 0</inkml:trace>
  <inkml:trace contextRef="#ctx0" brushRef="#br0" timeOffset="1465">1361 290 7986,'0'-12'34,"0"1"0,0 1 196,0 1 1,-3-1-1,-2 0 1,-1 0 590,-2 2 1,-4 2-1,-5 2 1,-4 1-309,-1 3 1,-2 0 0,1 3 0,2 2-81,2 2 0,2 4 1,2 2-1,3 2-264,4-1 1,4 1 0,4-1 0,0 1-206,0 0 0,6-2 0,2 2 0,5-2 56,3-1 1,2 1 0,6 1 0,2 1 152,2-2 1,-2 1 0,1-2 0,-3 1 347,-2 1 0,-5 0 0,-2 0 0,-6-1 77,-5 0 1,-1-1 0,-3 0-1,-1-2-342,-3-2 1,-1-1 0,-6-1 0,0 1-253,-3-1 1,-1-2 0,-3-1 0,1 0-259,-2-1 0,-1-1 0,-2-2 1,1-1-490,1 0 0,1-2 0,2-1 0,1 0-511,1-2 0,1 1 0,4 0 0,1 0-752,3-1 0,3 4 2006,0-2 0,6 1 0,0-2 0</inkml:trace>
  <inkml:trace contextRef="#ctx0" brushRef="#br0" timeOffset="1931">1652 359 8112,'-10'0'0,"-1"0"362,1 0 1,2 0-1,3 0 1,1 2 442,4 2 1,1 2 0,4 2-1,2 0-409,1 0 1,4-3-1,0-1 1,4 0-275,2 0 0,1-2 0,0-2 1,2 0-376,-1 0 0,3-2 0,-3-3 0,1-2-564,-2-1 0,-4-4 172,-3 2 0,-3-1 358,-4-2 0,-2 1 0,-5-1 1,-2 1 242,-5-1 1,-2 1 0,-4 0 0,-1 2 339,-2 2 0,-1 2 1,1 1-1,-2 3 313,-1 1 1,2 3-1,-1 2 1,0 4 134,1 4 0,0 1 0,-1 3 0,-4 3 39,0 0 0,0 3 1,0 0-1,1 2-187,2 0 0,8-2 0,4 2 0,6-2-449,3-2 0,3-3 0,3-1 1,5-2-530,5-2 1,2-2-1,5-5 1,2 1-529,1-3 1,1-1 0,-2 0 0,-1-1-667,-1-1 0,2-3 1,-1-1-1,5-2-1660,1 0 3236,1 0 0,3-3 0,1-1 0</inkml:trace>
  <inkml:trace contextRef="#ctx0" brushRef="#br0" timeOffset="2179">2205 315 7911,'-6'-12'0,"-1"1"252,1 1 0,-2 3 0,-1-2 0,-1 3 797,-1 2 0,-3 1 0,-3 3 0,-1 1-338,0 1 1,1 2 0,1 5 0,1 3-241,1 4 1,0 2-1,2 2 1,3-1-88,3 2 0,1 2-271,3-2 1,3 1-77,3-1 1,4-1 0,3-2 0,4-1-345,3-2 1,2-3-1,2-2 1,2-1-836,0-3 0,-1-2 1,0-2-1,-1-1-374,-2-1 0,0-1 0,-5-2 1516,1-3 0,-3-3 0,3-3 0</inkml:trace>
  <inkml:trace contextRef="#ctx0" brushRef="#br0" timeOffset="2429">2385 67 7909,'-6'-1'92,"0"0"0,-1-2 417,1 2 0,1 1 1,1 3-1,1 4 413,3 5 0,0 6 0,3 5 1,0 4-259,0 4 1,5 2-1,-1 5 1,-1-1-219,1 0 0,-1-1 0,1-3 1,-1-4-318,0-5 1,-2-1 0,0-4 0,1-2-153,-2-1 0,0-1 0,-3-3-3038,3-3 1170,-3 0 1,3-6-1,-4-3 1891,-1-3 0,-4-6 0,-4 0 0</inkml:trace>
  <inkml:trace contextRef="#ctx0" brushRef="#br0" timeOffset="2696">2230 309 7985,'6'-7'154,"1"-2"0,-1 3 0,0-2 1,3 3 662,1 0 0,2 2 0,1-1 0,1 2-496,3 1 0,4 1 0,1 0 1,2 0-176,-1 0 0,-2 3 1,-3 1-1,0 2-44,-1 3 1,-2-2-1,-4 4 1,-2-1 109,0 2 1,-1 2-1,-1 0 1,-1 2 138,0 2 1,-1 1 0,-2 0 0,0-1 380,-2 1 0,0-1 0,-1 0 0,0-1-624,0-3 1,-1-3 0,0-1 0,-2-1-2766,2-1-466,1-4 0,0-2 3123,0-4 0,0-2 0,0-2 0</inkml:trace>
  <inkml:trace contextRef="#ctx0" brushRef="#br0" timeOffset="2829">2546 228 7985,'0'-6'170,"-2"-1"1,1 1 367,-1 0 0,2 3 1,2 0-1,2 3-830,2 3 1,1 0 0,1 3 291,3 0 0,0 3 0,2 1 0</inkml:trace>
  <inkml:trace contextRef="#ctx0" brushRef="#br0" timeOffset="3546">2851 309 7921,'-8'-4'1217,"-1"0"-568,2 2 0,0-1 0,1 3 0,-1 1 5,1 1 0,-2 4 0,0 5 0,1 0-255,2 2 1,0 2 0,3 1-1,1 2-159,0 1 1,5 1 0,2-1-1,3 1-113,3-2 1,1-2-1,1-4 1,4-1-339,-1-3 1,4-2 0,0-2-1,-2-2-624,1-1 0,-2-4 0,-2-2 0,-1-2 180,-2-4 1,-5-1 0,-3-2 0,-1-1 184,-3-1 1,-1 0 0,-3-3 0,-2 0 385,-3 0 0,-4 1 0,0-1 0,-3 2 455,-1-1 1,-2 2 0,2 3 0,0 2 491,2 1 0,1 3 0,3 3-265,2 2 1,5 2 0,3 2-468,6 2 1,3-1-1,3 1 1,3 1-111,2 1 1,0 2 0,0 0 0,-1 0-61,-1 1 1,2-1 0,-2 2 0,0 2 264,-3-1 1,3 2 0,-6-1 0,0 0 112,0 1 1,-2 1-1,-2 1 1,-1-1 15,-2-1 1,-1-1-1,-1 1 1,0 1-334,0-2 1,-2 1 0,0-5 0,0-1-633,-1-2 0,2 0-315,-3-3 0,2 0 0,0-5 221,1-1 1,1-4 0,0-3 0,1 0 448,1-2 1,1-1-1,2-1 1,-1-1 130,1-1 1,0-2 0,3-2 0,-1-1 91,1-3 0,4 1 0,-2 1 0,4 3 389,0 3 1,5 3 0,-2 6 0,0 4 199,1 2 1,-3 7 0,-1 2-1,-1 6-32,-2 2 0,-2 1 0,-3 3 0,-1 0-109,-1-1 1,1 3-1,-2 0 1,0-2-21,-1-2 0,0 1 0,-2-2 0,0 0-226,0-2 0,0 0 0,0-3 0,0 0-566,0-3 1,0-1-2222,0-1 1107,0-3 0,3 0 1,0-6-193,0 0 1,-2-3 1701,1 0 0,1-3 0,1-1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02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66 186 7874,'0'-11'57,"0"1"1,0 1 525,0 0 0,0 3-196,0 0 0,0 4 0,0 3 4,0 4 0,3 5 0,-1 5 0,-1 2-46,2 3 1,-1 0 0,2 2 0,-2 0-195,-1 0 1,2-1 0,0 1 0,-2-1-188,2 0 1,-1-5-1,1-2 1,0 0-1585,1-2 1,-2-2 1619,2-2 0,0-7 0,3-1 0</inkml:trace>
  <inkml:trace contextRef="#ctx0" brushRef="#br0" timeOffset="160">17 36 7952,'-5'-8'0,"-1"1"325,3 1-261,1 0 0,2 6 1,4-2-1,3 4-415,1 4 0,-1 1 351,4 4 0,-1-1 0,2 2 0</inkml:trace>
  <inkml:trace contextRef="#ctx0" brushRef="#br0" timeOffset="650">166 192 7927,'-3'-6'297,"-1"0"113,-2 2 0,3 2 0,1 6 0,1 4 152,1 3 0,1 0 0,1 4 0,2 0-339,1 2 1,2-2-1,-1 2 1,0-1-233,1 1 1,-1 0 0,0-2 0,0 0-212,1 0 1,-1-2 0,-1-3 0,0-1-631,-1-2 0,-3-4 497,2-3 1,-3-5-1,-2-6 1,-1 0 134,0-2 1,2 1-1,-2-3 1,2 0 255,-1 0 1,2-2-1,-3-2 1,3 1 83,3 2 1,0-2 0,6 1-1,1 0 69,2 1 1,1 1 0,1 5-1,3 2 286,1 0 1,-2 5 0,-2 2 0,-1 3-68,0 4 1,-1 3 0,-2 4-1,0-1 60,-1 0 1,-3 3 0,-1 0 0,-1 0-172,-1 0 0,0 0 0,-3-3 0,0 0-413,0 1 1,0-1-1,0 0 1,0-1-756,0-3 0,0-1 0,0-1-1277,0 0 0,2-3 269,3 0 1877,0-3 0,4-6 0,1 0 0</inkml:trace>
  <inkml:trace contextRef="#ctx0" brushRef="#br0" timeOffset="916">619 123 8243,'-10'-6'461,"0"0"1,-1 0 0,-1 3-1,0 0 109,-1 3 0,2 3 1,2 3-1,3 4-42,3 2 1,2 3 0,3 2 0,5 1-205,3 0 0,1 1 0,2-1 1,-1 2-205,3 1 0,-5-4 0,1 1 1,-5-2-270,-1-3 1,-2 1 0,-4-3-1,-1-1-418,-3-4 0,-3 0 0,-2-4 0,-2-1-24,-3-3 1,2-2-1,-1-2 1,0-2 84,2 0 1,2-3-1,2 2 1,2 0 116,2-3 1,1 3 0,3-1 388,3-1 0,3-1 0,3 0 0</inkml:trace>
  <inkml:trace contextRef="#ctx0" brushRef="#br0" timeOffset="1166">657 12 7935,'0'-6'954,"0"2"0,0 3 0,0 6 0,3 5-455,0 5 1,3 4 0,0 1 0,0 4-77,0 2 1,2 1 0,-1 3 0,2 0-323,1-3 1,-2-1 0,-1-4-1,-2-1-670,0-4 0,-2-3 0,1-3-1827,-1-3 0,-3-2-38,-3-2 2434,0-1 0,-9-9 0,-1 0 0</inkml:trace>
  <inkml:trace contextRef="#ctx0" brushRef="#br0" timeOffset="1349">632 186 7935,'2'-9'607,"3"0"1,0 0-54,2 0 0,1-1 0,2 2 0,0 2 150,4 2 1,2 2 0,1-2 0,1 2-680,0 0 0,0 4 0,0 0 1,-2 2-259,1 3 0,-2-1 0,-1 3 1,-3-1-1044,-3 1 1,-1-1 0,-1-1 1275,-2-1 0,2 3 0,-3 0 0</inkml:trace>
  <inkml:trace contextRef="#ctx0" brushRef="#br0" timeOffset="2133">911 167 13350,'2'8'674,"0"0"0,3 4 0,-1 0 0,1 3-261,-1 0 0,2 0 0,-3 2 0,1 0-316,1 0 1,-3 0-1,1-3 1,0 0-179,-2 1 1,0-6 0,-1 2-1,0-4-504,0 0 1,-3-4 108,-1-1 1,1-4-1,-1-2 1,2-2 158,0-3 0,1 2 0,1-3 0,0-1 244,0-1 0,0 0 0,0-1 1,0 0-21,0-2 1,3 3 0,1-3 0,1 1 139,2 0 0,0 1 0,0 0 0,2 3 84,1 1 1,1 3 0,0 2-1,0 2 86,0 3 1,-4 2 0,1 3 0,-1 3 55,0 4 0,-1 0 0,0 3 0,0 1 15,1-1 0,1 1 0,1-2 0,0-2-56,0 1 1,1-5 0,-1 0 0,0-2-134,0-1 0,1-1 0,-2-1 0,0-1-218,-1-3 1,-3-3 0,0-1 0,0-1-226,0-1 1,1-3-1,-3 0 1,-1 0 181,0-3 1,-1 0-1,0 0 1,0 0-11,0 0 0,0-1 1,-1 1-1,0 0-210,-1 1 0,-3 0 1,4 3-1,-1 0-2161,1 2 1581,1 0 0,1 2 0,1 2 559,2 2 1,2 0 0,0 1 0,0 1 402,0 0 0,2-1 0,1 1 0,1-1 0,1 1 0,3-1 0,2-1 0,-1 0 0,0 0 0,-1 0 0,-4 0 0,0 0 170,-1 0 0,-1-3 278,-4-1 1,-2-1 0,-4 0-1,-2 1 152,-2 2 0,0 0 0,-2 2 0,-1 0 17,-1 0 0,-2 3 0,-2 1 0,1 2-3,2 3 0,4 0 1,-2 3-1,3 1-233,0-1 1,2 2 0,2-1 0,4 2-322,2 1 0,5-2 0,1 0 1,4-2-725,3-2 0,1-3 1,1 0-1,-1-3-622,0-2 0,-1 0 0,-3-4 0,-1-3 21,0-2 1,-4-1 1264,0-2 0,-3-1 0,0-2 0</inkml:trace>
  <inkml:trace contextRef="#ctx0" brushRef="#br0" timeOffset="2349">1476 55 7935,'0'-6'1184,"0"0"1,0 3 0,0 3 0,1 4-671,1 4 1,-1 4-1,1 5 1,1 1-210,-1 3 0,2 1 1,1 3-1,0 0-262,1 0 0,1-1 1,-1-1-1,0-1-244,1 0 1,-1-4 0,-1-4 0,0-1-1759,-1-3 0,-2-1-288,2-3 2247,-3-3 0,-1 0 0,-3-3 0</inkml:trace>
  <inkml:trace contextRef="#ctx0" brushRef="#br0" timeOffset="2632">1439 229 8613,'-3'-10'0,"1"0"218,1 1 1,1 1 0,0 2 0,1 0 204,3 0 1,1 0 0,6 2 0,0 2 35,3 1 1,2 1 0,4 0-1,0 1-1185,3 1 0,-2 1 0,0 4 0,-2-2 407,-3-1 1,-1 2 0,-3-3 0,-2 3 565,-2 0 1,-1 3-1,-2 0 1,-1 0-153,1 0 0,-2 2 0,-1-1 1,-2 1 1350,0-1 1,0 2 0,0-2 0,0 1-1449,0 0 0,2 0 0,0-3 0,0 0-3665,-1-1 3667,-1-1 0,2-3 0,2 0 0</inkml:trace>
  <inkml:trace contextRef="#ctx0" brushRef="#br0" timeOffset="2772">1663 167 7888,'-2'-12'0,"0"-1"16,0 1 1,2 2 0,2 3 260,2 2 0,2 2 0,0 3 0,0 0-559,1 3 1,1 0 281,0 3 0,1 3 0,-3 1 0</inkml:trace>
  <inkml:trace contextRef="#ctx0" brushRef="#br0" timeOffset="3382">1887 174 7935,'-10'0'125,"-1"0"0,2 0 1,0 0 721,0 0 1,-2 0-1,3 5 1,0 3-152,2 3 1,2 4-1,2 2 1,2 1-298,2 1 1,5-1 0,5 0 0,4-1-275,2-3 0,2-1 0,0-3 1,-2-3-198,0-2 1,-2-2 0,-1-3-1,0 0-610,-3 0 1,-3-5 0,-3-2 0,0-2 60,-2-2 1,-1 0 0,-3-2-1,0 0 300,0 1 1,-3-2 0,-1-1 0,-1 1 286,1-1 1,-2 1-1,3 0 1,-3 1 602,0 1 0,1 0 1,2 0 643,0 3 0,2 3-650,3 3 1,2 3-1,2 3 1,3 6-180,1 2 1,1 2-1,2 1 1,-1 1 8,1 1 1,0-1 0,-1 3 0,0-2 24,0-1 0,-2-1 0,-2-1 1,-2-2-468,-3 0 0,-1 0 0,0-3 1,-2-1-427,-2-2 1,0-2 0,-1-3 0,-3 0-403,1 0 1,1 0-1,1-1 1,-1-1 211,0-2 0,3-4 0,-2 0 0,1 0 292,0-1 1,0-1-1,3-3 1,0-1 197,1 0 1,3-3-1,0 2 1,2-1 172,1-1 0,3 1 0,0 1 1,1 1 288,3 2 0,-3 5 0,3 0 1,0 5 196,0 1 0,-1 3 0,-2 1 0,-1 6 168,0 2 0,-4 2 1,1 1-1,-1 0-71,-1 0 0,-1 1 0,-2 0 0,0-1-330,-2-1 0,0-1 0,-1-2 0,0 0-635,0-1 1,0-1 0,0-1-966,0-1 0,0-2-3342,0 0 2201,0-2 2490,2 0 0,2-7 0,2-2 0</inkml:trace>
  <inkml:trace contextRef="#ctx0" brushRef="#br0" timeOffset="3718">2544 161 7887,'-6'-10'198,"-2"1"1,-1 3 0,0 1 653,0 0 0,-4 1 0,1 2 0,0 3-125,0 2 1,3 4 0,4 1 0,1 3-547,1 3 0,4-1 0,4 3 1,3 0-196,3 0 1,2 1 0,0 1 0,2-1 232,-1 0 1,-3-4-1,-1 1 1,-1 0 26,-2-2 0,-2-2 0,-1-2 1,-1-1 436,-3-1 0,-1 0 1,-4-2-527,-3-2 1,1-2 0,-4 0-1,0-2-518,0-2 0,-2-2 0,1 0 0,-1 0-647,1 0 1,-2 0-1,1 0 1,1 1-174,0 1 0,3 2 1,0-2-1823,0 1 3003,2 2 0,-2-2 0,3-1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08.8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186 90 7908,'0'-6'-67,"0"-1"0,0 1 0,0 0 0,0 0 481,0 0 0,0 0 1,0 0-31,0-1 1,0 3 0,-1 0 0,0 1-240,-1 0 1,-3 1 0,0 0 0,-3 1-25,-2 1 1,-1 1-1,-2 2 1,0 3 98,-2 4 1,-1 2 0,-2 3 0,2 1-44,2 2 1,0 2 0,4 0-1,1-1-150,5-1 1,3-2 0,4-3 0,4-1-265,5-2 1,3-2 0,4-4 0,1-2 177,1-4 0,0-3 0,-3-4 0,-2 1 261,-4-1 1,-1 2 0,-4-1 0,-1 1 388,-1 1-39,-2-1 0,-1 5 0,-2 2 0,0 3-499,0 3 1,-2 0-1,0 0 1,1 1-878,0-1 1,2 0 0,1 0-2810,2 1 3633,2-1 0,2 0 0,2 0 0</inkml:trace>
  <inkml:trace contextRef="#ctx0" brushRef="#br0" timeOffset="582">304 34 7907,'0'-6'323,"0"0"0,-1-1 0,0 1 809,-1 0 0,0 3 1,2 4-269,0 4 1,1 5 0,0 4 0,1 2-507,2 2 0,-1-1 0,2 3 0,-1 1-208,1 0 0,-2-3 1,2 1-1,-1-2-180,-1-2 1,1 0 0,-3-2 0,1 0-1082,0-3 807,-2-6 0,0-4 0,0-4 0,0-2 130,-3-3 0,3 0 0,-2-1 0,1-1 165,1 0 0,-2 0 1,0-1-1,0 0-41,2 0 1,0 3 0,0-4 0,2 2-68,0-1 1,3 1-1,-1 1 1,1 0-77,2 0 0,0 1 0,0 3 0,2 2-298,1-1 0,-2 5 1,1-3-1,-1 3 50,0 3 0,0 0 0,-2 3 1,1 1 305,-1 1 0,2-1 1,1 1-1,0 0 358,0 0 1,2-1 0,-1 0 0,2-1 353,0-2 0,3 0 1,0 0-1,-1-2-248,-1-1 1,-1-1-1,0 0 1,0-1-195,-1-1 1,-4-1 0,-4-4-1,0-1-108,-2-1 0,-1 0 0,-2 0 0,-3 1 213,-2 1 1,-1 2-1,-2 0 1,-2 2 452,-2 0 1,3 1 0,-2 5 0,3 1-161,0 1 1,-1 4-1,3 2 1,0 0-157,1 2 0,3-1 0,0 1 0,2 0-240,0 1 1,3-1-1,2 2 1,5-3-489,1-1 1,0 0-1,4-3 1,0 0-736,-1-2 1,1-1 0,-1-2 0,3 1-2812,-1-1 3897,0-2 0,-1 5 0,-1-3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1.7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 45 7962,'0'-6'18,"-3"-1"0,-2 1 0,0 1 142,-1 0 0,-2 2 0,-1 3 0,-1 1 352,-1 1 0,-1 4 1,0 5-1,0 1-85,1 3 0,2 0 0,4 4 0,0 1-55,1 1 0,3-3 1,2 3-1,5-2-79,3-2 1,4-3 0,2-3 0,3-2-174,5-2 1,1-3 0,1-4 0,-1 0-393,1 0 0,-1-3 0,-1-3 0,-3-2-177,-3-1 1,-4-1 0,-6-3 0,-2 1 121,-3-1 0,-2 1 1,-2-1-1,-5 1 206,-3 0 0,-4-1 1,-2 1-1,-3-1 256,-1 1 1,0-1 0,-2 1 0,3 0 199,0-1 0,2 3 1,5 2 76,1 1 0,6 4 0,6 1-100,4 1 1,5 1 0,5 1 0,3 1-51,2 2 0,3 1 1,-2 2-1,1 0 21,2 1 0,-3 2 0,0 2 0,-2 3-33,-3-1 0,-3 1 1,-3 0-1,-1 1-82,-2-1 0,-2 1 1,-4-2-1,0-2-60,-1 0 1,0-1 0,-1-1 0,0-2-320,-4-1 0,2-1 1,-1-2-1253,-1 1 1033,-1-4 0,3 1 0,1-4 0,1-2 113,1-2 0,1 0 0,1-3 0,0-1 98,2-2 1,-1 0-1,4-2 1,0 0 100,1-2 1,0-2-1,1 1 1,1 1 165,0 1 1,2 1 0,4 4 0,-1 2 381,0 4 0,1 1 1,-1 4-1,1 3 179,-1 4 0,-2 4 0,-1 2 0,-3 1-12,0 1 0,-1-2 0,-4 2 0,1-1-491,-1-1 1,0-1 0,0-1 0,-2-1-688,0-3 0,1 1 0,0-1-588,1 0 0,1-4 0,0 0 1,-1 0-2506,1-1 3674,0-2 0,1 2 0,4-3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2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199 137 7948,'4'-6'0,"0"-1"0,-1 1-198,0 0 1,1-2-1,0 0 1,-1 0 520,0 1 0,-2 0 0,2-1 1,0 0-126,-1 1 0,-2 0 1,0 0-1,0 1 51,-2 0 1,-2 0 0,-2 0 0,-1 2 14,-1-1 0,-4 4 0,-3-1 1,-1 2 143,-1 2 0,0 2 1,1 4-1,-1 3 20,-1 0 0,1 7 0,2 3 0,2 3 20,1 3 1,3 3 0,2 4 0,2-3-170,3-1 1,4-1 0,6-4 0,3-3-246,5-2 1,2-5 0,1-3-1,3-3-477,3-4 1,3-2 0,2-2 0,1 2-855,1-2 0,-5-3 1,0-2-1,-3-2 1297,-1 0 0,-3 0 0,1-1 0</inkml:trace>
  <inkml:trace contextRef="#ctx0" brushRef="#br0" timeOffset="568">591 192 7889,'6'-6'-199,"0"0"0,-1 0 0,-1 0 749,-1 0 0,-1 0 0,0-1-207,0 1 1,-2 0-1,0 0 1,0-1-44,0 1 1,-3 0 0,0-1 0,-3 2-31,0 1 1,-1-1 0,-1 3-1,-3 1 29,-1 0 1,-1 2-1,-1 4 1,-1 3-65,-1 3 1,0 4-1,-2 2 1,2 1-221,3 0 0,4 1 1,6-1-1,0-1-278,3-3 0,3-4 1,3-1-1,4-3 27,2-2 1,2-2 0,1-2 0,-2-2 258,-2-2 0,0 1 0,-3-2 0,0 1 742,-1 1 1,-1-3 212,0 5 0,-2-1 1,-3 5-875,0 0 0,-1 3 0,1 0 0,0 0-158,2 0 0,1 0 0,1-1 0,1-1-1679,2-2 1,-1 0-1,3-2 1733,-1 0 0,2 0 0,-1 0 0</inkml:trace>
  <inkml:trace contextRef="#ctx0" brushRef="#br0" timeOffset="1018">696 124 7902,'-1'-4'0,"0"0"0,-2-1 2791,-1-1-1882,3 3 1,-1 4 0,2 5 0,0 4-367,2 2 1,-1 2 0,4 1 0,-1 1-230,2 1 0,-2 1 0,1 1 1,-2-1-320,1-2 0,1 2 1,0-4-1,0 0-457,1-1 0,-1-3 1,-2-2-441,0-1 1,-1-2 324,-2-3 0,0-6 0,0-5 286,0-1 0,0-1 0,0 2 0,0 0 148,0-3 1,3 0 0,1 0 0,1-3 20,2-2 0,-1 1 0,0 0 0,2-1 191,0-1 1,3 2-1,0 2 1,0 1 334,2 2 0,-3 3 0,0 4 0,-1 3 23,-1 2 1,1 5 0,-2 6-1,-1 1 184,-1 4 0,-3 1 1,2 0-1,-1 1-191,-2 0 1,-1-3-1,1 0 1,0-2-530,2-2 1,-1 1-1,-1-4 1,-1 1-1285,3-2 0,0-3 0,-1-2 51,2 0 0,-1 0 0,1-3 1342,1 0 0,1-3 0,0 0 0</inkml:trace>
  <inkml:trace contextRef="#ctx0" brushRef="#br0" timeOffset="1385">1013 149 7927,'-3'-6'147,"-2"0"1,1 0 1082,-1-1 0,2 4-543,1 1 1,1 4 0,-1 2 0,2 3-36,2 3 0,1 1 0,2 5 0,0 0-167,2 0 0,-1 1 1,3 1-1,-1 0-297,0-2 0,4 2 0,-2-3 0,1-2-169,2 1 0,-1-5 1,-1 0-1,-1-3 29,1-3 1,-2 0 0,0-3-1,-3 0-364,0 0 1,1-3 0,-2-1-1,0-3-19,-1-1 1,-2 0 0,0 0 0,-1 1 147,-1-2 1,0 0 0,0 2 0,0-2 109,0-1 1,0 2 0,0-3 0,0 1-1,0-2 0,-2 2 1,-1 1-1,1 1-186,0 0 0,1-1 0,-1 3-1916,1 0 818,1 3 0,3 0 1361,1 3 0,4 0 0,2 0 0</inkml:trace>
  <inkml:trace contextRef="#ctx0" brushRef="#br0" timeOffset="1933">1422 149 7909,'1'-6'-537,"1"0"611,0 0 0,-1-1 0,-1 1 1215,0 0 0,0-1-400,0 1 1,0 0-408,0 0 1,-2 0-1,-2 3-244,-2 0 1,-2 3 0,0 0 0,0 0-46,2 0 0,-3 0 0,0 3 0,0 1 17,-3 4 1,3 1-1,-1 5 1,0 0 39,0 3 1,2 1 0,-1 0-1,2 1-206,1 0 1,4-3-1,1-2 1,2-1-236,4-1 0,3-3 0,2-3 0,2-3-34,0-2 0,0-2 0,1-1 0,-1-2 225,1-2 1,-1-3 0,-2 0 0,-2-4 130,-1-1 1,-1 1 0,0 0 0,-2 3 2010,-2 1-1301,-2 0 0,0 9 0,0 3 0,0 3-561,-2 5 1,1 2-1,-1 2 1,1-1-510,1-1 1,0-3 0,1 0 0,1-1-738,0-2 1,2 0 0,1-1 0,0-2-393,1-2 1,2-1-1,1-1 1,0 0 304,0 0 1,2-3-1,-2-1 1,0-1 1052,0 1 0,2-4 0,-1 0 0</inkml:trace>
  <inkml:trace contextRef="#ctx0" brushRef="#br0" timeOffset="2301">1708 112 7880,'-5'-7'0,"0"1"0,1 0 289,-1 0 1,-3 3 0,0 0-1,0 3 456,-1 0 0,1 0 1,-2 0-1,0 3-413,0 3 0,2 1 0,3 4 0,3 0-233,1 1 1,4 0 0,2 1 0,1-1-84,2 0 0,0 0 0,2 1 0,1 0 354,-2-1 0,2 0 1,-3-2-1,0 0 242,-1-1 1,-1-1 0,-1-1 0,0-1 363,-3 0 0,-2 0-755,-2-2 0,-4-1 0,-3-3 0,0 0-575,-2 0 1,-1 0 0,0-1 0,-2 0-409,0-2 0,0 1 0,0 1 0,1-2-530,1 2 1,0 0 0,1 1 0,1 0 1291,1 0 0,1 3 0,1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9.9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34 224 7932,'-6'-3'134,"0"2"1,0-1 1983,-1 2-1741,1-3 1,3 4 0,4 0-1,5 1-95,6 0 1,3 3-1,6-2 1,2-1 71,2 1 0,2-1 1,5-2-1,3 0 236,3 0 1,3 0-141,2 0 1,0 0-327,-1 0 0,-6 0 0,-5 0 0,-6 0-122,-3 0 0,-5-2 0,-4 0 0,-2 0-121,-2 2 1,-6 0 0,0-3-420,-3-1 1,-3 2 0,0-1 0,-3 0-440,3-1 0,-3 0 0,2 1-1287,-1 0 2264,1-2 0,1 5 0,3-3 0</inkml:trace>
  <inkml:trace contextRef="#ctx0" brushRef="#br0" timeOffset="831">860 311 8746,'1'-6'481,"1"2"0,1 2 0,4 2 0,1 0 40,3 0 1,4 2 0,2 2 0,2 2-217,5 3 1,0-3 0,3 2 0,2-2-811,2-2 0,2-1 1,0 1-1,-2-2 505,-1-1 0,-2-1 0,-3 0 0</inkml:trace>
  <inkml:trace contextRef="#ctx0" brushRef="#br0" timeOffset="1449">1326 50 7980,'0'-6'-426,"0"0"0,0 0 643,0-1 0,-1 2 0,0-1 0,-2 3 131,0 0 0,0 0 1,0 0-1,-3 2-107,1 0 1,-1 1-1,-1 0 1,1 0-9,0 0 1,-2 3-1,-1 2 1,0 3 53,0 5 0,-2 2 0,1 7 0,0 3 46,0 3 1,-1 5 0,-1 2 0,0 2-17,-1 3 0,1-2 1,0 4-1,1-1-185,3-3 0,4-5 0,2-8 1,1-4-372,1-4 1,1-3 0,1-3 0,0-3 156,2-1 1,-1 0 0,3-1 0,-1-1-628,-1-1 0,-1-1 709,0 0 0,2-3 0,1 3 0</inkml:trace>
  <inkml:trace contextRef="#ctx0" brushRef="#br0" timeOffset="2348">1419 342 7905,'-6'-2'0,"-1"-1"313,-1 0 1,-2 1 0,-3 0 0,1 1-61,0 1 0,0 4 0,-2 2 0,1 5 49,1 2 1,-1 3 0,5 3-1,2 2 57,3 2 1,3 0 0,3 0 0,3-3-181,3-3 0,4-1 0,7-5 0,-1 0-87,2-3 0,2-4 1,-2-2-1,-1-1-76,-1-1 1,-1-3-1,-3-2 1,-2-2-175,-4-1 1,-3-3 0,-1 0-1,-2-2 23,0-1 1,-1-1-1,-4 3 1,-3-2 206,-2 0 1,-2 0 0,0 0-1,-3 1-44,0-2 1,2 2-1,0-1 1,-1 0-3,-1 2 1,3 2 0,2 2 0,3 1-42,1 1 0,2 0 0,3 2 0,3 2 46,2 2 1,5 0-1,3 2 1,0 2 165,1 2 0,-1 0 0,-1 3 0,2 1 224,0 2 0,2 1 0,-4 1 0,-1 1 96,1 1 1,-3 0 0,0 1-1,0-1-84,0 2 1,-2-3 0,-1 0-1,-3-3-412,-1-2 0,-2 1 0,-1-2 0,0-2-646,-1 0 0,-1-3 81,0-2 1,-3-1 0,-1-2 0,0-1 211,1-2 1,-1-2-1,0 0 1,0 0 240,1-1 0,3-1 0,-2-1 0,0-1 67,2 0 0,-1-2 0,2-1 1,0 1 133,0-1 0,0-1 0,3 0 1,1-1 101,4 3 1,-1-1-1,4 1 1,0-1-123,1 1 0,2 2 0,0 2 0,1 1-304,-3 1 1,3 0-1,0 0 1,-3-1-384,0 1 0,0 2 1,-3 0-1,1-1-2522,1 2 3119,-4-2 0,5 1 0,-2-2 0</inkml:trace>
  <inkml:trace contextRef="#ctx0" brushRef="#br0" timeOffset="3098">2419 354 7958,'2'-7'-6,"0"0"0,0-1 175,-2 0 1,0 1 0,0 1 281,0 0 0,0 0 0,-3-1 0,0 2-79,-3 0 1,0 1 0,0 1 0,-1 0-4,1 0 1,-2 1 0,-1 3-1,-1 1-51,-1 2 0,-3 3 1,0 2-1,-1 5-54,0 1 1,-1 4 0,-2 3-1,2 1-175,1 0 0,5-4 0,2 1 0,3-4-154,4-1 1,3-3 0,5-6 0,5-3-176,6-3 0,1-3 1,1-1-1,0-2 135,-1-2 0,-3 1 0,-1-1 0,-1 1 327,-2 0 1,-4 4 0,0 2 189,-3 2 0,-2 3 0,-3 3 0,-1 2-14,-1 1 0,-1 1 0,-2 1 0,1-2-694,-1 1 0,1-4 0,1 1-883,0 0 1,2-3-1,3-1 183,3-2 1,0-4-1,2-1 1,1-2 995,2-1 0,2 1 0,0-4 0</inkml:trace>
  <inkml:trace contextRef="#ctx0" brushRef="#br0" timeOffset="3548">2537 323 7958,'0'-6'0,"0"-3"341,0 1 0,1 0 751,1 2 1,-1 3 0,0 3-452,0 4 1,1 5-1,1 3 1,-2 4-272,-1 2 0,2 2 0,1 1 1,-2 0-235,0 0 0,-1-2 0,0 1 0,1-3-155,0 0 0,0-4 0,1-1 0,-1-2-792,-1-3 472,0 0 0,1-6 1,0-4-1,1-2 149,-1-3 0,2 0 0,0-2 0,-1-2 130,1-2 0,3 0 0,-3-2 0,3 1-101,0-1 0,0-1 1,1-1-1,1-2 159,3-1 1,1 5-1,0-1 1,1 4 114,-1 3 1,0 2-1,1 3 1,-1 4 9,1 0 0,-2 6 0,0 3 1,-1 4 359,-1 3 1,-1-1-1,-2 2 1,-2 2 4,-2 0 0,-2 0 0,0 0 1,0-2-401,0-1 0,0-2 0,0-1 0,0-1-653,0-1 1,0-4-1,0 0-967,0-1 1114,0-2 1,0-1 0,1-3-1,1-2 418,0 0 0,2-5 0,0-1 0</inkml:trace>
  <inkml:trace contextRef="#ctx0" brushRef="#br0" timeOffset="4031">2897 335 7958,'0'-6'472,"-1"2"1,0 0-1,-1 0 434,-2 1 0,2 0 0,-1 3-425,0 3 0,-1 3 0,2 5 0,0 2-199,1 4 0,1 1 0,0 1 0,0-1-37,0 1 1,0 0 0,1-1-1,1-1-179,2 0 0,2-6 0,1 0 0,1-3-76,3-2 1,0-4 0,2-1 0,1-3-132,1-4 1,1-3-1,-1-4 1,0-1-93,0 0 1,0-3 0,-5 1-1,-2-1 188,-1 0 0,-2 1 1,0-2-1,-4 0 117,0 1 1,-2 1-1,0 5 351,-4 1 0,0 4 0,-1 6 55,2 6 0,1 6 0,2 5 1,-1 3 31,0 3 1,-1 1 0,1 1-1,-1 0 7,0 0 0,-2-1 1,2-1-1,-1-2-372,-1 1 1,2-3 0,-5 4 0,1-3-141,-2-2 0,-2-2 0,-1-4 0,-2 0-136,-3-1 0,2-3 0,-3-2 1,2-2-505,-1-2 0,-1-1 0,-1-1 1,1 0-134,-1 0 1,0 0 0,1 0 0,-1-1-143,0-1 0,3-2 0,3-3 1,2-3 35,2-2 0,3 1 0,0-7 0,2 1 874,2 0 0,-1-2 0,-1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26.3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13 342 8210,'-4'-6'620,"0"2"0,2 3-393,0 5 0,2 4 0,0 7 1,0 4 76,2 5 0,2 3 0,2 3 0,1 4-92,1 2 1,0 3 0,1-1 0,0-2-170,-1-2 0,-1-1 0,-1-2 0,0-3-185,-2-3 0,-1-5 1,-3-6-1,0-2-310,0-2 1,-1 1 0,-1-4 130,-2-1 0,1-5 0,-2 0 0,1-3-17,-2-5 1,0-4 0,0 1 0,1-4 170,1-3 1,3-2 0,-2-4 0,1 0 268,0-3 1,0-3-1,2 0 1,0-3-11,0-1 1,0-5 0,1-1 0,2-2 204,4-3 0,7-2 0,2 5 0,7 5-55,3 7 0,5 9 0,3 7 0,0 6 329,-3 4 1,-3 7 0,-4 8 0,-1 5-176,-2 3 1,-5 2 0,-2 3 0,-3 0-220,-5 0 0,-2 0 1,-5 1-1,-2 1-114,-3-3 0,-3-2 0,-5-4 0,0-1-184,-2-3 0,-2-1 0,-1-4 0,1 0-111,1-5 0,-3-1 0,1-3 0,-2 0 19,0 0 0,0-3 0,2-1 1,-1-2-174,2 0 1,-1-2-1,5-1 1,2 0-269,3 0 1,5-2 0,2 0 0,2 1-25,2-1 1,4-1-1,5 3 678,3-1 0,2-1 0,3 1 0</inkml:trace>
  <inkml:trace contextRef="#ctx0" brushRef="#br0" timeOffset="483">659 348 7786,'4'-4'-636,"-2"0"234,-1-1 0,-1-1 747,0 0 1,0 0 0,-1 0-94,-1 0 1,-2 3 0,-3 0 0,0 0 10,-2 1 1,-1 1 0,1 1-1,-1 0-12,0 2 1,-2 2-1,-1 5 1,-1 2-168,-1 2 1,0 4-1,3 5 1,0 2-177,2 2 0,2-1 0,4-4 0,2-1-138,1-2 0,7-5 0,2-3 1,3-5-28,1-3 1,0-4 0,1-1-1,0-4 63,-1-2 0,-2-1 0,-2-1 1,-1 1 556,-1 1 1,0 2 904,0 3 0,-2 2-1163,-2 4 1,-2 1 0,1 4 0,1-1-523,0 0 1,1 0 0,-2-2 416,4 1 0,3-2 0,2 3 0</inkml:trace>
  <inkml:trace contextRef="#ctx0" brushRef="#br0" timeOffset="816">715 261 7648,'0'-4'415,"0"0"0,2 3 0,1 2 0,1 5 329,3 6 1,-1 1 0,3 6-1,-1 3-523,0 1 0,1 2 0,-3 0 0,0-1-302,0 2 1,0-5 0,-2-2 0,-2-3-49,-1-2 1,-1-5-212,0-6 1,-1-4-1,0-1 1,-1-3 164,1-1 0,-1-3 0,1-1 0,-1-2 191,0 0 1,1-1-1,1 1 1,0-1-114,0 0 1,3-1 0,0 0 0,-1 0-149,1 1 1,1 0 0,-1 1-1,0 0-140,2 2 0,1 1 0,1 3 0,0 0-58,1 0 1,3 0 0,-2 1 442,1 1 0,-3 0 0,2-3 0</inkml:trace>
  <inkml:trace contextRef="#ctx0" brushRef="#br0" timeOffset="1250">1088 286 7759,'0'-6'0,"0"0"0,0-1 0,-1 2 237,-1 1 0,0 0 1,-1 3-1,-3-1 28,1 1 1,-2 0-1,0 2 1,-2 0-26,-1 4 0,-1 3 0,-3 3 0,-1 1-122,2 3 0,-2 1 1,0 4-1,2 1-134,2 1 1,3-2 0,4 1 0,2-3-230,1-1 1,6-2 0,3-5 0,4-4-38,3-3 1,-2-3-1,2-3 1,-1-2 183,1-2 0,-3-1 1,-2-2-1,-1-1 249,-1-1 0,-2 2 0,-2 0 2092,-2 1-1785,-1 1 1,-1 5 0,-1 3 0,0 3-565,-1 3 1,-1 3 0,2-1 0,-1-1-1056,0 0 1,1-1 0,2 1-1295,1-1 2455,1-3 0,6 3 0,1-3 0</inkml:trace>
  <inkml:trace contextRef="#ctx0" brushRef="#br0" timeOffset="1532">1255 224 7804,'-15'0'133,"-1"0"0,1 0 1,0 3-1,5 1 478,2 1 0,3 5 0,4 2 1,2 2-192,4 2 0,3 1 1,2 1-1,2 0-236,0-1 0,0 1 0,0-2 1,-2 2-122,-4-2 0,-2-2 0,-4-5 1,-2 0-223,-2-1 0,-3-2 0,-6-2 0,-1-2-312,0-1 1,-1-2 0,1-1 0,0 0-61,2-2 1,1 0-1,3-2 1,2 0-93,3 0 0,1-2 0,0-1 1,1 0 622,3 1 0,1 1 0,6-5 0,0 3 0</inkml:trace>
  <inkml:trace contextRef="#ctx0" brushRef="#br0" timeOffset="1715">1349 242 7759,'4'0'144,"0"1"610,1 1 0,-2 3 0,-1 3 0,0 2-108,0 2 1,1 3 0,-3 1-1,0 2-588,0-2 0,0 2 1,0-1-1,0-2-917,0 0 1,0-3-1,0-2 1,0-2-2530,0 0 3388,0-5 0,0 0 0,0-3 0</inkml:trace>
  <inkml:trace contextRef="#ctx0" brushRef="#br0" timeOffset="1865">1349 242 7759,'0'-6'-253,"0"0"-444,0 0 1,1 0 696,0 0 0,4 2 0,2 2 0,1-1 0,0 1 0,2 0 0,-1 2 0,3 0 0</inkml:trace>
  <inkml:trace contextRef="#ctx0" brushRef="#br0" timeOffset="2065">1479 155 7759,'0'-3'-509,"0"-2"0,-2 5 1005,0 2 1,2 4 0,3 8-1,-1 0 82,1 3 0,2 4 0,-2 1 0,2 2-163,-1 2 0,-1-2 0,2 1 0,-1-1-264,-2-1 0,2-2 1,-1-3-1,0-2-605,0-3 1,-1-4 0,-2-2-814,0-1 0,-1-3 1,-1-2 1266,-2-2 0,-4-5 0,-2-4 0</inkml:trace>
  <inkml:trace contextRef="#ctx0" brushRef="#br0" timeOffset="2332">1429 329 7759,'7'0'75,"-1"0"1,1 0-1,1 0 1,2 0 292,2 0 0,6 0 1,0-2-1,4 0 3,1-2 1,-1 1 0,-2-2 0,-3 1-406,-2-1 1,-5 0 0,-1-1 0,-3-1-184,-3 1 0,0 1 1,-6 0-1,-1 3 236,-4 1 0,1 2 0,-3 1 0,0 3 596,1 0 1,-1 4-1,-1 2 1,1 2 70,2 1 0,1 1 1,4-3-1,0 2-589,1 0 1,2-1 0,0 2 0,3-3-579,3-2 0,1 1 1,4-3-1,2-2-706,1-1 0,1-3 1,-1 0 1186,0-2 0,3-2 0,-1-2 0</inkml:trace>
  <inkml:trace contextRef="#ctx0" brushRef="#br0" timeOffset="2854">2256 44 7759,'-11'-6'0,"1"-1"27,-2-1 0,2 2 0,-1 0 0,2 2 598,0 0 1,2 1 0,-3 3 0,1 2-192,2 2 0,0 1 1,0 8-1,0 2-24,-1 2 0,4 7 1,-3 3-1,2 3-27,2 4 0,0 1 1,3 2-1,0-1-85,0-4 1,0-6 0,1-2 0,0-4-365,1-2 0,3-3 0,-3-1 0,1-3-934,0-3 0,1-1-334,-2-1 1,0-3 0,-2-3 1333,0-4 0,-3-4 0,0-2 0</inkml:trace>
  <inkml:trace contextRef="#ctx0" brushRef="#br0" timeOffset="3266">1945 249 7759,'0'-7'474,"0"1"0,2 3 0,3-2 0,0 1 167,1 1 1,6-3 0,3 5-1,5-1-411,5 2 1,1 0-1,2 0 1,0 0-344,-2 3 1,-1 0-1,-3 3 1,-4 1-259,-3 1 0,-2 0 0,-2 2 0,-4-1 255,-2 0 1,-2 2 0,-3 2 0,0-1 309,0 3 1,0-1 0,0 2 0,0-1 137,0-1 1,3-2-1,1-1 1,4-1-99,2-1 0,4-2 0,3-2 1,1-4-328,1 0 0,-3-3 1,0-3-1,0-3-57,-3-2 0,-3-2 0,-3 0 0,-3 0-157,-2-1 0,1 0 1,-4 1-1,-1-1 339,-2 1 1,-4 0 0,-1 0 0,0-1 315,-3 0 0,1 1 1,-2 0-1,1 2-184,0-1 0,0 4 0,1-2 0,1 2-775,1 1 1,1 2-1,1 0-116,1 1 1,1 2-1,1 3 1,1 3 81,3 0 1,0 1 0,0 1-1,0-1 645,0 0 0,3 0 0,0 0 0</inkml:trace>
  <inkml:trace contextRef="#ctx0" brushRef="#br0" timeOffset="3616">2504 224 7759,'-6'-2'0,"-1"0"0,3 0 0,1 2 0,0 3 312,2 0 0,-1 6 0,1 1 0,-1 2 1103,0 0 1,4 4 0,3 0 0,1 2-946,2-2 0,2-1 1,3-2-1,-1-1-392,3 1 0,-2-4 1,2-3-1,-1-3-88,-2-3 0,2 0 0,-4-3 1,-1-3-320,-3-1 1,0-4-1,-4 0 1,-1-1 71,-1 0 1,0-1-1,0 1 1,0 0 12,-2 0 0,1 1 1,-4 1-1,1-2-221,1 1 1,-2 1 0,2 2 0,0 1-260,1-2 1,-1 5-1,1-1-438,1 2 1,-1 3 1161,2 0 0,0 0 0,0 3 0</inkml:trace>
  <inkml:trace contextRef="#ctx0" brushRef="#br0" timeOffset="4034">2709 206 7708,'0'-3'3645,"0"3"-2666,0 6 0,0 3 1,0 4-1,3 1-484,0 3 1,1 1 0,0 1 0,-1-1-404,1 1 1,-2-3 0,1-2-1,0 0-526,-2-2 1,0-3-94,-1 0 0,0-6 0,-1-3 0,0-3 92,-1-3 0,-1-2 0,3-1 1,-1-1 271,-1-1 1,-1 1-1,3 0 1,0-1 77,0-1 0,3 0 0,1 0 0,1 0 14,-1 0 1,3 2-1,-2-4 1,3 4 219,2 2 1,1-1 0,0 3 0,0 3 219,0 0 1,-1 3-1,2 3 1,0 3-28,-1 1 1,-1 4 0,-2 0-1,-2 0 11,-1 2 1,-3-1-1,2 1 1,-2-1-491,0 0 1,-2-2 0,1-1 0,1-1-774,0 1 0,-1-3 1,0-3-89,1 0 0,0-1 0,2-2 0,1 0-357,0 0 0,1-1 1355,1 0 0,2-3 0,1-2 0</inkml:trace>
  <inkml:trace contextRef="#ctx0" brushRef="#br0" timeOffset="4450">3075 212 7708,'-12'-1'358,"0"-1"1,-1 0 197,1 1 0,2 4 0,2 3 1,0 3 265,2 3 1,0 3-1,1 2 1,1 1-356,1 1 0,3-1 0,3 0 1,1-1-427,1-3 1,4-1-1,0-3 1,0-2-49,0-4 1,2 2-1,-2-5 1,1 0-407,1-2 1,-3-3 0,2-2 0,-1-3-173,-2-1 1,0 0-1,0 0 1,-1-2 225,0-2 1,-2 1 0,-1-3 0,0-1 332,-1 2 0,-1-3 0,-2-2 0,-1-3 106,0-1 0,-3-1 0,0 1 0,-1 1 118,0 3 1,1 4 0,-1 4 0,0 5 364,-1 4 1,4 7 0,-1 4 0,2 6-8,0 6 0,1 5 0,1 3 0,0 1-72,0 0 0,0-4 1,0 1-1,0-4-311,0 0 1,0-2 0,1-3 0,1-4-365,2-1 0,1-2 0,2-4 1,-1-2-622,0 0 0,1-4 1,-1 2-1,0-3-400,0-1 0,1-2 0,-2 1 1,-1-1-194,1 0 1,-1-1 1404,-1-2 0,3-2 0,-3-1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2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56 317 7717,'6'-1'0,"-1"0"218,-1-1 0,0 0 0,2 2 0,0 1 296,1 3 1,-1 4 0,0 7 0,0 4 12,1 3 0,-2 2 1,-1 1-1,-2-1-236,-1-1 0,-1-1 1,0-2-1,-1-3-426,-1-1 1,-2-4-1,-4-4 1,-1-2-206,0-1 0,0-1 0,-1-2 1,-1 0-583,2-1 0,-2-2 0,2-1 0,0-3 922,0 0 0,-2-4 0,1-1 0</inkml:trace>
  <inkml:trace contextRef="#ctx0" brushRef="#br0" timeOffset="698">373 137 7735,'-2'-4'511,"0"1"-25,-2 1 1,2 4-1,1 0 1,0 4 23,1 5 1,1 0-1,0 7 1,3 2-228,0 1 0,1 3 0,-1 0 0,1-2-35,-1-1 1,2-1-1,-3-2 1,1 0-512,0-4 1,-3-2-249,2-6 1,-6-3 0,0-2 162,-3-2 1,0-3-1,0-4 1,0-2 110,2 0 0,-1-1 0,2 1 1,0-2 209,0 0 1,1-1 0,1 0 0,-2 1 70,2-1 0,0 1 1,2-1-1,0-1 16,2-1 0,1 3 0,1 3 0,0 0 177,1 1 1,1 2 0,1 2 0,1 1 24,1 3 0,-1 0 0,5 3 0,0 1-99,3 1 0,1 1 0,0 1 0,1-1-117,0 0 1,-1 0 0,-1-2-1,-1-2-298,-1-1 1,-1-2-1,-2 0 1,-1-2-39,-3 0 0,-2-2 1,-2-1-1,-2 0 343,-4-1 0,-2 1 1,-4 1-1,-3 1 276,0 1 0,-4 3 0,0 3 0,0 3 437,0 4 0,0 2 1,3 0-1,0 2-54,1 0 1,1 0 0,2 2 0,0 0-600,4-1 0,1 0 1,3 0-1,1-2-298,4 0 0,1-3 1,6-3-1,2-2-670,0 0 1,0-3-1,3-2 1,0 0-460,1 0 1,-1-2 0,-1-3 0,1 0-1679,1-2 2992,1 1 0,-3-3 0,-1 0 0</inkml:trace>
  <inkml:trace contextRef="#ctx0" brushRef="#br0" timeOffset="1015">963 174 7656,'0'-6'69,"0"0"0,-2 2 0,-1 0 424,0 1 0,1-1 0,-2 2 0,-1 1 27,-1 0 1,0 2 0,0 1-1,0 2-41,0 5 0,-3 0 1,-1 3-1,-1 2-100,1 0 1,2 0-1,-1 2 1,1 1-168,0 1 1,3-2-1,2-1 1,3-2-427,0 0 1,3-2-1,1-1 1,4-2-682,2-3 1,3-3-1,0-2 1,2 0-179,1 0 1,1-2-1,1-2 1,-1-2 1072,0 0 0,0-3 0,1 0 0</inkml:trace>
  <inkml:trace contextRef="#ctx0" brushRef="#br0" timeOffset="1867">1106 137 7703,'-6'2'0,"0"0"386,0-1 0,-2 3 1,1 0-1,-2 5 508,2 0 0,0 6 0,1 3 0,-1 0-341,1 3 0,3 0 1,2-2-1,2-2-385,6 1 0,3-3 0,3-4 1,2-1-264,-1-1 0,-1-5 0,-1-2 1,0-2-320,-2 0 1,1-2 0,-2-3 0,-3-3-253,0-2 1,-4-1 0,-2-2-1,-1 1 561,0-1 0,-3 1 0,-2-1 0,-2 0 491,0-1 0,1 1 0,-1-2 0,1 2-89,1 0 0,0 1 1,0 0-1,3 2 261,0 2 0,3 2 1,3 1-245,0 4 1,6 1 0,2 4 0,2 4-74,2 4 1,3 3-1,-1 1 1,1 2 93,0 1 0,-3 0 1,-1 0-1,-1 1-27,-3 1 1,-2-1 0,-4-4-1,-1-1-343,-3-3 0,0-1-460,0-1 1,0-5 0,0-4-212,0-3 1,0-5-1,0-2 1,0-1 359,0-1 1,0-1 0,0 0 0,0-2 314,0 0 0,0 1 1,2-2-1,1 2-8,1 1 1,0 0 0,4-1 0,1 1-30,0 2 0,2 1 1,1 2-1,1 2-217,-1 1 1,3 1 0,0 4 0,0 1-111,0-1 0,2 4 0,-2-3 0,0 1 237,0 0 0,1 1 0,-4-2 0,1-1 121,-3 0 1,-3-1 0,-1-1 357,-2-1 0,-5-1 0,-5-3 1,-4 2 169,-1-1 0,-3 4 1,1-1-1,-2 1 14,1 1 1,1 3 0,1 2 0,0 2-66,-1 4 0,3 0 1,2 2-1,2 0-155,1 2 0,3-2 0,2 3 0,1 0-168,3-3 0,3 1 0,7-3 0,0-1-333,2-1 0,2-5 0,1-2 1,-1-2-447,-1-2 0,0-2 1,-3-5-1,0-1-79,-1-1 1,-3-2-1,-3-1 1,-1 0 546,-2-2 1,-2-2 0,0-2 0,-2 0 318,0-3 0,0-3 1,0-1-1,-2-2 332,0 1 0,-2 3 0,2 4 0,0 6 234,-1 6 1,1 4 0,-1 8 0,0 5-88,0 7 0,0 8 0,0 5 1,0 4-12,-1 0 0,2 2 1,0-3-1,0-1-147,0 1 0,-1-4 0,4-2 1,1-4-93,2-4 0,2-1 0,0-4 1,1-1-1472,1-3 1,0-5 0,0-1-655,-1-2 1,-2-2-1,-1-3 1,-1 0-3871,0-1 5641,-3-1 0,3-2 0,-3-1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41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51 7701,'-6'-3'0,"0"1"456,0-2 0,-1 2 0,1-1 1293,0 0-1523,0 1 0,5 4 1,3 1-1,6-1 93,2 1 1,2 0 0,3-3-1,2 0-31,3 0 1,3 0 0,4 0-1,5-1-203,2-1 0,1 0 0,-1-1 0,0-1-181,-2 1 0,-1 2 0,-2-2 0,-2 1-217,-1 0 0,-5 0 1,-2 2-1,-4-1-553,-2-1 1,-5 1-223,-2-1 0,-5 0-198,-1-1 1286,0-1 0,-5 3 0,1-2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6.8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27 183 7742,'-6'0'0,"0"0"0,0 0 744,-1 0 1,5 1-1,4 0-153,6 1 1,7 0 0,4-2 0,4 0-521,5 0 0,3-2 0,4-3 0,-2 1-906,-1-1 1,-1 0 834,-2 1 0,1-2 0,-2 0 0</inkml:trace>
  <inkml:trace contextRef="#ctx0" brushRef="#br0" timeOffset="683">636 34 7757,'4'-10'-89,"0"0"0,-1 1 1,-1 4-1,-2 5 1,1 5 457,2 4 0,1 6 0,-2 5 0,2 5 86,1 2 0,1 6 0,0 6 0,0 0-15,3 3 1,-3-4-1,3 2 1,-2-4-276,-1-3 0,-2-3 0,0-6 0,-1 0-277,-2-4 1,1-1-1,1-4 1,-2-2-665,0-4 1,-2-2 386,-1-1 1,-1-3-1,-2-3 1,2-4 14,0-1 0,-1-4 0,1-2 0,1-2 413,-1-1 0,-1-6 0,2 1 0,0-2 213,1-3 1,1 0 0,0-2-1,0 0 38,0-1 1,4-2 0,2 0 0,5 1 24,2 1 0,1 4 0,4 3 1,2 4 110,-1 6 0,2 6 0,1 10 1,-1 7-27,1 5 1,-2 7 0,-4 1 0,-4-1-83,-3-2 0,-5-2 1,-2-1-1,-4-1-365,-2-3 1,-5-1-1,-2-3 1,-4-1-211,-3-3 0,0-1 0,-3-1 0,2 0-283,0-3 0,3 0 0,-2-3 0,0 0-373,-2 0 1,-1-3 0,2 0-1,1-4-74,2-1 1,-1-2 986,2-2 0,3-3 0,3-1 0</inkml:trace>
  <inkml:trace contextRef="#ctx0" brushRef="#br0" timeOffset="1152">1009 9 7714,'-5'0'0,"2"0"0,-3 0 554,1 0 1,0 1 0,0 1-23,3 2 0,1 5 1,1 4-1,0 5-176,0 4 0,3 8 0,2 4 0,0 3-21,1 2 0,0 0 1,-1-5-1,-2-3-160,0-6 1,-1-1 0,-2-6 0,0-4-368,0-5 0,0-4-271,0-1 0,-2-5 1,0-2-1,1-3 101,0-2 0,3-3 0,0 0 1,2-1 161,1 0 0,-2-1 0,1-2 0,1 0 149,1-1 1,0-2-1,0 2 1,1-1 16,1 0 1,0 2-1,2-1 1,-1 4 88,1 3 0,-2 2 0,3 3 1,-1 2 143,2 1 0,-1 7 0,-1 3 1,-1 4 46,-2 4 0,0 0 0,-2 0 1,0-1 34,-3-1 0,-1 1 1,-1-1-1,0-1-435,0-1 0,-3-3 1,0-2-1,0-2-710,-2-2 1,1 1 0,1-2-2465,-2-3 3328,2 1 0,-3-3 0,3-2 0</inkml:trace>
  <inkml:trace contextRef="#ctx0" brushRef="#br0" timeOffset="1586">1282 208 7714,'-6'0'337,"0"1"1,0 1-1,2 2 504,2 2 0,1 3 0,1 0 0,1 4-338,1 1 0,3 0 1,4 0-1,1 0-436,1-2 1,0 0 0,0-2 0,0-2-164,0-1 1,-2-4 0,0-1 0,-1-2-327,0-2 0,1-2 1,-3-4-1,-1-2 23,-1-2 0,1 0 0,-3-1 0,0 1 345,-2-1 0,0 1 0,0 0 0,0 1 989,0 0-593,0 4 0,0 5 0,0 6 1,0 7 347,0 5 1,0 5 0,0 4-1,0 2 56,0 4 0,0-4 0,0 4 0,0-1-392,0-2 0,0-2 0,-2-5 0,-1-2-333,0-6 1,-3-1-1,-3-6 1,-1-1-151,-4-2 1,1-3 0,-3 0 0,-2-3-391,-2-3 1,-4 0 0,-3 0 0,0-1-229,2-1 0,3 0 1,3-1-1,3-2-265,0-1 1,7 0 0,3-4 0,3-2 1011,2 0 0,2-3 0,3-1 0</inkml:trace>
  <inkml:trace contextRef="#ctx0" brushRef="#br0" timeOffset="2249">1574 59 7746,'-3'-3'-43,"-3"2"0,4-3 0,-1 1 1476,0-1-619,-1 3 1,3-1-510,-1 7 1,1 0-1,2 7 1,0 2 74,1 4 0,2 0 0,-2 6 0,0 3-29,-1 0 0,1 0 0,-1 2 0,1-2-268,-1-1 0,-1-2 1,0-3-1,0-2-668,0-6 1,0 0-1,0-5-61,3-3 0,0-1 0,3-5-260,0-1 1,-1-2-1,-1-4 1,0 0 905,2 1 0,3-3 0,1 0 0</inkml:trace>
  <inkml:trace contextRef="#ctx0" brushRef="#br0" timeOffset="2567">1717 227 7746,'-6'6'186,"-1"0"0,1 0 0,1 1 0,0 1 403,1 3 0,2 1 0,0 3 0,2 1-135,2-1 0,4 0 1,5-3-1,2 0-261,1-3 1,2-1-1,2-2 1,1-3-225,0-3 0,-1 0 1,-1 0-1,-1-3-170,-4-3 1,-5-2 0,1-1 0,-4 0-90,-1-1 1,-1-1 0,-3-1 0,-1 2 172,-3-1 0,-2 2 0,-2-3 0,0 3 194,0 0 1,-2-1 0,1 1 0,-2 1-27,0 2 0,1 0 0,2 1 0,-1 2-439,0 0 1,2 1 0,-2 2-621,1 0 0,1 3-368,2 1 1376,2 2 0,2 0 0,2 0 0</inkml:trace>
  <inkml:trace contextRef="#ctx0" brushRef="#br0" timeOffset="3051">2114 251 7694,'-3'-5'322,"0"1"1,-1-2-99,0 2 0,-1 1 0,-3-1 0,0 1 255,1 2 1,-1 1 0,1 0 0,-2 2-189,-1 2 0,2 4 0,0 1 0,1 1-186,4 3 1,0 0 0,3 1 0,0 0-288,0-2 1,3 0 0,1-2 0,4-2-88,2-1 0,0-4 0,0-1 0,2-1 72,-1-1 0,-1-1 0,-1 0 1,-1-1 209,0-2 0,-2 2 1,-1 0-1,-1 2 332,2 0 1,-2 0-1,0 3 1,-1 3 198,-3 4 0,1 5 0,-1 1 0,-1 2-57,0 0 1,-4 1 0,-2-1 0,-2-1-352,-1 0 1,-1-4-1,-3-1 1,-1-3-225,0-1 1,-3-5 0,-2-1-1,-1-1-141,2-1 1,1-1 0,2-1 0,0-2-455,0-2 1,5 0 0,1 0 0,3-1-48,0-2 0,4 2 0,1-3 0,1-1-156,1-1 0,3 0 886,1-1 0,2-5 0,0-1 0</inkml:trace>
  <inkml:trace contextRef="#ctx0" brushRef="#br0" timeOffset="3783">2207 282 9988,'3'4'538,"1"-1"0,4-3 0,1 0-436,0 0 0,2 0 0,1 0 0,-2 0-241,1 0 1,-1-2-1,0-1 1,-2 0-87,-1-3 1,-3 0 0,-3-1-1,-2-1 175,-4 0 0,-3 1 0,-2 1 1,-4 3 462,0 0 0,-1 3 1,3 0-1,-1 3 49,1 3 1,0 3 0,2 4-1,1 1-174,3 1 1,2 1-1,2-2 1,2 1-351,2 0 0,2-3 0,5 1 0,1-4-363,1-2 0,3-3 0,-1-2 0,3-2-599,0 0 1,-2-1 0,2-3-1,0-2 593,0 0 1,-2-3 0,-1 0 0,-1 1 127,-1-1 1,-4 1-1,1-1 1,-2-1 290,-1 0 1,-2 2 0,-2-2-1,2-2 134,-2 1 0,0-2 0,-1 1 0,0 0 1112,0 2 0,0 3-517,0 3 0,0 4 0,0 1 0,0 5-236,0 3 0,0 4 1,1 1-1,-1 1-220,3 0 1,1-2 0,-2 2 0,0-2-232,1-1 0,-2-2 0,1 0 0,-1-1-1951,1-2 1164,-1 1 1,2-6-1,-3-2 479,0-3 0,0-4 1,0-2-1,2-1 260,-1-1 0,4-1 0,-2 0 0,-1-1 113,1 1 1,2-2 0,0 2 0,2-2 89,1 3 0,1 0 0,-1 1 0,2 2 147,0 1 0,1 3 1,-1 3-1,-1 2-22,0 4 0,0 3 0,-1 2 0,-1 2 159,1 0 0,-3 0 0,0-1 1,-2-1-156,0 2 1,1-2 0,-2 1 0,0-1-646,-1-1 1,-1-1 0,0-2-1457,0 1 0,0-3-306,0 0 0,0-4 735,0 0 1358,0-2 0,0-7 0,0-1 0</inkml:trace>
  <inkml:trace contextRef="#ctx0" brushRef="#br0" timeOffset="4218">2711 170 7990,'0'-2'1331,"0"2"1,0 5-1,0 4 1,0 0-913,3 3 0,-3 1 0,5 1 0,-1 1-258,-1 0 1,3-2 0,-1 2 0,2-3-266,1-1 0,1-2 0,-1-4 0,2-1-187,0-1 1,1-3-1,-2-1 1,0-3-47,0-2 0,-1-4 0,0-1 0,0 0 207,-3-2 1,1 1 0,-2-1 0,0 1 146,-3 0 0,0-1 0,-1 1 0,0 0 377,0 1 1,-1 3-86,0 4 0,-1 5 1,-2 6-1,1 5 249,3 4 1,-1 4 0,1 2 0,0 2 86,0 0 0,0-2 0,0 2 0,0-1-201,0-1 1,0-2-1,-1 2 1,-1-2-293,-2-2 1,-4-4 0,-2-2-1,0-3 23,-4-2 0,0-4 0,0 0 1,-3-3-993,1-3 0,-1-2 1,2-3-1,0 0-157,0-1 0,-1 0 0,1-3 0,3 2-3,1-1 0,4-1 0,-1 0 977,3 2 0,2-4 0,3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6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32 7770,'-1'-6'-4,"-1"2"1,1-1 315,0 0 0,-1 1-904,0-1 592,1 2 0,-1 6 0,2 1 0</inkml:trace>
  <inkml:trace contextRef="#ctx0" brushRef="#br0" timeOffset="182">39 119 7798,'-7'0'13,"1"0"1,1-1 0,-1-1 641,3 0-655,-2 1 0,2 1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1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57 7677,'-6'0'10,"0"0"443,0 0 0,-1 1 1,1 1 458,0 0 1,1-1-563,0 2 1,8-3-1,6 2 1,4-1-41,3-1 0,5 0 0,3-1 0,2-1-174,3 1 0,2-4 0,2 2 0,2 1 44,2-1 1,-3-1 0,-1 2 0,-4 1-219,-4 0 0,-5-1 0,-5 0 0,-2 1-733,-4 0 0,-1-2 565,-1-1 1,-2-2-210,-1 0-816,2 0 102,-6-1 0,3 4 1129,-6 1 0,3 4 0,-3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44.0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44 7691,'0'-6'77,"0"-2"0,0-1 314,0 1 0,1 2-137,1 2 1,-1 2-1,1 4 1,-1 3 127,1 2 1,-1 7 0,2 5 0,-1 3-49,0 4 1,0 3 0,-2 2-1,1 1-97,1 3 1,-1 0 0,0 5 0,0-3-188,-1-2 1,0-1-1,0-4 1,0-3-143,0-5 1,0-7 0,0-3 0,0-2-2207,0-2-569,0-4 2867,3-2 0,1-7 0,2-2 0</inkml:trace>
  <inkml:trace contextRef="#ctx0" brushRef="#br0" timeOffset="451">255 286 7710,'-7'4'0,"1"-2"-144,-3 1 1,2 1-1,-3 4 1,1 3 671,2 4 0,0 1 1,2 4-1,-1 1-12,3 1 0,2-2 0,1 1 0,4-4-380,3-3 0,4-1 0,3-4 0,3-2-135,3-5 0,2-1 0,1-2 1,0-1-249,1-2 0,-3-4 1,-2-3-1,-3 0-167,-3-2 1,-6 1 0,-1-1 0,-3 1 297,-2 0 0,-4-1 1,-1 1-1,-5-2 333,0 0 1,-3 3 0,-1-1 0,1 0-62,-1 0 1,1 2 0,-1 0 0,1 1-138,0 2 1,0 2-1,1 2 1,1 0-298,1 1 1,1 1 0,2 2 0,2 1-386,-1 2 1,4 0 0,-1 0 662,1 1 0,4 0 0,0 2 0</inkml:trace>
  <inkml:trace contextRef="#ctx0" brushRef="#br0" timeOffset="800">640 311 7641,'-4'-8'0,"0"-1"25,-1 2 1,-1 0-1,0 0 1,0 2 273,0 1 0,-1-1 1,-1 3-1,-1 0 178,-1 2 1,2 0-1,-2 0 1,1 3-122,0 1 0,0 4 0,0 4 0,-1 1-89,0 4 0,3 1 1,-1 0-1,2 1-54,2-1 0,2 1 1,-2-1-1,2-2-165,1-1 0,3-3 1,2-1-1,2-4-345,3-1 0,-2-4 0,4-2 0,1 0-490,2 0 1,2-1 0,0 0 0,-1-4-756,0 0 0,2-2 1542,0 1 0,1 0 0,1 0 0</inkml:trace>
  <inkml:trace contextRef="#ctx0" brushRef="#br0" timeOffset="1117">833 292 7682,'-6'-2'-31,"-1"0"1,-1-2-1,-1 2 1,0 1 544,0 0 1,0 3 0,1 4 0,0 1-113,0 4 0,2 2 1,0 2-1,-1 1-311,1-1 0,3 0 0,1-2 0,2 0-160,2-1 0,1-6 0,4-1 1,0-1-209,2-2 0,1-2 0,-2 0 0,0-2 90,-1 0 0,-3-3 0,0 2 449,1 0 72,-2-3 0,0 6 0,-3 0-354,2 3 0,-1 0 0,2 1 0,-1 0-663,0-1 1,3-2-1,-1 2 683,2 0 0,0-3 0,0 3 0</inkml:trace>
  <inkml:trace contextRef="#ctx0" brushRef="#br0" timeOffset="1349">969 193 7682,'0'-10'69,"0"-1"1,0 3 327,0 0 0,0 5 0,0 3 299,0 6 0,0 3 1,1 4-1,0 1-291,2 3 0,0 3 1,0 2-1,-1 0-56,0 4 0,-1-4 1,1 2-1,-1-3-301,-1 0 1,1-3 0,0-3 0,1-1-1264,-1-5 1,0-1-320,-1-2 1,-1-3 0,0-1 1533,-4-4 0,0-4 0,-2-4 0</inkml:trace>
  <inkml:trace contextRef="#ctx0" brushRef="#br0" timeOffset="1566">932 311 7682,'6'-4'-330,"0"0"643,0 1 1,3 0-1,0 0 1,0 2 137,0 0 1,1 1 0,-1 0-1,1 0-171,1 0 1,-2 5 0,1 2 0,-1 3 46,-2 3 1,1 0-1,-2 4 1,-1-1-137,0 0 1,-3 1 0,-2-3 0,0 1-210,0-3 1,-2-1-1,-1-2 0,0-2-1148,1-1 0,-2-3 0,1 0 1166,0 0 0,-2-3 0,-1-4 0</inkml:trace>
  <inkml:trace contextRef="#ctx0" brushRef="#br0" timeOffset="1699">1043 273 7682,'0'-6'124,"0"3"-67,0-2 0,1 1 1,2 1-576,3 0 0,1 3 518,1 3 0,2-3 0,-1 3 0</inkml:trace>
  <inkml:trace contextRef="#ctx0" brushRef="#br0" timeOffset="2250">1199 305 7905,'-6'6'0,"2"0"458,-1 1 1,2-1-1,-2 0 1,2 0 80,0 3 1,1 0 0,2 4 0,0-1-172,0 1 1,1-1-1,1-2 1,2 1-260,4 0 1,-1-2 0,4-1 0,0-3-278,1-1 0,-1-2 0,1-1 0,-3 0-105,0-1 1,2-2 0,-3-3 0,-1-1-360,-3-2 1,2-1 0,-4-2-1,-1 1 219,-1 1 1,0-1 0,0 1 0,-2 0 377,-2-3 0,-2 3 0,0-1 1,1 0 293,-1 0 1,3 3-1,-3-1 1,1 1 493,2 1 1,-3 0-349,2-1 1,2 4-1,2 2-159,4 2 1,2 2-1,1 4 1,1 1 113,0 0 0,2 3 0,-1-1 0,2 3 144,-1 1 0,-1-1 0,0 2 0,0-2-88,-1 0 1,-1-1 0,-2-3 0,-1 0-283,-2 0 0,-1-3 0,1 0-1133,0-1 0,0-3-22,-5-2 0,3-3 0,-3-3 0,3-1 489,0-1 1,0 1-1,2-3 1,1 0 369,0 0 1,1-1 0,2-2-1,1-2 37,-1-1 0,2 2 1,1-1-1,1 2 137,1 1 0,1 4 0,0 2 0,0 3 411,1 2 0,-2 4 0,-2 3 0,0 4 493,-1 4 1,-2-1 0,-2 4 0,0-1-234,-1-1 0,-1-1 0,0 1 0,0-3-620,0-2 1,-2 2 0,2-4-658,0-1 1,1-2-4041,-1-1 4634,-2-2 0,6-2 0,-3-4 0</inkml:trace>
  <inkml:trace contextRef="#ctx0" brushRef="#br0" timeOffset="3033">1907 255 8339,'-6'0'375,"0"0"1,0 3 0,-1 2 0,-1 2-56,2 4 1,-1 3 0,3 3 0,1 3 82,1 0 0,2 3 0,3-3 0,4-2-136,5-2 0,5-4 0,4-3 0,1-3-275,4-3 0,-1-5 1,2-2-1,-2-4-132,-2-2 1,-5-5 0,-6 0 0,-4 0-171,-3-3 1,-3 1 0,-4 0 0,-3 1 309,-3 1 0,-1 0 1,-6 4-1,-3 0 176,-1 3 0,-1 1 1,-1 1-1,3 2-125,1-1 0,0 4 0,3-1 0,2 2-358,3 0 0,5 2 0,0 2 0,2 2-224,0 0 1,5 0 0,3 0 0,4 0-697,1 1 1,4-1 1226,0 0 0,5 1 0,-1-1 0</inkml:trace>
  <inkml:trace contextRef="#ctx0" brushRef="#br0" timeOffset="3266">2279 156 7693,'-12'-3'165,"2"2"1,-1-3-1,2 1 300,-1 2 1,-1 3 0,3 3 0,2 3 134,4 4 0,1 4 0,1 6 0,1 3-207,1 3 1,1 2 0,3 2-1,2-2-385,0-1 1,-1-2 0,1-5 0,-2-4-1184,-2-5 1,-1-4-816,-3-2 1,-3-5 1989,-4-2 0,-1-2 0,-5-5 0</inkml:trace>
  <inkml:trace contextRef="#ctx0" brushRef="#br0" timeOffset="3415">2118 330 7693,'0'-6'316,"1"0"0,0 1 0,2 1 354,0 2 0,2 0 0,2 2 0,2 0-656,3 0 1,4 0 0,4 0-1,4 0-820,0 0 1,0 1 0,0 0 805,0 1 0,0 3 0,-3-2 0</inkml:trace>
  <inkml:trace contextRef="#ctx0" brushRef="#br0" timeOffset="3667">2559 224 7963,'-4'1'978,"0"1"0,2 2 1,1 3-1,0 3-569,1 2 1,0 0 0,1 5 0,0 1-219,1 2 0,1 1 0,-2-3 0,1-1-582,-1-3 1,2-1 0,0-3 0,-2-1-841,2-3 0,-1-3 1231,1 0 0,-1-6 0,1 0 0</inkml:trace>
  <inkml:trace contextRef="#ctx0" brushRef="#br0" timeOffset="3832">2522 193 7684,'-3'-7'88,"0"2"0,-3 1 0,0 1-7,2 0 1,1 3-273,3 0 0,1 1 0,1 4 1,2-1 190,2 1 0,0 4 0,0 1 0</inkml:trace>
  <inkml:trace contextRef="#ctx0" brushRef="#br0" timeOffset="4267">2634 249 8685,'-4'6'670,"2"0"0,1 1 0,1 1 0,1 4-170,1 1 0,0 1 0,2 3 1,0 0-275,-1 1 0,3-2 0,-3-3 0,2-1-596,-2-1 1,-1-4-420,0 2 1,-1-6 389,-1-3 0,0-3 0,0-3 1,0-1 124,0-1 1,0 0 0,0-2 0,0-1 413,0 2 0,1-3 0,0 2 0,1-2 21,2 0 1,1-1 0,1 2 0,0-1-58,3 2 0,0 2 1,3 0-1,1 2 73,0 2 1,1 1-1,0 3 1,1 0 132,-3 3 0,-2 3 1,-2 3-1,-1 2 77,0-1 1,-2 3 0,-1 1-1,-2 0-293,-1-1 0,-1-2 0,0-1 0,0 0-305,0 0 1,-1-1 0,0-3 0,-1 1-688,1-1 0,0-3-447,1 2 1,1-4-1,0 1-326,1-4 1671,3 2 0,1-6 0,4 3 0</inkml:trace>
  <inkml:trace contextRef="#ctx0" brushRef="#br0" timeOffset="4534">3112 125 8011,'-6'-10'0,"0"2"243,-1 1 1,1 1 0,-1 2 213,-1-1 0,1 4 0,-1 0 1,1 2 200,4 3 1,-3 4 0,3 3 0,-2 1-291,1 3 0,2 3 0,-2 3 0,2 1-74,1-1 1,0 2 0,1 0 0,0 0-83,0 0 0,1 1 0,0-4 0,1 0-368,2-3 1,-2-4 0,1-4-2609,-1 0 1376,-1 0 1,2-6 0,-4-3 1387,-1-3 0,-4-3 0,-4 0 0</inkml:trace>
  <inkml:trace contextRef="#ctx0" brushRef="#br0" timeOffset="4950">2926 255 8000,'3'0'1605,"0"-2"-995,0 0 1,-2-1-1,3 2 1,1-1-12,1 0 1,0 2-1,3 0 1,1 0-607,2 0 1,1 2-1,1 0 1,3 1-663,1 0 1,-2 2-1,1-2 1,-2 1-433,1 1 0,-2-3 1,0 1-1,-3 0 753,0-2 0,-4 2 0,1-1 0,1-1 538,-1 0 0,-1-1 1,1-1 192,-1-1 0,-1-1 1,0-4-1,0 1 238,0 0 0,-1 2 0,-2 0-142,0-1 0,-2 0 0,-3 1-163,-2 2 1,-2 2-1,0 0 1,-2 0 188,0 0 1,-3 2 0,2 3 0,0 2 5,-3 1 1,3 3 0,0-1 0,0 0-260,1 0 0,1 1 0,3 2 0,0-1-483,2 0 1,0 0 0,2-1 0,3-1-608,3-1 0,1-1 1,4-2-1,-1 0-87,2-2 1,2-1 0,-1-3-1,1 0-486,1 0 1,-3-3 1410,1-1 0,-1-2 0,1 0 0</inkml:trace>
  <inkml:trace contextRef="#ctx0" brushRef="#br0" timeOffset="5165">3460 261 7685,'0'-6'380,"0"-3"0,0 2-40,0-1 1,-3 4-94,-1 2 0,-2 1 1,-1 1-1,-1 1 590,-2 3 1,0 1 0,0 6 0,0 0-303,0 3 0,1 0 0,4 2 0,0 1-479,3-1 1,1 2-1,2-4 1,1-1-354,3-2 1,3-1 0,2-3 0,2-2-509,0-2 0,0 0 0,0-3 0,0-1-318,-3-1 0,0 0 0,0-2 0,0-2 1123,-1-3 0,2-1 0,-1 0 0</inkml:trace>
  <inkml:trace contextRef="#ctx0" brushRef="#br0" timeOffset="5365">3553 150 7685,'0'-16'122,"0"1"548,0 2 0,1 5-81,1 3 1,-1 8-1,1 9 1,0 1-171,0 4 1,1 1 0,-3 3 0,2 0-15,-1 1 0,4 1 0,-3 1 0,0-1-272,1 0 1,-2-1 0,2 1 0,1-3-515,0-3 0,-1-1 0,2-5-1217,-1-1 1,-2-1 666,2-5 0,-3-4 0,1-4 931,-1-2 0,-4-3 0,0 0 0</inkml:trace>
  <inkml:trace contextRef="#ctx0" brushRef="#br0" timeOffset="5635">3509 237 7685,'4'-7'239,"1"3"0,-2 0 0,0 2 346,5 1 1,-1 0 0,3 1 0,1 0-354,4 0 0,-2 0 1,4 1-1,-1 1-105,0 2 1,2 1-1,-2 2 1,-1-1-12,-3 3 0,0-2 0,-3 4 1,-2 1 116,0 1 1,-1 0 0,-2 2 0,-2-2-60,-1-1 1,-1 0 0,0 1-1,0-1-426,0-2 0,0-1 0,-1-3-1594,-1-2-1449,1-1 3295,-4-3 0,4-3 0,-2 0 0</inkml:trace>
  <inkml:trace contextRef="#ctx0" brushRef="#br0" timeOffset="5764">3715 212 7685,'0'-6'-182,"2"2"0,-1-2 0,2 2-138,-1-2 0,2 3 0,2 1 273,1 1 1,-1 1-1,0 0 47,0 0 0,0 3 0,0 0 0</inkml:trace>
  <inkml:trace contextRef="#ctx0" brushRef="#br0" timeOffset="6349">3839 224 7470,'0'6'748,"0"-2"0,-1 0 0,-1 1-318,-2 1 1,0 0 0,1 3 0,0 1-118,2 2 1,-2 1-1,2 1 1,2 0-172,2 1 1,3-3 0,3 0 0,0-1-91,3-1 0,1-4 0,-1 0 0,1-3-438,-1-2 0,1-2 0,-1-4 0,0 0-115,-2-2 0,-2-2 1,-3 0-1,-1-1 209,-1-1 1,-2 1 0,-1-2-1,-1 1 231,0 1 1,-1-1 0,-2 0 0,-1 0 410,-3 3 0,1 1 1,-1-1-1,1 1 440,1 2 0,0 1-211,0 0 0,2 2-371,2 4 1,2 1 0,2 4 0,2-1-51,2 0 1,0 0 0,0 0 0,2 0 106,0 0 0,3 3 0,-3-1 0,0 1 106,1-1 0,-2 0 1,2 1-1,-2-1-140,2 0 1,-5 3-1,1-3 1,-1 1-137,-2 0 1,-2 1 0,0-1-95,0-2 1,-3 0 0,0-3-1265,0 1 1,-2-4 567,3-1 1,0-3 0,2-3 0,0-1 406,0 1 0,0-1 0,0 0 0,3-2 289,0-1 1,3-1-1,0-1 1,-1 0 75,2-1 0,-3-1 1,4-1-1,0 2 76,0 2 0,-1 2 0,2 3 1,-1 3 235,0 0 1,1 3 0,0 3 0,-1 3 119,-1 4 1,0 4-1,-1 3 1,0 0-154,1 0 0,-1 0 1,0-2-1,0 1-375,-2-1 1,1-2-1,-4-2 1,1-3-776,-1-1 0,-1-1-2193,0 0 2987,0 0 0,-3-2 0,0-1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161 191 9422,'4'0'1175,"-2"-3"-966,-1 0 0,-1-3 1,0 0-140,0 0 1,-1 0 0,-1-1 0,-2 1-84,-2 0 1,0 0 0,-3 0 0,-1 2 14,-2 2 0,-3 1 0,-1 3 0,0 1 197,-1 6 0,1 8 0,0 4 0,5 5 6,4 5 1,3 3-1,6 1 1,2-1 18,7-2 1,3-6-1,5-8 1,0-6-200,2-4 1,0-5 0,2-4-1,-5-1-214,0-5 0,-2-2 0,1-4 0,-1-2-142,-1-1 1,-1 0-1,-3-1 1,-1 0 14,-1-1 1,0-2 0,-2-1 0,-2 1 141,-2 1 0,0 2 0,-4 0 1,-1 0 162,-2-1 0,-3 1 0,0-1 1,-2 0 48,2 1 1,-2-4-1,0 5 1,1 1 62,1 0 1,-1 6-1,4 3 1,-1 4 190,1 4 0,-1 4 1,3 7-1,1 4 96,0 3 1,1 2-1,0 3 1,0 1-28,0 1 1,0 0 0,0-1-1,0-1-413,0 0 1,3 1-1,1-6 1,2-2-648,3-3 0,-2-2 0,4-4 0,0-3-514,3-3 1,-1-3 1212,2 0 0,3-2 0,1-2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7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63 8203,'-3'3'1097,"2"2"1,-2-2-1015,0 0 0,1 1 0,2 2 0,0 0 44,3-2 1,0 1-1,6-2 1,1 0 330,2-1 0,0 0 0,2-2 0,-1-1-860,2-1 0,-1-1 0,-2-3 1,-2-1 91,-2 1 1,-3-2 0,-3-1 0,-2 0 133,-2 0 0,-3-1 0,-4 1 0,-5 2 439,-1 0 0,-1 1 1,-1 0-1,1 2 302,-2 2 0,3 2 1,0 2-1,3 3-52,-1 2 1,3 4 0,2 3-1,2 3-198,1 4 1,3-2 0,2 1-1,1 0-221,0-1 0,4-1 0,3-2 1,3-2-341,0-3 0,2-3 0,1-3 1,1-4-763,1 0 1,2-1 0,1 0 0,2-1-537,-1 0 1,1-3 1543,0-2 0,6-3 0,-2-1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9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22 7697,'0'-6'816,"-1"-1"-328,-1 1 1,-1 3-1,-1 3 1,1 5-47,0 2 0,2 7 0,0 3 0,0 4 132,1 1 1,0 2-1,1 2 1,0 2-91,1 2 0,2-2 0,-2 2 0,0-2-497,1-4 1,0-2 0,2-4 0,-2-2-462,0-4 0,1-2 1,-1-4-1,-1-2-637,1 1 1,0-4-1,-2 0-1768,1-2 2879,1 1 0,-3-9 0,0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1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14 7883,'-5'-1'0,"1"0"492,-1-2 1,2 0-165,-1 2 0,2 0 0,7-1 0,4 1 121,3 1 0,5 0 0,3 1 0,1 0-894,2 1 1,-1 1-1,3-2 1,0 2-756,0-2 1200,-3 0 0,5 1 0,-2 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38 7706,'0'-5'-136,"-1"2"1,-1-1-234,1 1 0,-1 1 0,2-2 1169,0-1 1,-3 1-237,-1 1 0,-2 1 0,0 0-250,0 1 1,-2 2 0,-1 1-1,-1 3-2,-1 3 0,-1 1 1,2 4-1,-1 2-42,0 1 0,0 2 0,0 1 0,2 0-182,3-1 1,-2-1-12,7-1 1,-1-3-349,4 0 1,2-3 0,4-5 0,3-1-17,0-2 0,3-2 0,-1-2 1,2-3-89,-1-2 1,1-2 0,0-3-1,-3 3 321,0 0 1,-3-1 0,-4 2 0,0 0 1161,-1 1 0,-3 1-570,-1 3 0,-3 3 0,-3 3 0,2 3-303,-1 0 0,2 1 0,-3 1 1,2 0-964,2-1 1,1 0 0,1 0-1,1-1-2783,1 0 3511,1-2 0,4 1 0,-1-1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9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 7702,'0'-4'-904,"0"0"1494,0-1 0,1 2 1,0 2 75,2 2 0,-1 6 0,-2 2 0,0 4-29,0 1 1,0 3 0,0 1 0,0 1-598,0-1 0,1-1 1,-1-1-1,3-1-930,-2-1 0,1-3 0,-1-1-1920,1-1 2810,3-4 0,-2-2 0,4-3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5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19 7532,'-7'-3'-239,"-1"-1"1,2 1 0,1 0 0,1 2 557,1-2-944,1 1 625,2 2 0,4 3 0,2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6:00.5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53 7867,'0'-13'0,"0"2"-116,0 0 0,0 2 586,0 3 1,0 3-1,0 3 1,0 5-68,0 2 0,2 3 0,1 4 0,-2 2-68,2 2 0,-2 1 0,1 5 0,-1 0-58,-1 0 0,0 1 1,0-2-1,0 1-129,0 3 1,0-3-1,0 0 1,0-2-298,0-2 0,0-2 0,0-1 0,1-3-286,0-3 1,1-2 0,1-5 0,0 0-950,1-2 1,-2 0-542,2-2 1925,1-3 0,1 0 0,0-3 0</inkml:trace>
  <inkml:trace contextRef="#ctx0" brushRef="#br0" timeOffset="2517">193 276 7904,'-5'2'-135,"2"1"0,-1-1 0,-1-1 419,1 2 0,2 0 0,0-3 0,0 3 0,0 1 1,-1 0 0,3 3 0,0-1-59,0 0 0,0 0 0,1 0 0,2-2-125,3 1 1,3-4 0,4 1-1,0-2-65,2 0 0,0-4 0,3-3 0,0-2-251,-2-2 1,-2-1 0,0-1 0,-4-1 78,-1 0 0,-5 1 0,-2 3 0,-2-1 298,-5-1 1,-2 2-1,-5 2 1,-3 2 196,1 2 0,-5 2 0,0 4 0,-1 2 91,2 1 0,1 6 1,3 3-1,1 1-114,0 2 1,1 3 0,3 1 0,3-1-159,3-1 0,3-1 1,0 0-1,0-1-284,2-2 1,2-5 0,5-2 0,1-3-340,1 0 0,2-5 0,0 3 0,1-3 38,0 0 0,4 0 1,-2 0-1,2-2-1586,1 1 1,-3-4 1992,1 3 0,2-6 0,3 2 0</inkml:trace>
  <inkml:trace contextRef="#ctx0" brushRef="#br0" timeOffset="2983">534 282 7904,'-4'-8'0,"0"-1"0,-1 0 136,-1 0 0,0 1 0,0 2 0,0 0 478,0 0 0,-3 0 0,1 2 1,1 1-208,0 0 1,1 2 0,-2 0 0,1 1-200,-1 1 1,2 4 0,1 3 0,1 3 6,1 3 1,-2 1 0,3 4 0,0 0-5,2 0 1,0-1 0,3-1-1,1-1-146,1 2 1,2-6 0,1 0 0,3-3-74,1-3 1,0-3 0,1-3 0,1 0 46,0-3 0,2-3 0,-3-5 0,2-2-980,-1-2 0,-2-3 0,-2-1 0,-1-1 470,-3-1 1,0 0 0,-2-1 0,-2 1 470,-1 1 0,-4 0 1,-1 0-1,-2-1 145,0 1 0,0 2 0,0 2 0,-2 3 247,-1 4 1,1 5 0,3 5 153,1 5 1,-1 5-1,2 6 1,2 1 26,1 1 1,0-1 0,0 2 0,0-1-414,2-1 0,0 3 1,2-6-1,1 1-711,3-1 1,-1-2-1,2-1 1,0-2-113,1-1 0,1-3 0,0-2 0,-1-2 663,2 1 0,0-2 0,0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6:04.5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173 174 7867,'5'-3'437,"-2"0"-260,0 0 0,-1 1 0,-1-2 49,0-1 0,0 1 0,1 1-29,-1-3 0,-1 1 0,-1-1 1,0 0-27,-1-1 1,-4 1 0,1 0 0,-3 0-13,-2 0 0,-3 3 1,-2 0-1,0 3 97,-3 3 0,0 3 0,0 7 0,1 5 2,1 5 0,4 4 0,3 3 0,3 3-20,4-1 0,4-3 0,4-3 0,6-3-223,5-4 1,4-7-1,2-6 1,0-3-194,0-2 1,-1-5-1,-4-2 1,-1-4-192,-1-4 0,-3-2 0,1-2 0,-4-1 128,-1 0 0,-1-2 0,-2-1 0,-2-1 225,-2 0 0,-2 4 1,0-2-1,0 0 50,-2 1 0,-1 1 0,-1-2 1,-1 2 135,1 2 1,-2 2-1,2 4 184,-1 3 0,2 4 0,-2 8-100,1 4 1,3 4 0,-1 2 0,1 3 104,1 1 1,-2 1-1,0 1 1,1-1-167,0-1 1,2-1 0,0 0 0,1 0-424,2 0 0,-1-2 0,2-1 0,-1-1-419,1-3 0,1 0 1,0-2-1,-2-1-405,1-2 0,-2 1 0,3-3-1376,1 0 2430,-1-1 0,0 3 0,0-1 0</inkml:trace>
  <inkml:trace contextRef="#ctx0" brushRef="#br0" timeOffset="522">347 149 7878,'0'-7'6,"0"1"1,-2 0 861,0 0 1,0 3-354,2 3 0,3 3 1,1 6-1,1 1-68,2 2 1,-1 3-1,0 1 1,0 2-184,1 1 1,-3 2-1,-1-1 1,0 1-218,1-2 1,-2-1 0,0-1 0,-1-4-198,-1-2 1,0 1-177,0-4 1,-3-4 0,-2-4 127,0-3 1,1-3 0,2-2 0,0-1 160,-1-1 0,1 1 1,2-2-1,0 1 130,0-2 0,0 0 0,0 0 1,0 0-74,0 0 0,3-1 1,1 1-1,0-1-153,0 1 0,0-1 0,3 1 0,-1 2-175,3-1 0,-3 4 1,3-1-1,-3 0-267,0 2 1,3 3 0,0 1 0,-2 1-748,0 1 1322,-1 0 0,3 0 0,1 0 0</inkml:trace>
  <inkml:trace contextRef="#ctx0" brushRef="#br0" timeOffset="1020">707 186 7847,'-1'-6'0,"-1"0"-163,0 0 0,1 0 0,-1 1 912,0 1 1,-3 0-1,2-2-355,-3 2 0,2 1 0,-1 3 0,-1 0-98,-2 0 1,-3 3 0,0 1 0,0 3-14,-2 3 1,-1 1-1,-1 7 1,2 1-72,0 3 1,2 0-1,2 0 1,3 0-162,2-3 1,2 0 0,4-2 0,2-2-168,5-3 0,1-5 0,4-2 0,-1-4-54,1-1 1,1-1-1,-3-3 1,1-3-42,-1-2 0,0-1 0,-1-2 0,-1-1 188,-1 1 1,-1-1 0,-2 0-1,0 1 293,-2 0 0,0 0 0,-3 2 170,1 2 1,-1 3 0,-2 4 0,-1 3-52,1 5 0,-2-1 0,0 5 0,0-1-336,1 2 0,-1-1 1,3-1-1,0-1-844,0 0 1,1-1-1,1 0-873,2 0 1,2-3 0,0-1 748,0-2 1,-1-1 0,-2-2 914,3-1 0,-1-1 0,1-3 0</inkml:trace>
  <inkml:trace contextRef="#ctx0" brushRef="#br0" timeOffset="1552">838 130 7907,'-2'-6'478,"-1"0"0,0 2 230,0-1 0,0 4-433,0 1 1,0 3 0,0 3 0,1 1 149,-1 2 1,2 1-1,0 4 1,0 1-25,1 1 0,0 0 1,0 1-1,0-1-81,0 2 1,1-3 0,0 0-1,4-3-164,0-2 0,3-1 1,1-3-1,0-2-125,0-2 0,3-1 0,-2-2 0,1-1-145,-1-2 0,1-3 0,-2-2 0,-1-1-125,1-1 0,-4 1 0,1-1 0,-1 1 0,-2-2 1,2 0 0,-3 1 0,0 1-66,-2-1 0,0 2 450,0 0 0,0 6 0,0 6 0,0 4 12,-3 4 1,3 4-1,-3 1 1,3 1 23,0 0 0,0-4 0,3 2 0,1-2-182,1-1 0,2-2 0,1-2 0,1-2-104,0-1 0,0-3 0,0-5 1,1-2 181,0-3 0,-3-3 0,2 0 0,-3-1 102,1 0 1,-3-2 0,0-1 0,-1 2 14,0-1 0,-1 2 0,0-1 0,-2 1-430,0 0 1,0 1 0,0 1 0,0 1-591,-2 2 1,1 0 0,-1 1-1,0 0-1324,1 2 0,-1 1 2149,-2 3 0,2 0 0,0 0 0</inkml:trace>
  <inkml:trace contextRef="#ctx0" brushRef="#br0" timeOffset="1783">1167 130 7889,'5'-2'356,"-2"0"431,3 0 1,-3 2 0,0 0 0,0 3-100,1 3 1,-2 2-1,1 4 1,-2 2-276,1 1 0,1-1 0,-3 2 0,0 0-572,2 0 0,-1 0 0,1 0 0,-1-2-946,-1-3 0,2-2 1,0-3 1104,-1 1 0,0-4 0,-1 0 0</inkml:trace>
  <inkml:trace contextRef="#ctx0" brushRef="#br0" timeOffset="1916">1173 99 7889,'-6'-6'134,"0"0"0,0 0 0,2-1 1180,0 1-1584,2 0 1,2 2-1,4 3 270,2 2 0,3 3 0,0 2 0</inkml:trace>
  <inkml:trace contextRef="#ctx0" brushRef="#br0" timeOffset="2418">1279 117 7865,'-2'7'1610,"0"0"-941,1 1 1,1 0 0,1 4 0,1 2-165,2 1 1,-2 1 0,1 1 0,1-1-314,0 2 1,-3-3 0,3 0 0,-1-3-269,-2 1 0,0-3-523,2-2 1,-3-4-1,0-3 158,-1-2 1,-1-2 0,1-3-1,0-1 236,-1 1 1,0-2-1,2-1 1,0 0 229,0 0 1,0-2 0,0 1 0,3-2-15,0-1 0,3 1 0,0-1 0,0 1-26,0 0 0,3 1 0,2 1 0,1 0 171,0 0 1,3 2-1,0 3 1,0 3 228,0 2 1,-1 0 0,-3 2 0,-3 4 218,-1 1 1,-4 3-1,1 2 1,-1 1-91,-1 2 1,-2-2 0,0 1-1,0 0-422,0 1 1,0-5 0,0 2 0,0-2-528,0-2 1,0-2 0,0 0-2745,0 1-1422,0-4 4601,0 0 0,3-6 0,0 0 0</inkml:trace>
  <inkml:trace contextRef="#ctx0" brushRef="#br0" timeOffset="2952">1769 155 7861,'0'-8'53,"0"-1"0,0 2 229,0 0 1,0 0 0,0 1 0,0 0 236,0 0 1,0 2 0,0-1-165,0 1 1,0 1 0,-2 1 0,-2 2 12,-2 0 0,-2 0 1,-1 2-1,-1 2-43,-3 2 1,0 3 0,-1 2 0,0 2-31,-1 2 0,4 2 1,0 0-1,1 2-158,3-1 0,0 1 0,3-4 0,2-1-251,1-1 0,4-4 0,1 0 0,3-3-108,1-2 0,-1-2 0,4-4 0,-1-2 60,-1-2 0,3 0 1,-3-2-1,0-1 133,3-1 0,-3 2 0,0-2 0,1 1 74,0 2 1,-3 0 0,2 1 0,-3 2 189,1 2 0,-2 3 1,1 3-1,-3 5 696,0 4 1,-1 5-1,-2 4 1,-1 2-29,-1 1 0,-2 4 0,-2 0 0,0 1-425,-1-1 0,1 1 1,0-4-1,0-2-599,-3-2 0,1-4 0,-2-2 0,-1-5-69,-1-4 0,-1-3 1,-1-5-1,-3-1-267,0-2 0,-2-3 0,0-1 0,0-2 19,1-2 1,0 0 0,1-1-1,3-1-230,0-1 1,5-1 0,-1 1 0,1 0-405,1-1 1,4 2-1,2 2 1,1 0-307,1 1 0,5 2 1378,1 3 0,8 0 0,-2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1:51.776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0"/>
      <inkml:brushProperty name="anchorY" value="0"/>
      <inkml:brushProperty name="scaleFactor" value="0.5"/>
    </inkml:brush>
  </inkml:definitions>
  <inkml:trace contextRef="#ctx0" brushRef="#br0">386 1114 7780,'0'9'-694,"0"-1"2308,0 3-760,0-5 1,0-2-741,0-8 0,0-4 0,0-7 0,0 0-92,0-3 1,0-5 0,-2 0 0,0-5-74,-3-3 1,-5-6-1,1-3 1,-4-6-48,-4-5 0,-3 3 0,-8 0 0,-1-2 141,-2-1 1,-4 9 0,5 5 0,0 4 216,3 9 0,0 2 0,3 7 169,2 2 1,8 3-189,5 10 0,7 0-180,2 0 0,6 0 4,7 0 0,5 4-125,-1 1 1,8 4 0,1-6 0,7 0-36,5-1 0,1-2 0,1 0 1,1 0-5,2 0 1,-2-2 0,3-1 0,-4-2 33,0-2 0,-5-2 0,-2-4 0,-1-1-11,-3 2 0,-6-2 0,-2 1 25,-2 1 0,-6 4 16,-4 4 1,-8 2 0,-1 2 0,-7 2-29,-4 2 1,-7 4-1,-1 4 1,-1 3-52,-4 3 1,-2-3 0,-3 7 0,-2 1 21,2 2 1,0 1-1,0 2 1,-3 3 84,-1 3 1,2 6 0,-4 4 0,-1 4 102,-2 3 0,-1 3 0,0-1 0,5-1 97,3-5 1,5-7 0,4-8 0,5-7 102,2-5 0,8-10-225,3-10 0,10-12 0,5-9 0,6-6-91,4-3 0,-4-9 0,5-7 0,1-5-120,2-7 1,0 0 0,-2-2 0,-1 0 168,1 1 0,0 1 0,-1-5 0,-4 0 25,-4 5 1,-2-1 0,-2 3 0,-2 4-7,-2 2 1,-3 11-1,-3 2 116,0 10 1,0 12-85,0 7 0,0 9 1,0 17-1,0 5-7,0 6 0,0 10 0,0 9 1,0 5 233,0 4 0,0 4 0,0 5 0,0 2 20,0-4 0,0 4 0,0 6 0,0-36 0,0 1 41,0 1 0,0-1 0,0 34 0,0-5 0,0-6-154,0-5 1,0-9 0,0-6 0,0-6-164,0-10 1,0-4-1,0-5-1163,0 5 223,0-9 1,0-3 244,0-14 0,-3-3 0,-2-7 0,2 0-1886,2-3 2530,1 2 0,0-15 0,0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1:58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249 309 7667,'0'-6'0,"0"0"7,0 0 1,0-1-1,0 1 1,0 0 285,0 0 0,0-1 1,0 0-1,-1 1 1,0 1 0,0-1 0,-2-1 0,0 2-104,1 1 1,0 0 0,-1 2 0,0-1-55,0-1 1,-1 3 0,0 0-1,-1 2-12,-2 2 0,-1 4 0,-1 3 0,-2 5 8,-1 3 0,-3 6 0,-1 6 0,-3 3 69,-1 3 1,-1 6 0,1 2 0,2 0-29,3 0 1,2-3 0,6-8-1,4-6-195,4-7 1,4-5-1,3-6 1,3-2-201,-1-3 1,4-3 0,-1-3 0,1-3-22,0-2 0,0-4 0,1-3 1,-2-2-22,0-1 1,-3-2 0,2 0 0,-3-1 149,0-1 0,-2-3 0,-2 2 1,1-1 238,-2-1 0,-1 0 0,1 4 0,-2 4 407,0 6 1,1 4-1,0 5-31,-3 6 1,1 4-1,-1 8 1,0 2-68,0 3 0,-1 4 0,-2-2 1,1 0-297,0 0 0,0-4 1,2 1-1,0-2-636,0-1 1,1-4 0,1-4-1,2-1-450,2-3 0,2 0 1,-1-2-1,1-1-2017,0-3 2965,-1-2 0,2-5 0,-1 0 0</inkml:trace>
  <inkml:trace contextRef="#ctx0" brushRef="#br0" timeOffset="613">379 289 7790,'0'-7'142,"-1"-1"1,0 1 441,0 1 1,-1-1 54,0 1 1,1 2-268,0 4 1,-1 2 0,0 5 0,1 1-24,1 4 0,0 2 0,0 3 1,-1 3-35,-1 1 1,1 1 0,-1 4-1,-1 1-148,0 1 1,2 1 0,-1 1 0,0 0-164,1-3 1,-2-1-1,1-3 1,1-3-142,1-5 1,0-3 0,0-4 0,0-1-75,0 0 1,0-2-1,1-5 8,1 0 0,1-3 0,0-4 1,2-1 3,-1-4 0,2 0 0,-2-3 0,1-2-132,2-2 0,-2-5 0,2 0 1,-2-3-17,2-3 1,-1-4-1,2-4 1,3 2 188,1-1 0,2 3 0,1 3 0,0 6 273,2 5 1,-3 6 0,-2 9-1,0 4 262,-2 4 1,0 2 0,-2 7 0,-2 1 144,0 3 0,-2 1 1,0 3-1,-1 0 61,-1 1 0,0 1 1,-2-1-1,-1 2-253,-1-1 0,1 2 1,-1 0-1,-1-2-207,0-1 0,2-3 0,-1-1 0,2-1-410,0-2 0,0-2 0,0-3 1,0-2-582,0 0 1,0-1 0,0-1-1277,0 0 0,0-2 413,2-2 1731,1-2 0,1-5 0,2-1 0</inkml:trace>
  <inkml:trace contextRef="#ctx0" brushRef="#br0" timeOffset="934">778 222 8140,'-2'-2'1177,"-2"2"-672,2 0 1,1 5-1,1 5 1,0 4 81,0 3 0,0 4 1,-1 2-1,0 2-156,-1 2 1,0 1 0,1 1 0,0-1-384,-1-1 1,2-3 0,-1 0-1,1-5-511,-3-4 0,2-3 0,1-4 0,0 0-3385,0-1 3848,0-3 0,-2-2 0,-1-2 0</inkml:trace>
  <inkml:trace contextRef="#ctx0" brushRef="#br0" timeOffset="1079">740 169 7827,'-5'0'-111,"0"0"1,3 1-1,0 0 111,4 0 0,0 5 0,3-1 0</inkml:trace>
  <inkml:trace contextRef="#ctx0" brushRef="#br0" timeOffset="1846">941 237 7826,'-4'-6'698,"-1"2"0,1 2 0,1 4-23,1 4 1,2 4 0,0 4 0,0 2-183,0 1 0,0 4 1,0 1-1,0 2-213,0 0 0,0 2 0,0-1 0,0 2-190,0-1 1,-1-2 0,0-4 0,0-2-195,-1-2 1,0-3 0,0-2-559,2-3 373,-3-1 0,3-5 0,-1-2 0,3-3 5,0-3 1,2-1-1,2-3 1,0-1 109,0-2 0,2-4 1,-2-3-1,0-3-24,1-2 0,-2-2 1,2 0-1,1-1 99,-1-1 0,2-2 0,1 1 0,0 2 344,2 3 1,-3 6-1,3 4 1,-2 5 185,0 2 0,-1 5 0,1 6 0,-1 5 71,-1 2 1,1 2-1,-3 5 1,0 1-79,-1 2 0,-2 3 1,-1 4-1,-2-1-132,0 0 1,0-2-1,-2-1 1,-1 0-191,0 0 0,-1 0 0,3-2 1,-1-3-422,-1-3 1,2-3 0,1-1-1,0-2-546,0-3 1,1-2 395,0-3 1,0-2 0,2-3 0,1-3 26,0-3 1,1-1-1,1-4 1,-1-1 148,2-4 0,-1-2 0,-1-2 0,-1-2-58,2-1 1,-1-1 0,1-1 0,1 0 326,0 0 1,1 5-1,1 2 1,1 4 323,0 5 0,-1 4 1,0 7-1,-2 2 202,0 4 0,1 4 1,0 3-1,0 2 30,0 1 0,-2 1 0,0 1 0,0 1 65,-1 2 0,-3-1 1,0-1-1,-2 1-202,0-1 1,0 3 0,0-2 0,-2-2-329,-1 2 0,0-3 1,1 1-1,0-2-343,0-1 0,2-2 0,0-2 1,0-3-2143,0-1 342,0 0 0,0-3 2076,2-2 0,-2-2 0,3-3 0</inkml:trace>
  <inkml:trace contextRef="#ctx0" brushRef="#br0" timeOffset="2281">1610 289 7754,'-4'-7'116,"-1"1"1,1 0 447,-1 0 0,2 2 0,-4-1 0,-1 2 45,1 3 0,-3 0 1,-1 3-1,-2 4-13,-1 4 1,-1 1-1,0 6 1,0 3-116,1 2 0,3 1 0,1 0 1,3-2-491,4 1 1,1-4 0,4-1 0,0-3-281,3-4 1,3-5 0,-1-5 0,2-1-92,-1 0 1,-2-2 0,1-3-1,1-4 177,-1-2 0,0 0 0,1 1 1,-2 1 634,-2 2 0,1 2 331,-2 3 0,0 4 0,-2 3 0,-1 3-401,-1 3 0,0-1 0,-1 3 0,0-1-1227,1-2 1,-1 0 0,4-2-1,1-2-28,3-3 0,0 0 0,3-4 0,0-3-1014,3-2 1,-1-4 1906,0-2 0,0-3 0,0-5 0</inkml:trace>
  <inkml:trace contextRef="#ctx0" brushRef="#br0" timeOffset="2513">1716 1 10001,'-3'2'945,"0"4"0,2 3 0,-2 6 0,1 3 87,-1 6 0,1 3 1,-2 9-1,0 1-40,1 3 1,-3-1 0,0 1 0,3-3-499,0-5 1,0-5 0,1-6-1,1-4-514,1-1 1,0-3-1,0 0 1,0-3-850,0-1 1,0-4 0,0 1-384,1-2 0,1-3 1,1-2-1,0-3-2607,2-2 3859,-1-2 0,4-3 0,-1-2 0</inkml:trace>
  <inkml:trace contextRef="#ctx0" brushRef="#br0" timeOffset="2833">1923 198 7819,'-10'0'0,"-1"0"731,2 0 1,3 2 0,2 2 0,1 2 48,3 4 1,0 2-1,0 5 1,0 2-347,0 3 1,1 2 0,1 1-1,-1-1 318,0-3 0,-1 0 0,-1-4 0,0-1-280,-1-1 1,-2-4 0,1-2 0,-3-2-165,0-1 1,-1 0 0,1 0 0,-2-1-245,-1-1 0,-1-2 0,0-1 0,-1-1-722,0 0 1,0 0 0,1-1 0,2-1-1391,0-1 1,2 0-1,1 0 2048,1 0 0,2 0 0,2-3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08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96 7963,'0'-12'386,"0"2"1,1 0 55,0 1 1,1 4-1,0 6 1,0 4-331,-1 7 1,1 3 0,0 9 0,0 4 238,0 7 0,-1 3 0,1 4 0,1 4-61,0 5 1,0 3-1,0 0 1,-1 1-68,-2 0 1,0-7-1,-2-3 1,-1-8-133,0-5 1,0-2 0,0-5-1,0-2-243,1-4 1,0-1-1,0-6 1,2-1-387,-1-3 1,1-2-15,0-4 1,2-8 0,1-7 321,-1-2 0,2-4 0,-2-3 0,1-2 93,-1-6 1,1 0 0,-2-5 0,1 0 133,-2-4 1,1-4 0,-1-6 0,3-8 111,2-3 1,2-3 0,6 0 0,4 5 508,5 4 1,1 13-1,1 11 1,-2 10 9,-1 7 0,1 4 1,0 6-1,2 2-362,0 2 0,-1 4 1,-2 4-1,-3 2-151,-3 3 0,-5 3 0,-4 3 0,-3 2 166,-3 2 0,0 4 0,-3-2 0,-3-1-107,0-1 0,-3-3 1,-3 0-1,-1-1-204,-2 1 0,-1-3 1,-1-1-1,-1-1-120,1-2 0,-1-1 0,2-3 0,0-1-238,1-3 1,3-2 0,1-2-1,0 1-477,2-2 1,0-2 0,-1-3 0,2-2 42,-1 0 1,6-3-1,-2 1 1,3-1-1318,3 0 2139,2-1 0,5-4 0,2-1 0</inkml:trace>
  <inkml:trace contextRef="#ctx0" brushRef="#br0" timeOffset="484">626 96 7888,'0'-4'257,"-2"-3"1,0 1 0,0 0 278,-2 1 0,1 0 0,0 2 0,-1 1-198,0 0 1,-2 1 0,0-1 0,0 2 3,-2 2 1,1 1-1,0 2 1,-2 1-91,-2 2 0,0 4 0,-2 2 1,1 3-31,-1 6 0,-1 2 0,2 4 0,0 0 30,3 0 0,2-3 0,3-2 0,3-5-319,2-2 1,5-6-1,5-4 1,3-3-210,1-4 0,1-3 0,1-3 0,-1-2-2,1-1 0,-2-3 0,-3-1 0,0-1 70,-2 0 0,0-1 0,-2 1 0,-2 1 232,-3 2 1,1 2 0,-2 1 506,-1 1 1,0 5 0,-2 2 0,0 3 200,-3 3 0,0 2 1,0 3-1,1 0-520,0 2 0,0-3 0,0 2 1,1-1-667,1 1 1,1-3-1,0-1 1,0 0-316,0 0 0,2-2 1,1-1-1,1-2-1312,1-2 0,2-1 2081,-1-1 0,5-1 0,-1-4 0</inkml:trace>
  <inkml:trace contextRef="#ctx0" brushRef="#br0" timeOffset="950">866 10 7851,'-11'-4'120,"0"1"1,0 2 0,2-1 0,2 2 844,0 2 0,3 1 1,2 3-1,2 3-265,0 2 0,0 1 1,0 3-1,2 1-162,1 2 1,1 3 0,1 3 0,0 3-106,0-1 0,-3 0 0,0-3 0,-2-3-256,-2-2 0,0-4 1,-3-3-1,0-2 30,-2-3 0,2-1 1,-4-2-1,1-2-848,-2 0 1,1-1-1,0-1 1,-1 0-243,0-2 1,0-2 0,1 1 0,1-1 170,2 0 0,2-2 0,0 1 0,2-1 275,2 0 0,3 0 1,1 3-1,2 0 257,2 1 0,0 2 1,2-1-1,-1 1 214,0-2 1,2 2-1,-1 1 1,2 0 273,0-2 0,1 1 0,2-2 0,0-1-21,1 0 0,3-2 0,4-2 1,-1 1-406,1-2 0,-2 0 0,-3-1 1,-2-1-127,-3 0 1,-2 1 0,-8 3-71,-2 0 1,-1 1-1,-2 3 1,-2 2-46,-2 2 1,-1 1 0,1 4 0,0-2-999,0 1 1357,0 0 0,0 2 0,-2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02.4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394 192 7899,'-14'-9'0,"0"1"0,-1 3-151,0 4 0,-1 1 0,-2 4 0,-2 2 467,-3 4 0,-2 4 0,-3 2 0,0 4 311,1 3 1,4 4-1,3 4 1,4 5-137,1 3 1,-1 5-1,0 2 1,1 1-232,1 0 0,5-3 0,5-5 0,2-1-238,3-3 1,6-6 0,5-3-1,3-7-338,3-4 0,0-3 0,3-4 0,2-1-517,0-2 1,6-2-1,1 0 1,3 0-1564,3-1 2396,-4 0 0,-1-2 0,-5-3 0</inkml:trace>
  <inkml:trace contextRef="#ctx0" brushRef="#br0" timeOffset="566">928 284 7823,'0'-8'-210,"0"-1"1,-1 3 0,-2 0 331,1 1 0,1 0 0,-3 1 1,0 1 345,0 1 0,-3 2 0,-1 0 0,-3 0-202,-2 0 1,-1 0 0,-1 3 0,-1 4-26,-2 1 1,0 3-1,-1 1 1,0 2 69,1 3 1,-1 4 0,1 2 0,-2 2-10,-2 5 0,-2 0 0,3 5 0,2 2-84,4 3 1,4 0 0,5-3 0,3-3-80,3-5 0,5-4 0,4-5 0,4-1-246,2-3 0,4-6 0,2-1 0,2-4-78,0-2 0,1-1 1,0-3-1,-2 0-102,-1-2 1,-1-4-1,-1-2 1,0-2-14,1-2 0,-4 1 0,-1-1 0,-3 2 112,-4 1 1,-2 0 0,-3-1-1,-2 2 322,-2 0 0,-2 1 0,-4 1 0,-3-1 294,0 1 1,-4 1 0,1 0-1,0 2-125,-1 1 0,0 1 0,2-1 1,1 1-659,2 1 1,1 1-381,4 0 0,2 1 1,2 1-1,6-1-779,3-1 1514,3 0 0,3 0 0,3 0 0</inkml:trace>
  <inkml:trace contextRef="#ctx0" brushRef="#br0" timeOffset="968">1169 336 7801,'-1'-6'26,"0"-1"0,0 1 606,-1 1 0,2 1 172,0-2 0,0 5 0,0 1-506,0 2 0,0 5 0,0 1 0,0 3 92,0 2 1,0 1 0,0 2 0,0 2 146,0 1 1,0 2-1,0 1 1,-2 1-36,1 1 1,-2-1 0,0 3 0,1-1-250,0-1 0,0-1 0,1-5 1,-1-3-122,2 0 0,-3-3 1,2-3-1733,-1-1 193,2-3 1,0-3 0,0-2 149,0-3 1,0-1 0,0-1-1,0-1 1257,-2-3 0,-1 0 0,-1 0 0</inkml:trace>
  <inkml:trace contextRef="#ctx0" brushRef="#br0" timeOffset="1183">981 332 7874,'-2'-8'121,"0"1"0,-2 1 0,2 0 742,0 0 1,0 0 0,2 2 0,3 0-92,3 1 1,3 2 0,5-2 0,4 2-518,1-1 1,1 1 0,3 1 0,0 0-400,0 0 1,-1 1-1,-1-1 1,-3 2-405,-2-1 1,-3-1 0,0 1 0,1 1-1662,-1-1 1,0 1 2208,-2-2 0,1 0 0,1 0 0</inkml:trace>
  <inkml:trace contextRef="#ctx0" brushRef="#br0" timeOffset="1451">976 774 8076,'2'5'1911,"1"-2"-1330,3-2 1,6 0 0,3-1 0,3-1-410,4 0 1,3-2-1,1-3 1,0-1-1430,1-1 0,0 1 1257,-3-1 0,0-1 0,-2 1 0</inkml:trace>
  <inkml:trace contextRef="#ctx0" brushRef="#br0" timeOffset="1801">1607 284 7858,'-2'-13'0,"0"2"153,-1 3 1006,0 1 0,-1 5 0,1 2-607,1 2 1,1 6 0,1 1 0,0 4-263,0 0 1,0 4-1,0 1 1,0 3 26,0 1 0,-1 2 1,-1 1-1,1 1-17,1 1 0,0 0 0,-1 2 0,0 1-115,-1-1 1,-1-4 0,2-4-1,-1-3-120,0-2 0,1-2 0,0-2 0,0-2-548,1-2 0,0-2 0,0 0-2097,0 0 0,0-2 2580,-2-2 0,-1-2 0,-2 0 0</inkml:trace>
  <inkml:trace contextRef="#ctx0" brushRef="#br0" timeOffset="2016">1390 582 7804,'-2'-7'0,"-1"1"1235,-2 0 1,3 0 0,0 2-637,2-1 1,2 2 0,3 2-1,5-1-389,2 1 1,5 1-1,2-2 1,4 0-312,1 1 1,2-2-1,0 2 1,-1-1-859,-2 2 0,-3-3 1,1 1-1,-4 0-2713,-2 0 3672,0-2 0,-2 2 0,1-4 0</inkml:trace>
  <inkml:trace contextRef="#ctx0" brushRef="#br0" timeOffset="2468">1785 476 8702,'-5'0'862,"0"0"1,2 0 0,0 1-352,1 2 1,0 2 0,2 4 0,0 2-58,0 2 1,0 1 0,1 4 0,0 0-9,1 1 1,1 0-1,-1 0 1,0-2-256,0-1 0,0-1 0,0-2 0,-1-2-165,0-1 0,0-1 0,-1-1 0,0-1-324,0-2-268,0-3 0,0 0 0,0-4 183,0-3 1,0 0 0,0-4 0,0 1 183,0-1 0,0-1 1,1 1-1,1-1 122,-1-1 0,1-2 0,1-1 0,0 1 89,0 0 1,0 2 0,2-2 0,-1 0 292,1-2 1,2 2 0,-1-1 0,2 2 6,1 0 0,1 2 0,-1 2 0,2 2-341,0 0 0,-1 1 1,1 1-1,0 0-534,-2 1 1,0 2-1,0-1 1,-2 2-825,0 0 1,0-2 0,-3 0-355,1 1 1741,0 1 0,-1 0 0,2 0 0</inkml:trace>
  <inkml:trace contextRef="#ctx0" brushRef="#br0" timeOffset="2953">2126 476 7839,'-2'-2'61,"-3"1"1,2-2 0,-1 0 332,-1 0 0,0 3 0,0-2 0,0 1 265,1 1 0,-3 0 1,-1 0-1,0 1-237,0 1 0,0 1 0,0 2 0,1 1-160,0 2 0,-2 2 1,1 1-1,1 3-11,-1 1 0,0 2 1,0 2-1,0 0 3,1 1 1,2-2 0,1 0 0,2-3-332,2-2 1,2-5 0,2 1 0,1-4-187,2 0 1,1-3 0,-1 0-1,2-4 11,-1-1 0,-1-3 1,3-2-1,-1-1 87,-1-1 1,1 1 0,0-1 0,-1-1 217,0-1 1,0 0 0,-1 2 0,-1 1 449,-1 0 0,0 1-62,-2-1 0,-1 5 1,-2 5-1,-1 2 43,0 3 0,-2 3 0,-2-1 1,-1 2-352,2 1 0,-2-1 0,3-1 1,1 0-575,0 0 0,1-3 0,1 1 0,1-2-650,1 0 0,0-1 1,3-1-1,0 0-1147,1-3 1,2 0 2237,2 0 0,-1-4 0,1-2 0</inkml:trace>
  <inkml:trace contextRef="#ctx0" brushRef="#br0" timeOffset="3268">2405 423 7839,'-5'-7'474,"-1"0"1,-1 3 0,0 2 209,0 0 0,-2 0 0,1 2 1,-2 1 12,-2 2 1,-1 1 0,1 5 0,0 0-274,1 4 0,-1 1 0,1 3 0,2 2 21,2 1 0,1 2 1,3-1-1,-1 0-65,2-2 1,2-2-1,2-2 1,2-3-299,-1-2 0,5-3 0,-1-1 0,1-2-174,0-3 0,2 0 1,1-1-1,2 0-1094,0 0 1,0-2-1,1 0 1,-2-1-113,2-1 1,-1-2-1,-1 0 1,0 0 1297,-2-1 0,0-3 0,0-2 0</inkml:trace>
  <inkml:trace contextRef="#ctx0" brushRef="#br0" timeOffset="3701">2574 254 7839,'0'-4'1052,"-2"1"-122,1-1 0,-2 4 0,3 2 1,0 4 49,0 5 1,0 2 0,-1 2 0,-1 3-239,-1 3 0,0 2 0,-1 3 1,0 2-345,1 0 1,-1-3 0,1 1 0,-1-1-203,0 1 0,2-5 0,-1-2 0,1-2-298,2-3 0,-1-3 0,0 0-567,-1-2 1,0-3 0,1-3-3048,-1 0 2917,1-1 1,1-2-1,0-3 1,0-2 412,0 0 1,0-2 0,1 0 0,0-3 191,2 1 0,0-3 0,0-1 1,1-1 136,0 0 1,1 1-1,-1 0 1,2 1 285,-2-1 1,1 2 0,0 3-1,0 1 68,2 2 1,-2 2 0,1 2 0,0 3 377,1 3 1,-1 4 0,1 4 0,0 1 105,-1 2 0,-1-1 0,-2 1 0,0-1-259,1 0 0,0-3 1,0-1-1,-2-1-617,-1 0 0,0-2 0,1-2-1901,-2-1-10,0 0 0,0-3-2135,-2-2 4141,0-2 0,-3-5 0,0-1 0</inkml:trace>
  <inkml:trace contextRef="#ctx0" brushRef="#br0" timeOffset="4134">2583 505 7839,'-7'-5'216,"2"0"0,2 1 1132,0-2 1,2 3 0,1 0-487,0 0 1,2-1-1,2 0 1,2 1-621,1 1 0,3 0 1,-1 1-1,1-1-544,0 1 1,2-1 0,0 0 0,0 0-330,1 0 1,1-1 0,1 2 0,2-2-568,0-2 0,0 2 0,1 0 0,-3 0 685,0-2 0,-2 0 0,0 0 1,-2 1 512,-2-1 0,-1 0 0,-4 1 0,1 0 0,0 1 169,-2 1 1,-4 1-1,-3 1 1,-2 0 560,0 0 1,-1 1 0,1 3 0,0 0 55,1 1 0,-1 1 0,3 2 0,-1-1-312,2 1 1,2 2 0,-2 1 0,1 2-116,0 1 0,1 1 0,1 1 0,0 1 258,1 2 0,0 0 0,-1-1 0,0-3-121,0-2 1,-1 1 0,-1-4 0,0-1-336,-2-1 1,-2-3 0,0-1 0,-1 0-882,0-3 0,-2 0 0,3-1 1,-2 0-237,1 0 0,0-2 1,0 0-1,0-1 122,0-1 1,1 0-1,1-1 1,-2 0-1415,2 1 2248,-1-3 0,-2-1 0,-1-1 0</inkml:trace>
  <inkml:trace contextRef="#ctx0" brushRef="#br0" timeOffset="4551">3045 43 7963,'-2'-12'188,"1"1"1,-2 2 620,1 3 0,2 3 0,4 1 1,0 2-70,1 2 0,1 3 0,1 2 0,1 3-170,0 1 1,1 4 0,2 3 0,-1 3-101,1 5 1,2 2 0,-1 4 0,-1 2-173,-1 2 0,-2 7 0,-5 1 0,-3 1 5,-5-2 1,-3-4 0,-4-5 0,0-2-3,-2-1 1,2-7-1,2-5 1,1-3-347,1-3 0,-1-3 1,0-3-1,0 1-502,-1-3 1,0 0 0,0-1 0,-1-2-589,-2 0 1,-1 0 0,-1-2 0,-1 0-335,1 0 1,-1 0 1468,1 0 0,-2-4 0,0-1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2.7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230 83 7813,'0'-5'0,"-1"0"0,-1 0 11,2 0 0,-2 2 1,1 0-1,0 0 566,-1-2 0,2 0 0,0 0-75,0 1 1,-2-1 0,1 0-181,0 0 1,-1 0-1,1 1-96,-2-1 0,-2 2 0,0 1 0,-1 2 6,0 0 0,-4 0 0,0 2 0,-2 3 51,-2 1 1,0 4 0,-2 2 0,0 2 20,-1 2 1,2 2 0,0 4 0,2 4-12,2 1 0,-1 5 0,5 1 0,2-1-280,3-4 1,3-4-1,2-7 1,4-4-264,1-5 1,4-4 0,1-3 0,1-3-92,2-2 0,0-3 1,2-4-1,0 1 81,-1-1 1,0-4 0,-1 2 0,-2-4-67,-1 1 0,-4 0 1,-1 0-1,-3 0 404,-2 2 0,-1-1 0,-2 4 403,0 2 1,-2 4 0,-1 4-1,-1 3 108,-1 5 0,1 4 0,-2 1 1,0 3-200,0-1 1,0 0 0,1 1-1,1-1-719,1-2 0,2 2 0,0-4 1,1 0-660,2-1 1,4-4 0,-1 0 0,2-3-406,1-1 1,2-2-1,-1 0 1393,0-3 0,1-2 0,0-2 0</inkml:trace>
  <inkml:trace contextRef="#ctx0" brushRef="#br0" timeOffset="664">360 44 7791,'0'-7'17,"0"3"0,-1 0 1,-2 0 340,1 1 1,-1 1 0,-1 0 628,1 1 1,3 0-1,-3 3-666,3 1 1,0 0 0,0 0-1,2 1-63,-1 1 1,1 1 0,-2 3 0,0-1-42,0 1 0,0 3 1,0 1-1,-1 2 264,0 0 1,-2 3-1,0 1 1,0 1-158,1 1 1,1 0 0,1-2-1,0-2-163,0 0 1,3-6 0,3-3 0,0-1-259,1-3 1,1-3-1,1 1 1,0-4-178,0-1 1,0-1 0,0-3-1,-2-1-134,1-1 1,-2-1 0,-2 1 0,0-1 148,-1 1 1,-2-2 0,2 1 0,0-2 56,-3 0 0,1-2 0,-1-1 0,1-1-17,0 2 0,-1 2 0,3 3 0,-3 1 244,0 2 0,0 3 1,0 4-1,0 3 190,0 4 0,-2 3 1,1 3-1,0 4 14,0 2 0,1 0 0,0 0 0,1-1-78,0-1 1,2-3-1,2-1 1,1-3-136,1-2 1,1-2 0,0-3 0,1-1-87,1-3 1,0-2 0,1-4 0,0-2 2,0-1 0,-2-4 0,1 1 0,-2-1 138,-2 0 0,0 0 0,-2-3 1,-1 0 95,-1 0 1,-2 1 0,0 1 0,0 0-97,-2 0 1,1 1-1,0 0 1,0 2-200,-1 2 1,2-1 0,-2 3 0,2-1-457,0 2 1,1 1-1,1 0-442,1 0 0,0 2 0,2 2 370,0 0 0,-2 2 0,-1 0 0,1 2 656,0 2 0,0 0 0,2-1 0</inkml:trace>
  <inkml:trace contextRef="#ctx0" brushRef="#br0" timeOffset="1067">827 54 7788,'0'-8'561,"0"0"1,-2 2 0,1-1 0,-2 2-2,1 0 0,-2 2 0,1 0-198,-3 1 0,0 1 0,0 4 0,-2 0-16,1 3 1,-5 5-1,1 0 1,-2 4 48,1 2 0,-2 2 0,1 4 0,1 2-131,0 0 0,3-1 0,4-2 0,3-2-291,2-3 1,2-3 0,3-6 0,2-4-229,3-2 1,-1-2-1,1-2 1,1-2-71,0-1 0,0-4 0,-1-1 0,0-2 178,0 0 1,-1-1 0,0 0-1,-1 2 219,-1 1 1,-4 1 0,0 1 0,0 1 514,0 2 1,-1 3-615,-4 2 1,2 3 0,-2 3 0,1 0-868,-1 0 0,2-1 1,-1 0-1,1 0-2993,2-1 3887,2 2 0,1-2 0,2 1 0</inkml:trace>
  <inkml:trace contextRef="#ctx0" brushRef="#br0" timeOffset="1500">899 44 7788,'0'-7'729,"1"2"0,0-2-388,0 2 1,1 3 0,-4 2 0,0 3 439,0 5 0,-1 1 0,-1 4 0,1 2-62,-1 0 1,2 3-1,1-2 1,0 1-428,1-1 0,1 1 0,0-2 1,2-3-421,2-1 0,1-4 1,3-1-1,0-2 32,0-2 0,1-6 0,1-3 0,1-3-327,-2-3 0,0-3 0,0 0 1,-3 1 211,0-2 1,-2 2 0,0-1 0,-1-1 225,-1 1 0,-1 1 1,-2 2-1,0 2 429,0 2 0,0 4 0,0 5-4,0 5 0,0 7 1,-1 3-1,-1 6 354,1 2 0,-1 3 1,0 1-1,-1 2 35,-1 1 1,0 1 0,-1 0 0,0-3-414,-2-1 0,2-3 1,-3-2-1,-1 1-311,0-3 1,0-2 0,-2-5 0,0-2-139,-2-1 0,-1-3 0,1-2 1,-1-3-444,1-1 1,-1-4-1,-2 0 1,-2-1-754,0-1 1,1 0 0,2-2 0,2-1 53,1-1 0,3-3 0,0-1 0,4 0-834,1-1 1,3-4 2008,2 1 0,2-2 0,2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1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261 140 7711,'-3'-9'0,"0"0"-63,2 1 0,-2 2 0,-2-1 0,0 2 225,1 1 1,-3-1-1,-1 2 1,-2 2 208,-1 0 0,-1 1 0,-3 0 0,0 0 57,1 0 1,2 2 0,1 2 0,0 2-78,-1 1 0,5 3 0,-1 1 1,3 2 53,2 1 0,2 4 1,-1 1-1,2 4-62,0 2 1,2 3-1,0 0 1,0-1-125,0 3 0,0-5 0,-2-2 1,0-4-70,0-4 0,-1 0 0,0-4 1,-3-2-260,0-2 0,-1-2 1,0-2-1,0-1-361,-2 0 1,2-1 0,-1 0 0,0-2 78,2-2 0,-3-2 1,1-1-1,1-1-275,1-1 0,0 0 0,3-2 1,-1-2-29,2 0 1,0 0 0,0 0 0,2 0-156,1 1 0,3 0 849,0 0 0,3-1 0,-2 3 0</inkml:trace>
  <inkml:trace contextRef="#ctx0" brushRef="#br0" timeOffset="350">231 279 7880,'6'1'0,"-2"0"349,1 2 0,0 2 0,-1 0 0,2 1 59,-2 0 0,1 1-1,1-3 1,0-1-107,2-1 0,1 0 1,1-1-1,1-1-205,0-3 1,2-3-1,-1-2 1,-1 0-218,1-2 1,-1-2 0,-3 2 0,-2-2-37,-2 0 1,-2 1 0,-3 0 0,-1 1 143,-3 0 0,-2 2 0,-4 2 0,-1 1 178,0 0 0,1 3 1,0 0-1,0 1 187,-1 1 1,1 3 0,1 0 0,2 3 84,0 2 0,2 3 0,-2 3 0,2 1-235,0 3 0,0 0 0,3 2 0,0-1-164,1 0 0,1 1 0,3-2 1,1 0-210,1-2 1,3-3 0,1-3-1,1-1-630,3 0 0,-1-5 1,2 0-1,0-1-242,1-2 1,2-1 0,2-3 1042,1-1 0,0-3 0,0-3 0</inkml:trace>
  <inkml:trace contextRef="#ctx0" brushRef="#br0" timeOffset="800">674 212 7792,'-5'-11'108,"-1"1"0,-1 1 344,-1 2 1,1 1 0,-3 1 0,0 2 88,-2 1 0,0 2 1,-2 0-1,0 2-16,1 4 1,0-1-1,1 3 1,2 3-174,-1 3 0,2 4 0,2 4 1,0 0-173,2 2 1,2 1 0,1 0 0,2-2-26,0-3 1,3-2-1,1-3 1,4-3-133,1-2 0,1-6 0,1-1 0,2-2-195,1-2 1,3-5 0,0-1 0,2-3-298,0-1 0,0-2 0,-1-2 0,-1-1-109,0-3 1,-1-3-1,-4-2 1,-1 0 255,-3 0 1,0-3-1,-5-1 1,1-2 160,-2 0 1,-2 1-1,0 1 1,0 1 273,0 3 1,0 6 401,-2 6 1,-1 10-1,-1 10 1,-2 6-52,2 3 1,-1 5 0,0 1 0,1 3 233,-2 1 0,3-3 0,-1 3 1,1-3-550,1-2 0,-1 2 1,3-1-1,-2 0-393,1-3 0,1-3 1,1-3-1,2-2-858,0-2 0,1-4 1,0-2-1,-1-2-2154,3-1 3256,0-1 0,0-2 0,0-1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9.3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270 49 7905,'0'-5'446,"-1"0"-120,0-1 0,-1 0 1,-1 0-1,0 0-147,-2 2 1,-2 0 0,-1 2-1,-1 0 217,-2 0 1,-2 2 0,-1 0 0,-1 2 38,-1 1 0,0 4 0,-2 3 1,2 3-20,1 2 1,0 6 0,1 4 0,0 2 0,1 3 1,0 2 0,3-2-1,2 1-231,2 1 1,2-1 0,6-3-1,1-3-314,3-5 0,3-4 0,3-2 0,1-4-579,2-4 0,1-1 0,1-5 0,0-1-645,0 0 1,2-2-1,2-4 1352,0-1 0,0-1 0,1 0 0</inkml:trace>
  <inkml:trace contextRef="#ctx0" brushRef="#br0" timeOffset="501">500 135 7805,'0'-6'314,"0"0"1,-1-2 0,-1 1-1,1 2 63,-1 1 0,1 0 0,-1 2 0,0-2-25,1 1 1,-1 1 0,1-1 34,0 2 0,-1-3 0,-4 3-165,0 2 0,-1 1 0,-2 5 1,0 3 148,-2 3 0,-1 1 0,0 2 0,-2 4 3,1 2 0,2 2 0,-1 0 0,4 0-220,2-3 0,2 0 0,4-3 0,3-3-261,4-4 0,2-4 1,6-6-1,0-2-308,1-2 0,0-3 1,1-3-1,-2-1-10,-1-1 0,-4-2 1,2 1-1,-3 1 127,-1-1 0,-1 0 1,-4 3-1,-2 1 556,0 2 1,-2 1-1,0 3 347,-2 2 1,-2 3 0,-1 6 0,-1 0 148,-1 3 1,3 0-1,-3 2 1,3 1-532,0-1 1,-1 2 0,4-2 0,-1 0-549,1-2 0,2-1 0,2-3 0,1 0-366,1-1 1,3-3 0,0-3-1,-1 0-862,1-1 1,1-1 0,-1 0 1552,1-2 0,-2-4 0,1 0 0</inkml:trace>
  <inkml:trace contextRef="#ctx0" brushRef="#br0" timeOffset="1023">707 117 7849,'0'-6'202,"-2"2"1,1-1 0,-2 0 0,1 1 696,-1 1 0,0 0 0,-1 4-350,1 1 1,-2 1 0,3 3-1,-2 3-189,1 2 1,2 2 0,-2 4 0,1 0-43,1 1 1,1 1 0,0 1 0,0 0-92,1 1 0,2 0 0,2-3 0,2 0-109,1-2 1,1-2 0,-1-2 0,0-6-23,0-1 1,0-3-1,-1-3 1,0-1-52,-1-2 0,-1-4 0,0-3 0,-1-2-35,-1-1 0,0 0 1,0-1-1,-1 1-22,0 1 0,-1 1 0,0 0 0,-1-1-24,0 0 0,0 0 0,0 1 0,0-2-266,-1 1 0,-1-2 0,0 1 0,-1 1-320,0 2 1,2 1 0,-2 1 0,1 0-606,1 0 1,1 3 440,0 0 0,2 4 0,1 0 1,1 2 785,1 0 0,-1 0 0,2 0 0</inkml:trace>
  <inkml:trace contextRef="#ctx0" brushRef="#br0" timeOffset="1351">977 49 7914,'-5'0'0,"0"-1"0,-1-1 0,0 1 468,0 0 1,1 2-1,-1 1 1,2 2 555,1 4 1,-1 2 0,3-1-1,0 2-578,0 0 0,1 5 1,1 0-1,0 2-7,0 1 1,2 1 0,-1-1-1,0 0 82,0-2 0,-2 3 0,2-2 1,-2 0-253,0-1 1,-2-1-1,-2-1 1,-1-3-316,-1 0 1,-3-2 0,2-5 0,-3-1-363,1-1 0,-2-1 0,-1-2 0,0 0-459,0 0 0,0-3 0,2 0 0,1-1 60,1-1 0,2-2 1,3-1-1,2-1-603,0 0 1,2-3 1409,0-1 0,5-1 0,1-1 0</inkml:trace>
  <inkml:trace contextRef="#ctx0" brushRef="#br0" timeOffset="1768">992 227 8253,'2'5'752,"-1"0"1,1-1 0,-1 0 0,1-2-280,1 0 0,-2 1 0,2 0 0,2-3-274,1 1 0,1-1 0,2 0 0,1-1-77,0 0 1,1-1 0,0-3-1,0 1-187,-1-2 1,1 0-1,-1 0 1,-1-2-168,-2 1 1,0-2-1,-3 0 1,1-1 66,0-1 1,-3-1-1,0 3 1,-1-1 210,-1-1 0,-3-1 0,0-1 0,-1 2 242,-1 1 1,0 2-1,-1 2 1,-1 3 160,0 1 0,-1 4 0,-3 4 0,1 3 149,-2 3 1,0 3 0,0 2-1,2 0-79,-1 1 0,2 1 0,1 0 1,1 0-2,0 1 0,2-1 1,4 0-1,0 0-351,1-1 0,4-3 0,2-2 0,2-4-628,2-1 1,3-4 0,-2-1 0,2-1-735,-1-4 0,3-1 0,-2-3 0,1-2-425,-2-1 0,0-2 0,-1-1 0,-2 0 1620,-1 0 0,1-3 0,-1 0 0</inkml:trace>
  <inkml:trace contextRef="#ctx0" brushRef="#br0" timeOffset="2016">1352 49 7835,'-7'-1'0,"-1"-1"0,-1 1 368,0 0 1,-1 1 0,0 1 0,1 0 620,1 3 0,1 3 0,3 2 0,1 2-310,1 1 0,2 1 0,2 4 0,3-1 17,0 2 1,3 0 0,-1-2 0,-2-1 53,1 0 0,-3-1 1,-2-1-1,-3-2-103,-3 0 1,-1-2 0,-5 0 0,0-2-344,-2-1 0,1-2 1,-1-2-1,0-2-765,-1 1 0,2-2 1,2 1-1,2-3-751,1 0 0,1 0 0,1-1 0,0-1-2058,2 0 1,1 0 3269,2 0 0,-2-1 0,-1-2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5.1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44 7914,'0'-9'0,"0"0"0,0 3-216,-2 1 1,1 0 0,-2 1 637,-1 0 0,1 2 0,1 4 0,-1 1 136,0 5 1,1 4 0,-2 4-1,1 5-168,1 2 0,-1 5 0,1 4 0,-1 2-168,0 1 0,-2 4 0,1-2 0,-2 1-68,2 0 1,-1-3 0,2-3 0,0-6-184,-1-4 1,1-6 0,1-2 0,-1-2-267,0-3 1,2-2 44,-1-2 1,2-3 0,0-2 0,2-3 48,1-3 0,3-2 1,1-3-1,1-2 115,0-1 0,0-1 0,0 1 1,0-1 53,1-1 1,1 1 0,0-1 0,-1 2 58,0 1 0,2 0 1,0 3-1,1 4 569,1 1 1,0 4-1,0 4 1,-1 3-156,-1 4 0,-1 4 0,-2 2 0,-2 1-95,-3 0 1,0-1 0,-6 1 0,0-1-94,-3 0 0,-3-2 0,-3 0 0,0-2-290,-1 0 1,-3 1 0,0-3 0,0 0-303,-1-2 1,2-2 0,-1 1 0,0-3-52,0-1 1,-1 0-1,1-3 1,1-1-296,-1-1 0,2 0 0,1-3 0,2-1 54,1-1 1,4-1 0,3-1 0,2-1-496,3-1 1,4 0 1125,3 1 0,5 0 0,3 0 0</inkml:trace>
  <inkml:trace contextRef="#ctx0" brushRef="#br0" timeOffset="551">437 347 8020,'-4'0'0,"-1"0"166,0 0 0,1 0 0,-2 0 1,3 0 178,-1 2 1,0 1-1,3 4 1,-2 1 282,1 1 1,1 3 0,1 2 0,0 3-173,0 2 0,2 1 0,1-1 0,1 1-148,3-1 1,1-1 0,1-4 0,1-2-129,1-2 1,1-1 0,3-4 0,-2-3-189,0-3 0,-2-2 1,1-4-1,0-2-252,-1-4 0,-3-1 0,-2 0 0,0-1-38,-2 1 1,1-2-1,-2 1 1,-2 2 168,0-2 1,-1 2 0,0-2 0,0 0 130,0 1 1,-1-1 0,1 3 0,-2 3-16,1 3 1,0 1 0,1 4 394,0 2 1,-2 7-1,1 4 1,-1 3-180,0 0 0,1 6 0,0-2 0,-1 3 154,0 0 0,-2 4 0,1 2 0,-1 0 367,-1 1 1,-2 0 0,-3-1-1,-2 1-442,-2-2 1,-2-1-1,0-3 1,-2 0-354,0-2 0,0-2 1,-1-1-1,1-4-369,2-2 0,3-5 0,-1 0 1,0-2-262,-2-2 1,-2-1 0,1-2 0,0 0-13,-1 0 1,3-2 0,0-1 0,3-3-72,3-3 1,3-2-1,1-2 1,3-2-714,0-3 1,4-2 1496,2 0 0,2-3 0,1-1 0</inkml:trace>
  <inkml:trace contextRef="#ctx0" brushRef="#br0" timeOffset="1134">842 294 7844,'-2'-7'42,"1"1"0,-3 2 432,1 2 1,1 2-1,0 4 1,1 4 305,1 3 1,0 4 0,0 5 0,-1 0-417,-1 3 1,0-1-1,1 1 1,-1-1-190,1 0 1,0-1-1,0-3 1,0-1-135,-1-5 1,2-3-1,0-1-371,0-1 1,0-4 0,0-3-37,0-2 1,0-4 0,2-1 0,0-1 40,0-2 0,3 1 1,2-3-1,0 0 138,0-1 0,2-1 0,-1-1 0,1 0 68,1 0 0,-1-3 1,3 0-1,0-2 280,3 1 1,-1 1-1,-1 3 1,1 0 146,-1 3 1,-2 4-1,0 4 1,-2 4 5,-1 0 0,1 3 0,-3 2 1,0 4 149,0 3 1,-3 2 0,-2 1 0,-1 2-14,-1 1 0,-2 0 0,0 1 0,-3-2-172,0-2 1,1 0 0,1 0 0,1-3 11,-1 0 1,2-3-1,0-1 1,0-1-729,0 0 1,2-3 0,0 0-2919,0 1-1617,0-3 4972,0 0 0,0-2 0,0 0 0</inkml:trace>
  <inkml:trace contextRef="#ctx0" brushRef="#br0" timeOffset="1521">1265 313 7818,'-2'-5'0,"-1"0"310,-1-2 0,-2 4 0,2-1 0,-1 1 82,0 2 1,1 0 0,-2 1-1,1 1 95,-1 3 1,0 0-1,-1 4 1,-1 2-14,1 5 0,-2 0 0,0 2 0,0 1-302,1 1 1,1-2-1,4-1 1,2-1-235,0-3 0,3-2 1,2-4-1,2-2-143,2 0 0,-1-4 0,1 0 0,-1-3-133,1-1 1,-2-1-1,0 0 1,0 0 247,-2-2 1,1 3-1,-2 1 361,0 0 0,-2 2-62,1 2 1,-2 2 0,0 2 0,0-1-612,0 2 1,0-2 0,0 1-510,0 0 1,1-2 0,1-2 0,1-1-1654,1 0 2564,1 0 0,2-1 0,1-2 0</inkml:trace>
  <inkml:trace contextRef="#ctx0" brushRef="#br0" timeOffset="1750">1390 188 7818,'5'-15'-181,"-2"3"0,0 2 1045,-1 1 1,0 5-1,-2 6-299,0 6 0,-2 2 1,0 4-1,-1 2-12,-1 2 1,2 0 0,-1 4 0,0-2 50,1 1 0,-1 3 0,-1 0 0,2 0-207,0 2 0,-1-4 0,0-1 0,1-3-435,0-3 0,0-1 0,2-4-1171,0-1 0,-1-4 187,-1-1 0,1-6 0,0 1 0,0-2 1022,-1 0 0,-2-2 0,2-2 0</inkml:trace>
  <inkml:trace contextRef="#ctx0" brushRef="#br0" timeOffset="1934">1280 328 7841,'0'-5'1192,"0"0"-809,0 0 0,2 1 0,1 0 0,1 1 375,3 1 0,3 1 0,3 1 0,0 0-751,2 0 1,1-1 0,0 0-1,-1 0-1015,0-1 1,-2 2-1,0 0 1008,-2 0 0,0-2 0,-1-1 0</inkml:trace>
  <inkml:trace contextRef="#ctx0" brushRef="#br0" timeOffset="2252">1525 299 7841,'-8'2'0,"0"1"574,1 1 0,1 3 1,0 2-1,0 2 556,1 1 1,1 4 0,1 2 0,0 1-492,2 0 0,1-2 0,1-1 1,3-4-502,2-2 1,0-2-1,2-2 1,0-2-171,-1-1 0,2-2 0,0-1 0,0-1-9,0 0 1,0-2 0,0-3 0,-2-1-221,0-1 0,1 0 0,-1-2 1,-1 1 59,-1 2 0,-2-3 0,0 1 1,1-2-74,0-2 1,-1 0-1,0 0 1,0-1-168,0 2 0,-1-1 0,2-2 0,-1 1-106,1 2 1,-2 0 0,1 2 0,0 0-1683,0 1 2229,-3 2 0,5-1 0,-2 4 0</inkml:trace>
  <inkml:trace contextRef="#ctx0" brushRef="#br0" timeOffset="2719">1727 260 9003,'0'-4'3302,"2"1"-2757,-1 3 1,2 3-1,-3 4 1,2 2-144,-1 4 1,-1 1 0,0 1 0,0 3-173,0-2 0,0 3 1,0 0-1,0 1-173,-2-4 0,1 0 1,-3-2-1,0-1-40,0-2 1,1-3-1,-1-2-852,1-2 649,2-2 1,-1-4 0,2-1 0,0-2 90,2 1 1,0-2-1,4 0 1,-2-2 95,1 1 1,0-2 0,-1 0 0,2 0-21,0 0 1,0-3 0,0 1-1,2-2-3,-1 1 0,1-3 0,-1 2 0,1-1-54,-1 2 1,0 0 0,1 0 0,-1 0-422,1 1 1,-3 3-1,2 0 1,-2 2-716,0 2 0,0-1 1,-1 4 431,1-1 1,0 4 0,0 0 779,0 0 0,-1 2 0,1 1 0</inkml:trace>
  <inkml:trace contextRef="#ctx0" brushRef="#br0" timeOffset="3202">2054 275 7840,'0'-5'0,"0"0"193,0 0 0,0 0 1142,0 1 1,0-1-823,-2 2 0,-1 1 1,-2 2-1,-2 0-56,0 0 0,-2 2 0,-2 2 0,0 2-94,-2 1 1,0 5 0,-2 1 0,1 2-93,1 2 1,0 2-1,2 0 1,0 0 29,3-1 1,1-3 0,4 0 0,2-3-248,2 0 1,2-3-1,4-3 1,0-2-270,1-2 0,2-2 1,-1 0-1,1 0-233,1-2 1,-2-2-1,0-1 1,-1-2 22,1 1 0,-2 0 0,0-1 0,-1 2 334,-2-1 0,-2 2 0,1 0 778,-1 0 1,-1 4-364,-2 0 1,-2 3-1,0 1 1,0 1-1043,1 0 1,-2-2-1,3 0-653,0 1 0,1-1 1,2 1-768,1-2 2138,1-2 0,1-2 0,0-1 0</inkml:trace>
  <inkml:trace contextRef="#ctx0" brushRef="#br0" timeOffset="3417">2222 111 7825,'3'-7'373,"-3"2"545,2 5 1,-4 7-1,-1 4 1,-2 4 78,-2 3 0,0 3 1,-3 2-1,-1 3-8,-2 2 0,-1 2 0,0 1 0,2-2-457,0-2 0,3-4 1,1-4-1,3-2-537,3-6 0,2-1 0,0-4-1812,0 0 1,0-2-3737,0-1 5553,0-2 0,0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5:48.3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1 8056,'-7'4'174,"0"0"1,1-2-1,1 2 414,1-1 0,1 3-245,-1-1 0,2 1-479,0 1 0,2-1 136,2 1 0,2 0 0,3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5:49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177 17 8166,'0'-6'570,"0"-1"0,0 4 1,0 3-1,-2 4-368,0 5 0,-3 1 1,0 4-1,0 1 229,0 1 1,-1 0 0,2-2 0,-2 0-280,-1-1 1,0 1 0,0-2 0,-1 0-280,-1 0 0,-3-4 0,3 1 1,-3-2-406,0 0 532,0 0 0,-8 0 0,-1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05.6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225 478 7731,'0'-4'-123,"-2"-1"0,0 0 0,0-1 0,-1-1 422,1 1 1,0-1 0,2 0-62,0 0 1,-1 1 0,0-1 0,-2-1-126,-1-1 0,-1 1 0,-3-1 0,0 2 13,-1 0 1,-3 0-1,1 1 1,-2 2-105,-1 1 0,1 3 0,-1 0 0,1 3 92,-1 1 1,2 6 0,2 3 0,0 3 80,2 4 0,0 0 0,2 4 0,0 0-18,1 0 1,2 1-1,3 2 1,0 1 109,0 1 1,3-4 0,2 0 0,3-6-217,1-3 0,2-5 0,-1-2 0,0-4-122,2-3 0,2-3 0,-1-2 0,1-5-57,-1-2 0,1-2 0,-1-3 1,1-3-139,-1-3 0,1 0 0,0 0 0,-1-2 31,-2 1 0,-1 1 1,-3-3-1,-1 0 34,1-3 1,-3 0 0,-2-3 0,-1-2-15,-1-1 1,0-1-1,0-2 1,0 3 115,0 2 0,-2 6 0,-1 5 0,2 6 270,0 4 1,1 7 143,0 5 1,0 6 0,0 7 0,0 4 73,0 4 0,0-1 0,0 4 1,-1 4-18,-1 3 0,1-3 0,-3 3 1,0 0-166,0-2 0,2 1 1,-2-2-1,-1-2-96,1 1 1,-1-6-1,3-2 1,0-2-224,-1-1 0,2-1 0,-1-4 0,1-3-646,1-2 1,1-4 0,1 0-616,2-1 1,2-2-1,1-3-471,0-2 1824,0-5 0,2-2 0,2-2 0</inkml:trace>
  <inkml:trace contextRef="#ctx0" brushRef="#br0" timeOffset="499">395 411 7743,'-7'-4'443,"0"1"0,1 6 0,1 2 0,1 3 42,1 1 1,1 4 0,2-1 0,0 4-248,0 1 0,0-1 0,1 2 0,1 2-78,3-1 1,1 1-1,0-2 1,2-3-85,1-3 0,-1 0 0,3-3 0,-1-3-66,1-3 0,-2-3 0,0 0 0,-2-3 33,0-4 1,0-1 0,-1-4 0,1 0-96,0 0 0,-3-4 1,0 0-1,0 1 7,0 1 1,-3 0 0,1-1 0,-1 0-192,-1 0 1,0-1-1,0 2 1,0 1-230,0-1 0,0 1 1,0-1-1,0 3-190,0 2 1,1 2-1,0 2 1,2 1 654,1 1 0,1 1 0,1 2 0</inkml:trace>
  <inkml:trace contextRef="#ctx0" brushRef="#br0" timeOffset="814">681 403 7489,'-1'-4'266,"-1"0"363,-3 1 0,-2 1 0,1 2-388,-1 0 1,0 3 0,0 1 0,1 3-31,2 3 1,-1-2 0,2 4 0,0 2 24,0 1 1,0 3-1,3-2 1,0 1-40,0 0 1,0 1 0,0-2 0,1-1-368,1-1 0,2-1 1,3-2-1,0-3-705,-1-3 1,2 1 0,0-5 0,2-2-1735,1-2 2609,0-3 0,3-7 0,-1-1 0</inkml:trace>
  <inkml:trace contextRef="#ctx0" brushRef="#br0" timeOffset="1198">837 261 10069,'-3'10'1311,"1"2"1,1 6-905,0 2 0,1 5 0,-1 0 0,0 3-211,-2 2 1,1-1 0,2-3 0,0-1-169,0-2 0,0-2 0,0-3 0,0-3-489,0 0 1,0-5-1182,0-1 1347,-3-4 0,0-5 0,-1-6 1,1-1 185,3-2 1,0-3 0,0 1-1,0-2-104,3-1 0,-2-1 0,4-3 0,0 2 146,1-1 0,0 4 0,0 2 0,0-1 258,1 2 1,2 0 0,-2 4-1,1 2 211,1 1 1,1 6 0,-2 3 0,2 4 271,-2 3 1,0-1 0,-1 4 0,-1 1-173,1 1 1,-1-1 0,-1-1 0,-1-2-710,-1 0 0,0-1 0,-1 0 0,0-2-1629,-1-2 1,0-1-2078,-1-2 3913,0-2 0,-3-1 0,-1-3 0</inkml:trace>
  <inkml:trace contextRef="#ctx0" brushRef="#br0" timeOffset="1466">864 472 7738,'0'-7'0,"0"0"191,0 0 1,0 1 0,0-1 0,0 0 523,3 0 0,0 1 1,4-1-1,1-1-381,1 2 1,-1 0-1,3 0 1,0 2-896,-1-1 0,1-1 0,3 1 1,-1 1-332,1 1 0,-1 1 892,1 2 0,3-3 0,0-1 0</inkml:trace>
  <inkml:trace contextRef="#ctx0" brushRef="#br0" timeOffset="1718">1122 383 7738,'-3'7'0,"-1"0"0,0-1 0,2 2 0,-1 2 0,1 1 0,1 2 1094,2 0 1,3 1 0,2 0 0,-1 1-679,0 1 0,-1 0 0,0-2 0,-2-2-363,-1 0 0,-1 0 0,-1-3 1,-1-1-197,-2-1 1,-5-2 0,-3-1 0,0-1-136,-2-2 0,0-1 0,-1-2 0,-1-3-355,0-1 1,5 0 0,2-1 632,2 0 0,0-3 0,0 0 0</inkml:trace>
  <inkml:trace contextRef="#ctx0" brushRef="#br0" timeOffset="2516">1495 118 7784,'0'-10'197,"0"1"1,0 1 0,-1 2 101,-1-1 0,1 3 25,-4 2 1,4 5-1,-2 4 1,0 4-101,1 4 0,0 3 0,2 4 0,-1 5-21,-1 1 1,1 3 0,-1 3 0,0 0-88,0 0 0,1 0 0,-3-1 0,0-2-47,0-4 1,2-4-1,-2-5 1,-2-2-137,0-1 0,0-4 0,1-3 1,1-2-170,1-2 1,0-2 72,1 0 0,2-4 0,0-3 0,4-3 35,2-1 0,1-3 0,2 0 0,0-1 99,-1-3 0,2 1 1,1-2-1,0-1 46,0 1 0,1 2 1,0-1-1,-1 1 80,1 2 0,1 2 1,0 2-1,1 3 182,-1 1 1,1 4-1,0 4 1,-1 6 166,1 3 0,-4 0 0,-3 6 0,-2 1-180,-2 1 1,-2 0 0,-3-1 0,-3-2-186,-4-1 0,1 0 0,-4-2 0,-1 0-199,-3-1 0,0-2 1,3-2-1,-1-2-187,1 0 0,-1-2 0,1-2 1,-1 0-266,0-1 1,3-1-1,-1-1 1,1-1 20,1-1 0,0-2 0,3-4 1,0 0 90,1-1 0,2-2 0,2 2 1,1 0-791,1-1 1248,3 2 0,4-5 0,3 3 0</inkml:trace>
  <inkml:trace contextRef="#ctx0" brushRef="#br0" timeOffset="3098">1781 349 7463,'-7'0'-293,"0"0"0,-2 1 0,0 1 0,0 1 807,2 3 1,1 0-1,1 6 1,1 2-75,1 2 0,1 2 0,2 0 1,3 1-145,1-1 0,4 1 0,2-3 0,1-1-152,1-3 0,1-3 0,1-2 1,-1-1-21,1-1 0,-3-3 1,-1-4-1,0-4-247,-2-2 1,3 0 0,-2-4 0,-1-2-67,0-1 1,-2-2 0,-1 2 0,-1-1 65,-1-2 1,1 3 0,-2 0 0,0-1 115,-1 0 1,-1 2 0,0-1-1,0 3 131,0 3 0,-1 2 122,-1 3 0,1 4 0,-1 8 0,1 5 114,1 4 0,0 2 0,0 2 0,0 2 48,0-1 0,0 4 1,0-1-1,-1 1 1,-1 2 0,-1-2 0,-2-1 0,0 0-226,0 1 0,-3 0 0,-2-1 0,-1-4-255,-1-2 1,-1-2-1,-1-4 1,-1-2-457,-1-2 1,-3-4 0,1-3 0,-2-1-374,0-1 1,-1-3-1,2-2 1,1-1 65,2 0 1,3-3 0,1-2 0,3 1 343,1-2 1,4-1 0,2-1 0,2 1 490,2-1 0,2-2 0,6-1 0,0-4 0</inkml:trace>
  <inkml:trace contextRef="#ctx0" brushRef="#br0" timeOffset="3831">2175 51 7732,'0'-8'22,"0"2"0,-1-1 1,-1 0 237,0 0 0,0 3 1,1 0 292,-1 1 0,1 2 1,-1 4-264,1 3 0,1 5 1,0 5-1,0 3 4,0 3 1,0 0-1,0 3 1,0 2 46,0 2 0,0 4 1,0-2-1,-1 2-116,-1 2 0,1-2 1,-3 0-1,1-1-161,1-5 0,-1-4 0,1-6 0,1-3 94,0-4 0,-1-3-415,-1 0 1,1-4-1,2-3-93,0-4 1,2-3 0,1-1-1,1-2 37,1 0 0,1-4 0,0-1 0,0-1 139,-2-1 0,1-1 0,1-2 0,2-1 103,1-1 0,-2 1 0,3 0 1,0 3 205,-1 1 1,3 1 0,-2 4-1,2 3 128,-1 2 0,-1 5 0,2 0 1,0 4 21,0 5 0,-3 3 1,1 3-1,-3 2 115,-3 0 0,0 3 1,-2 2-1,0-1-108,-1-1 0,-2-1 0,-2 1 0,-1-2-271,-1 2 0,1-5 0,0 1 0,1-2-817,-2-3 0,3 0 0,-2-2-2960,1 0 2196,1-3 0,2-2 1560,0-4 0,3-2 0,1-3 0</inkml:trace>
  <inkml:trace contextRef="#ctx0" brushRef="#br0" timeOffset="4481">2460 234 8138,'-7'1'1466,"1"1"-919,1 2 1,0 5 0,3 3 0,0 3-112,2 4 0,-3 1 0,1 1 0,1 0-199,3 2 1,-1-1 0,4-1-1,0-3-111,1-3 1,2-3-1,1-3 1,0-3 28,-1-1 0,-1-2 0,1-4 0,0-1-158,1-3 0,0-1 0,-3-3 0,-1-2-137,0 1 1,-1-3 0,2 2 0,-1-2-29,-3-1 1,-1-2 0,-1 0 0,1 0-5,1 0 1,-1 2 0,1-2 0,-1 2 110,2 2 1,0 0-1,3 2 1,0 1 184,2 2 1,1 4-1,-1-1 1,2 1 93,0 2 1,2 3-1,0 3 1,0 1 39,-3 0 0,0 4 0,0 1 0,-3 3 117,0 2 1,-4-1-1,0 1 1,-1 1-67,-1 1 0,-1-2 0,0 0 0,-2-1-347,-1-2 1,-1-1 0,0-2 0,1 0-611,-2-2 0,3-1 1,-1-2 98,1 0 0,0-4 0,1 1 1,0-4 120,1-2 1,0-3 0,2-2 0,1-2 214,2-2 0,2-1 1,-1 0-1,-1-3-1,2-3 0,0-1 0,3-1 0,0 1 118,0 1 0,0-1 0,1 1 0,1 3 248,1 3 1,0 5-1,2 4 1,-1 3 458,1 1 0,-1 5 0,-1 3 0,-3 3 182,-2 3 1,-1 1-1,-1 1 1,-1 2-136,-1 1 0,-1-3 0,-2 3 0,0 0-511,-3 0 1,3-2 0,-3-2 0,0-1-486,1-2 1,-2 1 0,1-3-3549,2 0 2230,-3-5 1,3-2-1,-1-4 1656,1-2 0,4-5 0,1-2 0</inkml:trace>
  <inkml:trace contextRef="#ctx0" brushRef="#br0" timeOffset="4781">3037 3 7732,'0'-3'1092,"0"3"0,0 7 0,0 5 0,0 5-575,0 3 1,0 0 0,0 4 0,-1 2-78,-1 0 0,1 3 0,-1-1 0,1 1-142,-2-3 0,3 1 1,-3-5-1,0 0-68,1-1 1,-2-4 0,1-1-1,0-2-696,0-2 1,-2-3 0,2-2-881,-1 0 0,2-3 0,-2-3-583,1-2 0,1-1 1929,2-2 0,-3-4 0,-1-2 0</inkml:trace>
  <inkml:trace contextRef="#ctx0" brushRef="#br0" timeOffset="5047">2976 234 7732,'5'-6'19,"-1"1"0,2 0 183,0 0 1,0-1 0,2-1-1,0 1 384,1 2 0,1-2 0,-2 4 0,3 1-227,-1 0 0,1 1 1,1 0-1,-2 1-90,0 1 0,1-1 0,-2 4 1,-1 1-68,0 2 0,-2 0 1,-1 1-1,-1 1 147,-1 1 0,-1 2 1,-2 1-1,0-1-32,0 1 0,-1 0 0,-1 0 0,-2 1-448,-2 1 0,1-1 0,1-3 0,-2-1-1181,0 1 0,2-4 0,0-1-2554,1-1 3866,1-3 0,-1-6 0,-1-4 0</inkml:trace>
  <inkml:trace contextRef="#ctx0" brushRef="#br0" timeOffset="5302">3159 159 7824,'0'-7'618,"0"0"1,-2 1 116,0-1 1,0 3-736,5 2 0,0 1 0,4 1 0</inkml:trace>
  <inkml:trace contextRef="#ctx0" brushRef="#br0" timeOffset="5781">3330 187 7733,'-5'-6'0,"1"0"1753,1 2-1074,-2-1 0,4 2 0,0 3-289,2 3 0,0 6 1,2 1-1,-1 1-55,1 1 0,-1 0 0,-2 3 0,0 0-104,0 0 1,0 2 0,0-1 0,0-1-171,0 0 0,0 0 0,0-3 0,0 0-558,0 0 1,0-4-289,0 1 0,0-5 1,0-4 435,0-4 1,0-3 0,0-1-1,1-2 194,1 0 1,-1-2-1,4-1 1,-1-1 119,0 1 0,2-1 0,-1 0 0,1 1-5,0-1 1,1 1-1,1 0 1,1 1 6,2 1 1,-1 1-1,2 0 1,0 3 152,-2 1 0,2 3 0,-3 0 0,-1 3 172,0 3 1,-4 2 0,0 4-1,-1 1 279,-1 1 0,-2 2 0,0-2 0,0 2 57,0 0 1,0 1-1,0-1 1,-2 1-332,0 0 0,-3-1 0,2 1 1,0-1-334,0 1 1,-1-3 0,2 0 0,-1-2-398,0 0 0,3-1-4448,-3-1 1682,3-4 3199,3-3 0,0-3 0,4-4 0</inkml:trace>
  <inkml:trace contextRef="#ctx0" brushRef="#br0" timeOffset="6308">3676 173 7723,'0'-7'223,"-1"2"0,0 1 408,-1-2 0,-1 3 1,0 1-99,-1 1 0,-2 1 0,-2 1 1,2 1-188,-1 3 1,0 4 0,0 3-1,-2 1-116,0 0 1,0 3-1,3 0 1,-1 1-170,0-1 0,3 0 1,0-2-1,1-1-208,1-2 1,2 1 29,3-3 0,0-3 1,4-3-1,0-3 0,0-3 0,-1-1 1,0-4-1,0-1-3,-2 0 0,1 2 0,1-1 207,1-1 0,-1 1 0,-1 0 482,0 3 1,-3 2 0,3 3-205,-2 3 0,-1 1 1,-2 6-1,0 4 299,0 3 0,-2 4 0,-1 0 0,-2 2-32,0-1 1,-1 2-1,-1 0 1,0-2-404,1-2 0,-2-4 1,0 1-1,-2-3-250,0-1 1,1-4 0,-3-3 0,0-3-224,0-1 1,-6-1 0,1-2 0,-1-1-536,0-3 0,3-1 1,-1-1-1,1 1-212,-1-1 1,5 0 0,-1 0 0,5 0-441,2 0 0,0 0 1431,3 1 0,0-1 0,2 0 0</inkml:trace>
  <inkml:trace contextRef="#ctx0" brushRef="#br0" timeOffset="7132">4090 125 7701,'0'-7'450,"-3"1"1,-1-1-272,1 0 1,-3 3 0,1 2-1,-1 1 234,-1-2 1,0 3 0,-1-3 0,-2 3-78,-1 0 0,2 3 0,-3 1 0,1 3-96,1 2 1,-2 1 0,3 5 0,0 0-14,2 3 0,0 3 1,1-2-1,2 0-57,1-1 1,3-1 0,0 1 0,3-1-21,1-3 1,2-4-1,2-1 1,0-4 32,1-3 0,3-1 0,-2-2 1,2-1-396,-1-3 1,1-1 0,1-3-1,0 0 29,-2-2 1,1 0 0,-3-1 0,0 1 260,-2-1 1,1 0-1,0 0 1,-3 3 385,-1 2-112,-2 0 0,-3 5 1,0 5-1,-2 7 221,-1 4 0,0 8 1,-3 0-1,0 4 42,0 1 0,0 3 0,-1 0 1,-1 0-113,0 0 0,0-3 0,-1-5 0,0-1-230,0 0 0,-2-2 1,0-3-1,0-5-247,-2-3 1,1-2-1,-2-1 1,0-3-460,0-1 1,-3-1-1,3-1 1,-1-2-618,-1-4 1,-1 0-1,0-2 1,0 0-111,1 0 1,4-3 0,2 0-1,1-1 386,2-1 1,4 1 0,1-1 0,3 1 773,3-1 0,3-2 0,5-1 0</inkml:trace>
  <inkml:trace contextRef="#ctx0" brushRef="#br0" timeOffset="7713">4152 139 8288,'0'-4'2208,"2"2"-1628,0 4 0,0 2 0,-1 3 0,1 2-149,0 2 0,0 5 0,-2 0 1,0-1-3,0-1 1,0 0 0,0-1 0,-1 1-109,-1-1 0,1 1 0,-2-3-179,0-2 1,3-4-67,-3 0 1,3-5 0,0 0 0,0-3-271,0-3 0,0-1 0,2 0 0,1 0-118,1-3 0,0 2 0,3-3 0,-1 1 74,-2-1 0,2 2 0,-1-1 0,1-1 145,1 1 0,-1-1 0,1-1 0,0 2 75,0-1 1,-1 2 0,-1 2 0,0 1 155,0 2 1,1 1-1,1 3 0,-3 5 1,-2 3-1,-1 1 121,-1 3 0,0 2 0,0-1 0,0 2-103,0 0 0,0 0 1,0 0-1,0 0 74,0-2 1,1 1 0,1-2-1,2-3-112,2-1 0,2 0 0,1-4 0,1 0-189,1-2 0,2-4 0,-2-3 0,2-2-401,1-2 1,-1-1-1,0-4 1,-2 0 160,-2 1 1,-2-1 0,-2 1 0,-3-1 437,-1 1 1,-2-1-1,-1 1 1,-4 0 166,-2 1 1,0 0 0,-3 3 0,1 1-89,-1 0 1,2 4 0,-3 1 0,1 1-526,1 0 0,-3 0 0,2 2 0,0 3-457,0 1 0,3 0 0,-1 0 0,2 2-505,2 0 0,2 0 0,3 1 254,0 0 1,1-1 1026,1-1 0,5 1 0,4-2 0</inkml:trace>
  <inkml:trace contextRef="#ctx0" brushRef="#br0" timeOffset="8363">4505 139 7701,'-5'-4'1368,"1"2"1,0 2-1,-1 2 1,0 3-759,2 3 1,1 1 0,2 3 0,0 0-301,0 0 1,0 1-1,0-1 1,1-1-201,1-2 1,3 0 0,1-3 0,1 0 12,0-2 0,0-2 0,2 0 0,0-2-123,-1-2 0,2 0 0,-1-3 0,1-2-188,0-1 0,-1-2 0,-2 2 0,-1-2 128,2 0 1,-4-1-1,0-1 1,0 2-75,0-1 1,-3 0 0,1 1 0,-1 0-204,-1 1 1,0 0-1,0 2 65,0 0 0,2 4 389,1 3 1,-1 4 0,-2 5 0,0 2 110,0 2 0,0 3 0,0 2 0,-1 3 354,-1-1 1,1-1 0,-2 0 0,0 2 201,-1 1 0,0 1 0,0 0 0,0 1-568,1-1 1,0-1 0,1-3 0,1-2-790,1 0 0,0-2-354,0-4 0,1-4 1,1-6 333,1-5 0,1-1 1,-2-6-1,1 1 276,0-1 1,-2-1 0,4-3 0,-1-2 179,0 0 0,3-4 0,-1-1 1,2 0-20,0 1 0,3-3 0,1-1 0,2-1 269,2-1 1,3 1 0,-1 1-1,1 5 176,-1 3 0,1 5 1,-4 3-1,-3 4 463,-1 4 0,-4 4 0,0 3 0,-1 3-57,-1 2 1,0 0 0,-3 3 0,0 0-142,-2 2 1,-3-1-1,-1 0 1,-2-1-123,-1-3 1,-2 1-1,-1-3 1,1-1-407,0 0 0,0-1 0,-1-1 0,-1-2-359,1-2 0,1 1 0,-2 0 1,1-1-687,-1-1 1,1-1 0,-3-1 0,3-1-974,0-1 1,-1-2 0,2 1 1991,0 1 0,-1-3 0,-1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5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20 7688,'-3'-4'-248,"1"-1"1,-1 4 0,2-2 582,-2 0 1,-2 2-1,1-1 330,-2 1 1,-1 2-1,1 1-233,1 3 0,0 3 0,2 2 0,0 1 133,0 1 0,1 4 0,3 2 0,0 1-117,1 1 0,4 1 0,-2 2 0,1-1-86,0 0 1,0-1 0,-3-1 0,0-2-158,-1-2 0,-2-2 0,-1-3 1,-4-3-196,-2-3 1,0-1-1,-3-2 1,1-1-183,-1-2 0,0-2 1,-1-4-1,1-1-255,-1-1 0,2-1 0,1 2 0,2-2-791,3-1 1,0 2-1,3 0 1,-1 2-562,3 0 1779,2 0 0,7-2 0,0-2 0</inkml:trace>
  <inkml:trace contextRef="#ctx0" brushRef="#br0" timeOffset="567">419 82 7803,'0'-11'418,"0"2"1,-1 3-1,0 0 1,-2 2 84,-1-1 0,2 1 1,-3 0-319,0 1 1,-1 1 0,-1 2 0,0 0-45,1 0 1,-1 1 0,-1 1-1,0 3-69,-1 3 0,0 1 0,2 1 0,1 1-67,-2-1 1,4 2 0,0 2 0,1 1-91,1-3 0,2 0 0,0 0 1,2-3 40,0 1 1,6-5-1,-2 1 1,3-2-83,1-2 0,-2-2 1,3 0-1,-1 0-58,-2-3 0,-1 0 0,0-1 202,0 2 1,-3 1 0,0 2 0,-1 1 209,-1 2 0,-2 6 0,0 4 0,0 3 16,-3 2 1,2 5-1,-3 1 1,1 1 40,2 1 1,0 0 0,1 0 0,0-3-301,0-3 1,3-4 0,1-5 0,3-3-172,2-5 1,-1-4-1,1-4 1,0-6-52,0-4 1,-3-3 0,2-4-1,-4 0 243,-1-1 1,0 0 0,-4 0-1,-1 3 431,-3 1 1,-1 4-1,-1-1 1,-2 4 57,-3 1 0,0 4 0,0 3 0,0 3-438,0 0 1,2 3-1,-1 2 1,1 3-841,-1 4 1,5 0-1,0 0 1,3-1-1016,1 1 1,1-2 1797,1-1 0,0-1 0,0-2 0</inkml:trace>
  <inkml:trace contextRef="#ctx0" brushRef="#br0" timeOffset="1133">589 48 7809,'-2'-4'223,"-1"-1"1,0 0 104,0-1 0,-2 1 474,0 3 0,1 3 0,1 3-331,0 3 1,0 4 0,3 1 0,-1 3-54,-1 3 0,1 2 1,-1 0-1,1 1-45,1-1 1,2-2 0,1 0 0,2-3-89,0-2 0,3-1 0,1-4 0,0-3-16,1-1 1,-3-1-1,2-4 1,-1-2-72,-1-2 1,-1-3 0,-1-2-1,-1 1-396,2-1 0,-3-1 0,0 1 0,-1 0-310,0 0 0,1-1 1,-1 2-1,0 0-214,-1-1 1,1 1-1,-1-2 1,2 0 7,-1 0 0,-1 1 0,1 2 0,0-1-177,0 0 0,1 2 1,0 1-74,0 1 0,0 2 964,1 3 0,-2-3 0,1 0 0</inkml:trace>
  <inkml:trace contextRef="#ctx0" brushRef="#br0" timeOffset="1419">745 62 7809,'0'6'565,"2"2"1,1 0 147,-2 1 1,0 2-1,-1-1 1,0 1-175,0 1 0,0 1 0,0 1 0,0-1-758,0 1 1,0-4-1,0-1 1,0-1-976,0-2 1194,0 1 0,0 0 0,0 0 0</inkml:trace>
  <inkml:trace contextRef="#ctx0" brushRef="#br0" timeOffset="1691">738 48 7809,'0'-7'205,"-3"1"0,3-1-256,-3-1 1,3 5 0,3 0 50,1 3 0,2 3 0,1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1.9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212 158 8000,'-1'-6'0,"0"1"329,-2 0 1,-1 1-1,1-2 1,-1 0 139,-1 2 0,0 2 1,1-2-155,-1 0 0,-1 0 1,-1 1-1,0 2 46,0 0 1,1 1 0,-1 1 0,-1 1-46,-1 3 0,0 4 0,-3 3 0,0 1-35,0 3 0,-1 3 0,-1 5 1,1 0-10,-1 2 1,5-3-1,2 0 1,4-2-133,2-1 1,3-3 0,2-3 0,5-5-208,3-4 1,5-2 0,1-5 0,2-1-90,0-4 1,-3-4-1,-1-1 1,-2-2 66,0-2 1,-3 2-1,0-1 1,-1 2 327,-2 2 1,-3 3 0,-3-1 152,-1 1 0,-1 5 1,-1 3-1,-1 5 315,-3 3 1,-1 3 0,0 3 0,0 1-499,2 1 1,2 0 0,-2-1-1,1 2-992,1-2 1,2-2-1,3-1 1,1-2-688,2-3 0,5 2 1,1-6-1,2 1-271,2-2 0,2-1 1741,-3-1 0,4-3 0,-2-1 0</inkml:trace>
  <inkml:trace contextRef="#ctx0" brushRef="#br0" timeOffset="800">728 192 7830,'0'-7'144,"0"0"0,-1 1 0,0 1 451,-2 0 1,1 3 0,1-2-339,-1-2 0,1 1 0,-3 0 0,1 0-23,1 0 0,-1 1 0,-2 0-99,-1-1 1,-1 1 0,0 2 0,-2 1 2,-3 1 1,1 0 0,-2 1 0,-1 4 6,-1 2 1,-1 7 0,0 2 0,1 3 168,0 4 1,2 3 0,2 5-1,3-1-48,3 3 1,2-6 0,4 0 0,4-6-190,4-3 1,3-5-1,5-4 1,1-4-75,1-4 0,4-5 0,-1-3 0,1-5-213,1-3 0,-5-4 0,0 0 1,-2-3-121,-2-3 1,-3 0 0,-1-1 0,-1-1 170,-1 1 0,-5-1 0,-2 3 0,-1-1 99,-1 0 0,0 1 1,0 1-1,0 4 80,0 1 1,-2 6 0,0 4-18,0 5 1,-2 5 0,0 10-1,-1 4 727,1 5 1,0 1 0,-1 3 0,0 3-266,0 1 0,1 1 0,1-2 0,0 1-591,1-2 0,1-3 0,1-4 0,0-1-279,0-1 0,1-3 1,1-6-1,1-3-1342,0-1 0,2-2 0,2-4-1264,-1-1 3011,1-2 0,3-6 0,1 0 0</inkml:trace>
  <inkml:trace contextRef="#ctx0" brushRef="#br0" timeOffset="1449">959 178 8041,'-8'1'331,"-1"1"1,1 2 0,-2 3 0,-1 3 217,0 4 1,0 3 0,0 5 0,3 2 41,3 0 0,2-3 0,3-1 0,3-3-413,4-3 0,3-3 0,4-3 0,2-3-226,0-2 0,-3-3 0,-2 0 0,1 0-232,-2-3 0,0 0 0,-3-5 0,-1 0 36,-2-1 0,-1-3 1,-3 0-1,0 0 140,0 1 1,-1-1 0,-1 2 0,-2 0 180,1 0 1,-3-2 0,2 2 0,0-1 100,2-1 1,1 1 0,1-1 0,1 2 41,1 0 1,3-1 0,4 2-1,1 1 27,1 3 0,4 0 1,-1 2-1,-1 3 287,-1 1 0,1 4 1,-2 4-1,-1 3-11,-1 3 1,-2 0 0,-3 3 0,-1 1-254,-3 1 0,0-2 1,0-1-1,0-1-430,0-1 0,0-1 0,0-1 0,0-3-368,-3 0 0,2-3-225,-4-3 0,4-3 0,-1-1 0,1-4 252,1-2 0,0-4 1,0-1-1,1-2 263,1-1 0,1-2 1,2 0-1,0-1 65,0-2 0,2-1 0,2 0 0,0 2 186,2 2 1,-2 2 0,3 1 0,1 2 233,2 2 0,1 2 1,-2 3-1,0 2 180,-1 1 1,0 4 0,-2 1 0,-2 3 159,-1 2 1,-2 2 0,-1 3 0,-1 1-85,-1 1 0,-1 0 0,-2 0 0,0 0-279,0 2 0,-1-1 0,0 1 1,-1-2-287,0-2 0,-1-3 1,1 0-1,0-1-776,-1-2 0,2 0-2985,-1-1 2162,1-4 1,1-3-1,1-4 1661,1-2 0,2-1 0,2 0 0</inkml:trace>
  <inkml:trace contextRef="#ctx0" brushRef="#br0" timeOffset="1765">1584 205 7829,'-1'-7'307,"-1"1"0,-1-1 0,-3 1 0,2 1 97,-1 3 0,-1 2 0,-2 2 1,-1 4 27,-2 2 0,-2 5 1,0 4-1,-2 2-194,2 2 0,0 1 1,2-2-1,3 0-390,2-2 0,4-5 1,5-3-1,3-3-12,2-3 0,4-1 0,-1-3 0,0 0 58,0-3 0,-2 0 1,0-3-1,-2 0 304,-2 1 0,1 4 0,-3-2-237,1 0 1,2 2 0,-1-2-1160,4 0 0,-2 1 0,2-2 1198,-1-1 0,1-4 0,2-2 0</inkml:trace>
  <inkml:trace contextRef="#ctx0" brushRef="#br0" timeOffset="2036">1719 76 7829,'0'-7'1473,"0"1"1,-2 3-967,0 6 0,-3 1 1,3 8-1,1 2-219,0 1 1,-1 4 0,-1 0 0,1 2 149,-1 1 0,2 4 0,-4-1 0,1-1 198,0-2 0,0-1 1,3-1-1,-2-2-1279,2-2 1,0-5-851,1-2 0,0-5-3020,0-4 4513,0-3 0,0-7 0,0 0 0</inkml:trace>
  <inkml:trace contextRef="#ctx0" brushRef="#br0" timeOffset="2349">1652 267 7813,'0'-5'4112,"1"1"-3318,1 1 1,2 1 0,2 2 0,1 0-680,0 0 0,0 0 0,2 0 0,3 0-188,0 0 1,4-2-1,1 0 1,1 0-250,0 1 1,1-1 0,-1-1 0,-2-1-288,-2-5 0,0 3 1,-1-4-1,-2 1 353,-2 0 0,-4-2 0,-3 2 0,-1 0 164,-1-1 0,0 2 0,-1 0 0,-2 3 564,-4 3 0,0 1 0,-4 2 1,1 1 63,-1 2 0,0 5 1,-1 3-1,1 1-118,-1 3 0,1 0 0,1 3 1,0-1-184,2-1 1,0 1 0,0-2-1,1 1-213,1-1 1,3 0 0,1-2 0,2-1-376,2-2 0,3-2 1,3-4-1,2-3-838,0-1 0,2-2 0,1-1 0,1-3 48,-1-1 0,-2-1 0,0 0 1143,-1-2 0,2 1 0,-1-2 0</inkml:trace>
  <inkml:trace contextRef="#ctx0" brushRef="#br0" timeOffset="2782">2086 158 7813,'-6'-7'268,"1"0"1,0 1 195,0 2 0,-1 1 0,-1 3 0,1 0 104,-1 0 1,0 1-1,0 2 1,1 3-296,-1 2 1,0 6 0,0 0 0,1 3 14,-1 2 0,1 0 1,1 3-1,2 0-66,3 0 1,-3 0-1,2-4 1,1-2-187,1-1 0,7-6 1,-1-1-1,2-4-226,0-1 0,0-2 0,2-5 0,1-5-230,1-3 1,2-5 0,1 1 0,-1-2-6,0-3 0,-2 0 0,-1-4 0,-2-1 268,0-1 0,1 0 1,-4 0-1,-2 0 284,-1 0 1,1 3 0,-3 3 0,-1 4 654,0 6 1,-2 6 0,-1 5 0,-2 6 128,-2 4 0,-1 5 1,-1 8-1,0 2-217,-1 4 0,0 1 1,2 2-1,1-3-503,-1 0 0,2-3 0,2-1 0,0-1-538,1 0 0,1-5 1,2-5-1,1-5-949,3-1 0,1-4 0,1-2 0,-1-2 1296,1-2 0,3-5 0,0-4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0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279 208 7772,'0'-14'-8,"-2"0"0,-1 2 93,-1 0 0,2 2 1,-2 2-1,-1-1 290,1 0 1,-2 2-1,0 0 1,-3 0-156,0 1 1,1 1 0,0 1 0,-2 0-122,0 0 1,1 3 0,-3-2 0,0 4 15,0 4 1,-2 1-1,0 6 1,-2 2 78,0 3 0,1 6 0,1 2 0,1 4 71,2 3 0,1 0 0,4 0 1,0-2-84,1-3 0,2 0 1,4-3-1,2-5-141,4-4 1,2-7 0,6-6-1,0-2-138,3-2 0,2-5 1,1-5-1,1-2-144,1-1 1,-1-2 0,-2-2 0,-1 1-17,-1 0 0,-3 0 0,-1 0 0,-4 0 446,-2 3 0,-3 0 0,-5 6 25,0 1 1,-1 4 0,-1 2 0,-2 4 294,-2 5 1,-1 4 0,0 4 0,0 1-81,1 1 0,0 1 0,0 3 0,1-3-693,0 0 1,2 0 0,1 0 0,1-3-598,1 0 1,3-4 0,1-2-1,4-2-1027,1-3 0,-2-1 1888,2-3 0,2-3 0,-1-1 0</inkml:trace>
  <inkml:trace contextRef="#ctx0" brushRef="#br0" timeOffset="532">381 174 7857,'0'-11'0,"0"2"719,0 2 1,0 0 3,0 0 0,0 4 0,0 4-431,0 5 0,1 4 0,1 3 1,0 1-121,-1 2 0,2 1 0,0 2 0,-2-1-63,0 1 1,-1 0 0,0 2 0,0-1-178,0-2 1,-1 1-1,0-4 1,-2 0-179,-1 0 1,2-5-1,0-1-247,1-1 1,1-5 340,0-3 0,1-6 1,1-6-1,3-1 99,1-3 0,3-1 1,0-3-1,0-1-32,1 0 0,-2-1 0,3-1 0,1-1 176,2 1 1,-1 0 0,1 3-1,-1 2 218,1 3 0,-3 3 0,-1 4 0,1 3 5,-1 3 1,-1 4 0,0 3 0,-2 3 35,-2 4 1,0 0-1,-3 3 1,0 0 31,1 3 0,-2 3 0,1-1 0,-1-1-191,-1-1 1,-2 2 0,0-3 0,-1 1-350,0-2 1,3-3 0,-3-1-1,3-3-425,0 1-867,0-5 0,3 0 0,0-7-1429,1-3 2879,-1-1 0,3-4 0,2 0 0</inkml:trace>
  <inkml:trace contextRef="#ctx0" brushRef="#br0" timeOffset="1098">850 187 7776,'-3'-10'-1,"-1"-1"0,0 3 0,-1 0 0,1 2 452,0 0 1,-3 2-1,4-1 1,-2 1 77,1 1 1,-1-2 0,-2 3 0,1 1-355,-1 0 0,0 1 0,0 0 0,1 0-14,-1 0 0,-2 5 1,0 3-1,0 2 44,-1 4 0,3 3 0,-3 3 1,3 2-1,3 0 1,0 0 0,2 2 0,0-1-28,1 0 0,3-5 0,2-2 0,3-2-173,2-1 1,2-4 0,3-3 0,-1-3-227,1-4 1,-1-2 0,1-5 0,-1-1-47,1-2 1,-1-2-1,2-3 1,-3-3 19,0-3 0,0 1 0,-4-2 0,-1 1 152,-2 0 0,-1-3 1,0-2-1,-2 0 47,-1 0 1,-1 2 0,0 1-1,0 3 220,0 4 0,-1 6 0,0 5 302,-1 5 1,-1 9 0,1 7 0,-1 3 62,-1 3 0,2 5 0,-2-1 0,1 2-34,-1 2 1,2-4 0,0 2-1,1-3-534,1-2 1,0-3-1,0-2 1,0 0-548,0-2 0,0-3 0,1-4 0,1-2-443,0-2 1,3-2 1020,0 0 0,1-1 0,0-1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44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0 193 7761,'0'-7'711,"0"1"-90,0-1 1,0 4 0,0 3 0,0 4-351,0 5 1,2-1 0,1 4 0,-1 2 9,1 4 0,-2 2 0,2 0 1,-1 0-66,0 0 1,0 1 0,-1-1 0,1-1-87,0-1 1,0-4-1,-2 0 1,0-3 202,0-1 1,0-1-373,0-2 1,-1-3 0,0-2 0,-1-4 0,0-3 0,1-2 0,2-1 0,1-2 42,0 0 1,1-1 0,-2-3 0,2 1 22,1-1 0,-2-2 1,2-1-1,0 1-164,0-1 0,-2 1 1,2 2-1,2 0-222,-3 0 1,3 0-1,-2 4 1,1 1-771,-1 0 1,1 2-1,1-1 329,1 3 0,0 1 1,0 0-462,-1 2 1261,1 1 0,0 4 0,0 1 0</inkml:trace>
  <inkml:trace contextRef="#ctx0" brushRef="#br0" timeOffset="412">170 200 7771,'-3'-7'2759,"2"4"-2246,-1 3 0,2 4 1,1 5-1,2 2-110,1 3 1,-3 2 0,2 2 0,0 2-206,0 0 0,-1-1 1,-1 1-1,0-1-61,1 0 0,1-1 0,-3-4 0,0-2-102,0 0 0,0-3 42,0-2 0,0-4 1,0-3 42,0-4 0,0-4 1,0-2-1,0 0-35,0-2 1,2 0 0,0-1 0,0 0-153,-2-1 1,3-2 0,0 3 0,0-1-293,0 1 1,1-1 0,-1 1-1,1-1-159,1 1 0,-1 0 1,0 1-1,2 3-214,0 2 0,0 1 0,1 0 0,0 3 116,0 0 0,-1 0 0,1 3 0,0 0 162,0 0 0,0 1 0,0 1 454,0 0 0,-1 3 0,1-1 0</inkml:trace>
  <inkml:trace contextRef="#ctx0" brushRef="#br0" timeOffset="939">353 275 7771,'0'7'170,"0"-1"1,1-1 0,1-1 766,3 2 1,-1-3 0,0 1-1,2-1-525,2-1 1,0-2-1,2 0 1,-1-2-307,0 0 1,0-6-1,-2 2 1,-1-2-131,-1 1 1,0-2 0,-3 0-1,0 0 20,-2-1 1,0 2 0,0-1 0,0 1-57,0 1 1,-3 1-1,-1 2 1,-3 2 159,-2 1 0,1 2 0,-3 2 0,0 3 25,1 5 0,1 3 0,-2 3 1,1 2 20,2 3 1,1 3 0,3-2-1,2 1-60,1-1 0,2-1 0,1-4 0,3-3-52,3-3 0,2-2 1,3-6-1,-1-2-153,0-1 0,3-4 0,-4-2 0,3-4-624,1-2 1,0-4 0,1-2 0,0 0-16,0-2 1,0 0 0,-2-2-1,1 0 357,1-2 1,-1 2-1,-4-1 1,-2 0 272,-1-1 1,0-4 0,-1-2 0,-3 1 167,-3-1 0,1 5 0,1 2 0,-2 2 168,0 4 0,-1 8 0,0 11 1340,0 8 1,-2 3-1,-1 5 1,2 3-846,0 1 0,1 5 1,0 2-1,0 0-186,0 0 0,-1 0 0,0-3 0,-1-1-31,0-1 0,1 1 0,1-4 0,0-2-516,0-4 0,0-2 0,0-3 0,0-2-3057,0-2-2212,0-3 3342,0-1 1,3-6 1956,-1-1 0,3-2 0,-1-1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1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24575,'7'0'0,"5"0"0,5 0 0,8 0 0,37 0 0,-8-2 0,-9 1 0,4-1 0,-7-1 0,-1 0 0,-2-1 0,-1-1 0,34-3 0,-25 1 0,-15 2 0,-12 1 0,-11 3 0,-5-1 0,-4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24575,'-11'0'0,"0"0"0,0 1 0,1 2 0,-5 4 0,4 0 0,-5 3 0,7 0 0,-1 1 0,2 1 0,2-1 0,2 0 0,2-1 0,-1 1 0,1 0 0,0 0 0,1-2 0,1 0 0,0 0 0,0 0 0,0 1 0,0-3 0,0 2 0,0-1 0,1 0 0,2-1 0,4 0 0,1-1 0,2-1 0,0-1 0,2-2 0,0-1 0,2-1 0,1 0 0,0-3 0,1-3 0,-1-2 0,-1-3 0,-2 0 0,0 2 0,1-1 0,-1 0 0,-1 2 0,-1-1 0,-1-1 0,-3 1 0,0-3 0,-1 0 0,-2-3 0,-2-3 0,0-1 0,-1 1 0,0 4 0,0 7 0,0 9 0,0 10 0,-2 12 0,0 8 0,-4 13 0,-1 7 0,0-1 0,0-2 0,0-6 0,0 0 0,-1-2 0,1-4 0,-2-9 0,1-8 0,-2-5 0,-1-4 0,0-4 0,-3-3 0,-1-2 0,-2-2 0,2 0 0,1-1 0,1-2 0,1-2 0,4-4 0,3-2 0,3-2 0,2 1 0,0 0 0,0 5 0,0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24575,'0'8'0,"0"10"0,0 17 0,0 18 0,0-9 0,0 1 0,0 11 0,0 13 0,0-42 0,0-11 0,0-8 0,0-21 0,0-15 0,0-11 0,0-2 0,0-1 0,2 4 0,1 7 0,4 6 0,2 7 0,2 7 0,2 5 0,1 4 0,0 1 0,1 1 0,-2 0 0,-1 0 0,-2 0 0,-2 0 0,-2-1 0,-1-1 0,-1-2 0,-2-1 0,-1 3 0,-1-1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24575,'0'8'0,"0"1"0,0 2 0,0 1 0,0 0 0,0-2 0,0-1 0,0 2 0,3 0 0,2 2 0,4 1 0,0-3 0,-1 0 0,-1-2 0,0-1 0,-2-2 0,0-3 0,0-1 0,1-2 0,1 0 0,-1 0 0,3 1 0,-1-1 0,1 0 0,0 0 0,0 0 0,2 0 0,-1-1 0,1-1 0,-1-3 0,-1-2 0,0-2 0,-1-2 0,-1-2 0,1-3 0,0-1 0,0-3 0,1 2 0,-2 0 0,-1 0 0,0 1 0,-3 1 0,1 2 0,-1 2 0,-1-1 0,-1 3 0,-1-1 0,-1 2 0,-4 0 0,-6 2 0,-5 4 0,-5 0 0,-1 3 0,0 0 0,-1 0 0,1 3 0,0 4 0,1 3 0,1 3 0,3-1 0,5 0 0,2-3 0,4-2 0,0-2 0,1 0 0,2 0 0,1 0 0,1-1 0,1-2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7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24575,'0'8'0,"0"5"0,0 7 0,0 4 0,0 2 0,0-4 0,0-4 0,0-1 0,1-1 0,3 0 0,3-1 0,2-2 0,0-2 0,1 0 0,-1-1 0,1-2 0,-1-1 0,0-2 0,0-1 0,0-3 0,2-1 0,0 0 0,1-2 0,0-3 0,0-2 0,-2 0 0,1 0 0,0 0 0,0-1 0,2 0 0,-1-2 0,-1 1 0,-1-3 0,-2-2 0,-1-3 0,0-4 0,-2-1 0,-2 0 0,0 2 0,-2 3 0,1 4 0,-1 3 0,-1 5 0,0 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13 108 24575,'-3'17'0,"1"16"0,2 16 0,0 11 0,0-2 0,0-8 0,0-6 0,0-4 0,-2 0 0,0-2 0,0-5 0,0-10 0,2-7 0,0-9 0,0-42 0,0-8 0,0 5 0,0-4 0,0-28 0,0 4 0,0 9 0,0 9 0,0 9 0,0 8 0,0 5 0,0 4 0,0 2 0,1 2 0,3 3 0,2 3 0,3 3 0,2 1 0,1 2 0,1 3 0,1 0 0,0 1 0,1 0 0,-1 1 0,1 4 0,-1 2 0,0 4 0,-2 3 0,-1 0 0,-3 0 0,-2 1 0,-1-1 0,-2 2 0,0 2 0,-1 1 0,-2 1 0,0-1 0,0 0 0,0 1 0,0 0 0,-2 0 0,-2 1 0,-4-2 0,-3-1 0,-1-3 0,0-2 0,0-1 0,-2-4 0,-2-3 0,1-1 0,3-2 0,3-2 0,4-3 0,0-3 0,2-4 0,0-2 0,1 7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24575,'-9'0'0,"-1"0"0,-3 0 0,0 2 0,2 2 0,-3 5 0,5-3 0,-5 3 0,2-4 0,2 1 0,1 0 0,4-1 0,1 1 0,1 1 0,1 2 0,5 0 0,7 1 0,7 0 0,7 0 0,2 0 0,-4-1 0,-2 1 0,-4-2 0,-1 0 0,-4 0 0,-3 0 0,-4-1 0,-3 1 0,0 1 0,-1-2 0,0 2 0,0-1 0,0-1 0,0 1 0,-1-3 0,-4 0 0,-2-2 0,-5-3 0,-3 0 0,-3 0 0,-2 0 0,2 0 0,0-2 0,2-1 0,2-3 0,2-1 0,3-1 0,2 0 0,1-1 0,1 1 0,0 0 0,0-1 0,2 1 0,1 1 0,2 3 0,0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24575,'0'9'0,"0"2"0,0 2 0,0 1 0,0 2 0,0 0 0,0 2 0,1-1 0,2-1 0,2-2 0,0-1 0,0-1 0,0-1 0,1-1 0,0-1 0,1 0 0,1-2 0,1-2 0,1 0 0,2-1 0,0 0 0,1 0 0,1 1 0,2-2 0,2 0 0,2-2 0,-1-1 0,1 0 0,1 0 0,0-1 0,0-2 0,-1-3 0,1-3 0,-3-2 0,-2-2 0,-2-1 0,-2-2 0,-3-2 0,-3-2 0,-3 0 0,-2 0 0,-1 2 0,0 2 0,0 4 0,0 2 0,-1 2 0,-3 1 0,-4 2 0,-8 1 0,-5 1 0,-4 0 0,-2 2 0,-2 0 0,-1 1 0,2 0 0,3 0 0,3 0 0,4 0 0,2 0 0,4 2 0,3-1 0,1 2 0,2 0 0,-1 0 0,2 0 0,1 0 0,1 1 0,1 0 0,0 0 0,2-1 0,-1-1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24575,'-9'0'0,"-2"0"0,-5 0 0,-1 0 0,-7 0 0,9 0 0,-7 2 0,8 2 0,-1 2 0,0 3 0,4-1 0,1 0 0,2 1 0,1-1 0,1 0 0,2 0 0,1 1 0,2 4 0,0 3 0,1 4 0,0 5 0,2 3 0,5 4 0,3 7 0,3 7 0,-1 6 0,-1 1 0,-5-4 0,-2-9 0,-1-10 0,-1-6 0,0-4 0,-1 0 0,-1-2 0,0-2 0,0-6 0,0-7 0,0-14-1696,-5-22 0,4 14 0,-4-6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24575,'17'0'0,"6"0"0,8 0 0,7 0 0,1 0 0,-1 0 0,-8 0 0,-9 0 0,-9 0 0,-7 0 0,-5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24575,'0'13'0,"0"4"0,0 9 0,0 3 0,0-1 0,-1 4 0,-4 3 0,-2 5 0,-4 2 0,1-6 0,2-6 0,2-8 0,3-7 0,2-4 0,3-6 0,3-3 0,4-6 0,5-5 0,11-11 0,6-8 0,1-2 0,-2 3 0,-8 10 0,1 6 0,3 4 0,6 3 0,7 0 0,-1 2 0,-4-1 0,-8 1 0,-7 0 0,-10 1 0,-3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4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24575,'3'5'0,"0"10"0,-3 12 0,0 7 0,0 20 0,0-22 0,0 10 0,0-18 0,0 0 0,0 6 0,0 0 0,0 4 0,0 2 0,0-3 0,0-6 0,0-5 0,0-7 0,0-7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b="1" dirty="0"/>
              <a:t>https://</a:t>
            </a:r>
            <a:r>
              <a:rPr lang="es-US" b="1" dirty="0" err="1"/>
              <a:t>commons.wikimedia.org</a:t>
            </a:r>
            <a:r>
              <a:rPr lang="es-US" b="1" dirty="0"/>
              <a:t>/wiki/File:Opossum_2.jpg</a:t>
            </a:r>
          </a:p>
        </p:txBody>
      </p:sp>
    </p:spTree>
    <p:extLst>
      <p:ext uri="{BB962C8B-B14F-4D97-AF65-F5344CB8AC3E}">
        <p14:creationId xmlns:p14="http://schemas.microsoft.com/office/powerpoint/2010/main" val="826979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</a:t>
            </a:r>
            <a:r>
              <a:rPr lang="es-US" dirty="0" err="1"/>
              <a:t>File:Raccoon_in_Central_Park</a:t>
            </a:r>
            <a:r>
              <a:rPr lang="es-US" dirty="0"/>
              <a:t>_(35264).</a:t>
            </a:r>
            <a:r>
              <a:rPr lang="es-US" dirty="0" err="1"/>
              <a:t>jpg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6989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/wiki/File:Eastern_Grey_Squirrel_in_St_James%27s_Park,_London_-_Nov_2006_edit.jpg</a:t>
            </a:r>
          </a:p>
        </p:txBody>
      </p:sp>
    </p:spTree>
    <p:extLst>
      <p:ext uri="{BB962C8B-B14F-4D97-AF65-F5344CB8AC3E}">
        <p14:creationId xmlns:p14="http://schemas.microsoft.com/office/powerpoint/2010/main" val="2957091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/wiki/File:2014-04-29_01_Northwestern_crow_(</a:t>
            </a:r>
            <a:r>
              <a:rPr lang="es-US" dirty="0" err="1"/>
              <a:t>Corvus_brachyrhynchos_caurinus</a:t>
            </a:r>
            <a:r>
              <a:rPr lang="es-US" dirty="0"/>
              <a:t>).</a:t>
            </a:r>
            <a:r>
              <a:rPr lang="es-US" dirty="0" err="1"/>
              <a:t>jpg#Licensing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970236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/wiki/File:Turdus-migratorius-002.jpg#filelinks</a:t>
            </a:r>
          </a:p>
        </p:txBody>
      </p:sp>
    </p:spTree>
    <p:extLst>
      <p:ext uri="{BB962C8B-B14F-4D97-AF65-F5344CB8AC3E}">
        <p14:creationId xmlns:p14="http://schemas.microsoft.com/office/powerpoint/2010/main" val="1388670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</a:t>
            </a:r>
            <a:r>
              <a:rPr lang="es-US" dirty="0" err="1"/>
              <a:t>File:Turdus_viscivorus_Brych_y_coed.jpg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301013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b="1" dirty="0"/>
              <a:t>https://</a:t>
            </a:r>
            <a:r>
              <a:rPr lang="es-US" b="1" dirty="0" err="1"/>
              <a:t>commons.wikimedia.org</a:t>
            </a:r>
            <a:r>
              <a:rPr lang="es-US" b="1" dirty="0"/>
              <a:t>/wiki/File:Acorn_woodpecker_holding_a_nut_in_its_beak-0225.jpg#Licensing</a:t>
            </a:r>
          </a:p>
        </p:txBody>
      </p:sp>
    </p:spTree>
    <p:extLst>
      <p:ext uri="{BB962C8B-B14F-4D97-AF65-F5344CB8AC3E}">
        <p14:creationId xmlns:p14="http://schemas.microsoft.com/office/powerpoint/2010/main" val="277704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</a:t>
            </a:r>
            <a:r>
              <a:rPr lang="es-US" dirty="0" err="1"/>
              <a:t>File:Great_blue_heron_in_GWC</a:t>
            </a:r>
            <a:r>
              <a:rPr lang="es-US" dirty="0"/>
              <a:t>_(16570).</a:t>
            </a:r>
            <a:r>
              <a:rPr lang="es-US" dirty="0" err="1"/>
              <a:t>jpg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743771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/wiki/File:2022-11-20,_Ducks,_Lake_Morton_of_King_County,_Washington,_24.jpg</a:t>
            </a:r>
          </a:p>
        </p:txBody>
      </p:sp>
    </p:spTree>
    <p:extLst>
      <p:ext uri="{BB962C8B-B14F-4D97-AF65-F5344CB8AC3E}">
        <p14:creationId xmlns:p14="http://schemas.microsoft.com/office/powerpoint/2010/main" val="2299497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dirty="0"/>
              <a:t>https://</a:t>
            </a:r>
            <a:r>
              <a:rPr lang="es-US" dirty="0" err="1"/>
              <a:t>commons.wikimedia.org</a:t>
            </a:r>
            <a:r>
              <a:rPr lang="es-US" dirty="0"/>
              <a:t>/wiki/</a:t>
            </a:r>
            <a:r>
              <a:rPr lang="es-US" dirty="0" err="1"/>
              <a:t>File:Glass_slide.jpg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66804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C4D0-E462-41B1-452A-30956EAF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1D0553-7A3A-71AF-A606-FE69337AD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9DA977-B6BD-FFF6-8DE3-2F7CBE13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1A1B7-44B2-D64C-B9FB-3CE0E8D85382}" type="datetimeFigureOut">
              <a:rPr lang="es-PR" smtClean="0"/>
              <a:t>10/27/26</a:t>
            </a:fld>
            <a:endParaRPr lang="es-P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D93686-28E9-5D4E-866D-F9CD97C2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84C12-2BD5-9193-CDF7-5B57BFE9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4B4D-C89A-A949-A25D-B311110898E6}" type="slidenum">
              <a:rPr lang="es-PR" smtClean="0"/>
              <a:t>‹Nº›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265924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225" Type="http://schemas.openxmlformats.org/officeDocument/2006/relationships/image" Target="../media/image112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mageinfo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index&amp;utm_content=thumbnail&amp;_=20220916171536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org&amp;utm_campaign=index&amp;utm_content=thumbnail&amp;_=20061217052014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org&amp;utm_campaign=index&amp;utm_content=thumbnail&amp;_=20210819215235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org&amp;utm_campaign=index&amp;utm_content=origi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org&amp;utm_campaign=index&amp;utm_content=thumbnail&amp;_=20160602173032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org&amp;utm_campaign=index&amp;utm_content=thumbnail&amp;_=20211124170959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org&amp;utm_campaign=index&amp;utm_content=thumbnail&amp;_=20211102221711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org&amp;utm_campaign=index&amp;utm_content=thumbnail&amp;_=20221127040507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org&amp;utm_campaign=index&amp;utm_content=thumbnail&amp;_=20201121141928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2175D-C7DA-1107-93FA-E04A620F7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045" y="6830619"/>
            <a:ext cx="6858000" cy="917546"/>
          </a:xfrm>
        </p:spPr>
        <p:txBody>
          <a:bodyPr>
            <a:normAutofit fontScale="90000"/>
          </a:bodyPr>
          <a:lstStyle/>
          <a:p>
            <a:endParaRPr lang="es-P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E96215-27F8-AE01-F1C2-0DC927597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088659"/>
            <a:ext cx="6858000" cy="207630"/>
          </a:xfrm>
        </p:spPr>
        <p:txBody>
          <a:bodyPr>
            <a:normAutofit fontScale="25000" lnSpcReduction="20000"/>
          </a:bodyPr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9D622CC-B5AD-826C-6C6F-7A47469E5308}"/>
                  </a:ext>
                </a:extLst>
              </p14:cNvPr>
              <p14:cNvContentPartPr/>
              <p14:nvPr/>
            </p14:nvContentPartPr>
            <p14:xfrm>
              <a:off x="6256078" y="492682"/>
              <a:ext cx="1809967" cy="281651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9D622CC-B5AD-826C-6C6F-7A47469E53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5279" y="481891"/>
                <a:ext cx="1831206" cy="302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0D6143EE-DB24-F802-8382-F6D95DC733EC}"/>
                  </a:ext>
                </a:extLst>
              </p14:cNvPr>
              <p14:cNvContentPartPr/>
              <p14:nvPr/>
            </p14:nvContentPartPr>
            <p14:xfrm>
              <a:off x="5457799" y="450108"/>
              <a:ext cx="510375" cy="352063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0D6143EE-DB24-F802-8382-F6D95DC733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7001" y="439286"/>
                <a:ext cx="531611" cy="373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6657E332-57AD-6D18-0632-AF62FCD65C5D}"/>
                  </a:ext>
                </a:extLst>
              </p14:cNvPr>
              <p14:cNvContentPartPr/>
              <p14:nvPr/>
            </p14:nvContentPartPr>
            <p14:xfrm>
              <a:off x="4360630" y="244909"/>
              <a:ext cx="800291" cy="433119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6657E332-57AD-6D18-0632-AF62FCD65C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9830" y="234108"/>
                <a:ext cx="821531" cy="454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0DF9D454-58E4-5D18-99BF-1D3A289C531D}"/>
                  </a:ext>
                </a:extLst>
              </p14:cNvPr>
              <p14:cNvContentPartPr/>
              <p14:nvPr/>
            </p14:nvContentPartPr>
            <p14:xfrm>
              <a:off x="985635" y="827630"/>
              <a:ext cx="168210" cy="28701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0DF9D454-58E4-5D18-99BF-1D3A289C53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0180" y="812165"/>
                <a:ext cx="198761" cy="317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5F380D20-C882-B9C8-1430-987D2F3A48A2}"/>
                  </a:ext>
                </a:extLst>
              </p14:cNvPr>
              <p14:cNvContentPartPr/>
              <p14:nvPr/>
            </p14:nvContentPartPr>
            <p14:xfrm>
              <a:off x="1215270" y="802170"/>
              <a:ext cx="1757700" cy="37503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5F380D20-C882-B9C8-1430-987D2F3A48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4473" y="791373"/>
                <a:ext cx="1778933" cy="396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8D1A61D2-EF1E-0311-15FC-2412069332E7}"/>
                  </a:ext>
                </a:extLst>
              </p14:cNvPr>
              <p14:cNvContentPartPr/>
              <p14:nvPr/>
            </p14:nvContentPartPr>
            <p14:xfrm>
              <a:off x="3095820" y="778410"/>
              <a:ext cx="751680" cy="21762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8D1A61D2-EF1E-0311-15FC-2412069332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85025" y="767601"/>
                <a:ext cx="772910" cy="238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23CEB287-B436-D1B7-AB3A-F8A6E0B725BE}"/>
                  </a:ext>
                </a:extLst>
              </p14:cNvPr>
              <p14:cNvContentPartPr/>
              <p14:nvPr/>
            </p14:nvContentPartPr>
            <p14:xfrm>
              <a:off x="1318140" y="1200150"/>
              <a:ext cx="1588410" cy="32967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23CEB287-B436-D1B7-AB3A-F8A6E0B725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7342" y="1189341"/>
                <a:ext cx="1609646" cy="350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1A5CD1B1-D0E8-77D4-8E89-967C40DC6EDF}"/>
                  </a:ext>
                </a:extLst>
              </p14:cNvPr>
              <p14:cNvContentPartPr/>
              <p14:nvPr/>
            </p14:nvContentPartPr>
            <p14:xfrm>
              <a:off x="2956770" y="1213380"/>
              <a:ext cx="326700" cy="171450"/>
            </p14:xfrm>
          </p:contentPart>
        </mc:Choice>
        <mc:Fallback xmlns=""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1A5CD1B1-D0E8-77D4-8E89-967C40DC6E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45976" y="1202574"/>
                <a:ext cx="347928" cy="192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4A8C2DBB-0DBD-7C48-A635-B97537C31226}"/>
                  </a:ext>
                </a:extLst>
              </p14:cNvPr>
              <p14:cNvContentPartPr/>
              <p14:nvPr/>
            </p14:nvContentPartPr>
            <p14:xfrm>
              <a:off x="1285740" y="1588410"/>
              <a:ext cx="137430" cy="183060"/>
            </p14:xfrm>
          </p:contentPart>
        </mc:Choice>
        <mc:Fallback xmlns=""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4A8C2DBB-0DBD-7C48-A635-B97537C312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74919" y="1577621"/>
                <a:ext cx="158712" cy="204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441E1F51-F5FD-A4B2-ED72-9A4D4065049B}"/>
                  </a:ext>
                </a:extLst>
              </p14:cNvPr>
              <p14:cNvContentPartPr/>
              <p14:nvPr/>
            </p14:nvContentPartPr>
            <p14:xfrm>
              <a:off x="1426363" y="1525861"/>
              <a:ext cx="288360" cy="26514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441E1F51-F5FD-A4B2-ED72-9A4D406504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15563" y="1515068"/>
                <a:ext cx="309600" cy="286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9140E27D-D23A-3943-D3C1-23D4515CD80D}"/>
                  </a:ext>
                </a:extLst>
              </p14:cNvPr>
              <p14:cNvContentPartPr/>
              <p14:nvPr/>
            </p14:nvContentPartPr>
            <p14:xfrm>
              <a:off x="1697713" y="1492381"/>
              <a:ext cx="2068200" cy="432540"/>
            </p14:xfrm>
          </p:contentPart>
        </mc:Choice>
        <mc:Fallback xmlns=""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9140E27D-D23A-3943-D3C1-23D4515CD8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6915" y="1481585"/>
                <a:ext cx="2089436" cy="453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3D3B041D-48E5-DEBF-0E13-3B1F205BEF4F}"/>
                  </a:ext>
                </a:extLst>
              </p14:cNvPr>
              <p14:cNvContentPartPr/>
              <p14:nvPr/>
            </p14:nvContentPartPr>
            <p14:xfrm>
              <a:off x="3804793" y="1663291"/>
              <a:ext cx="11070" cy="11070"/>
            </p14:xfrm>
          </p:contentPart>
        </mc:Choice>
        <mc:Fallback xmlns=""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3D3B041D-48E5-DEBF-0E13-3B1F205BEF4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93723" y="1652578"/>
                <a:ext cx="32841" cy="32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ED4D9A94-4636-9574-23E5-6F5C57F5B677}"/>
                  </a:ext>
                </a:extLst>
              </p14:cNvPr>
              <p14:cNvContentPartPr/>
              <p14:nvPr/>
            </p14:nvContentPartPr>
            <p14:xfrm>
              <a:off x="2655133" y="1411921"/>
              <a:ext cx="275400" cy="6750"/>
            </p14:xfrm>
          </p:contentPart>
        </mc:Choice>
        <mc:Fallback xmlns=""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ED4D9A94-4636-9574-23E5-6F5C57F5B6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39673" y="1396645"/>
                <a:ext cx="305960" cy="36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17AD1BE3-AB9C-CAD2-BD6D-64C819F7197C}"/>
                  </a:ext>
                </a:extLst>
              </p14:cNvPr>
              <p14:cNvContentPartPr/>
              <p14:nvPr/>
            </p14:nvContentPartPr>
            <p14:xfrm>
              <a:off x="2099203" y="1779121"/>
              <a:ext cx="322380" cy="17550"/>
            </p14:xfrm>
          </p:contentPart>
        </mc:Choice>
        <mc:Fallback xmlns=""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17AD1BE3-AB9C-CAD2-BD6D-64C819F7197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83732" y="1763399"/>
                <a:ext cx="352603" cy="48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26EBFCAF-AA6B-A352-CFAD-F2D5A1AACD07}"/>
                  </a:ext>
                </a:extLst>
              </p14:cNvPr>
              <p14:cNvContentPartPr/>
              <p14:nvPr/>
            </p14:nvContentPartPr>
            <p14:xfrm>
              <a:off x="3041503" y="1695421"/>
              <a:ext cx="336150" cy="17550"/>
            </p14:xfrm>
          </p:contentPart>
        </mc:Choice>
        <mc:Fallback xmlns=""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26EBFCAF-AA6B-A352-CFAD-F2D5A1AACD0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20988" y="1675006"/>
                <a:ext cx="376819" cy="58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7C956518-6F7B-5346-37DB-0ADBC4640D02}"/>
                  </a:ext>
                </a:extLst>
              </p14:cNvPr>
              <p14:cNvContentPartPr/>
              <p14:nvPr/>
            </p14:nvContentPartPr>
            <p14:xfrm>
              <a:off x="799740" y="1992554"/>
              <a:ext cx="237600" cy="314280"/>
            </p14:xfrm>
          </p:contentPart>
        </mc:Choice>
        <mc:Fallback xmlns=""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7C956518-6F7B-5346-37DB-0ADBC4640D0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4260" y="1977056"/>
                <a:ext cx="267840" cy="344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A5E5F9F5-1C1D-B3D7-87FC-97F26D732AFD}"/>
                  </a:ext>
                </a:extLst>
              </p14:cNvPr>
              <p14:cNvContentPartPr/>
              <p14:nvPr/>
            </p14:nvContentPartPr>
            <p14:xfrm>
              <a:off x="1078920" y="2078414"/>
              <a:ext cx="256500" cy="263520"/>
            </p14:xfrm>
          </p:contentPart>
        </mc:Choice>
        <mc:Fallback xmlns=""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A5E5F9F5-1C1D-B3D7-87FC-97F26D732AF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8128" y="2067614"/>
                <a:ext cx="277725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CCFC0DC2-217B-9EF6-255F-F6552FBB91FB}"/>
                  </a:ext>
                </a:extLst>
              </p14:cNvPr>
              <p14:cNvContentPartPr/>
              <p14:nvPr/>
            </p14:nvContentPartPr>
            <p14:xfrm>
              <a:off x="1418580" y="2128904"/>
              <a:ext cx="1319220" cy="34992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CCFC0DC2-217B-9EF6-255F-F6552FBB91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07781" y="2118115"/>
                <a:ext cx="1340457" cy="371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FCEE27A0-7145-48BE-ED80-F03B50FF0678}"/>
                  </a:ext>
                </a:extLst>
              </p14:cNvPr>
              <p14:cNvContentPartPr/>
              <p14:nvPr/>
            </p14:nvContentPartPr>
            <p14:xfrm>
              <a:off x="2787480" y="2225834"/>
              <a:ext cx="35100" cy="116370"/>
            </p14:xfrm>
          </p:contentPart>
        </mc:Choice>
        <mc:Fallback xmlns=""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FCEE27A0-7145-48BE-ED80-F03B50FF06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76844" y="2215026"/>
                <a:ext cx="56018" cy="13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30531F9E-23EF-E4EB-1DE9-BEA11C94377A}"/>
                  </a:ext>
                </a:extLst>
              </p14:cNvPr>
              <p14:cNvContentPartPr/>
              <p14:nvPr/>
            </p14:nvContentPartPr>
            <p14:xfrm>
              <a:off x="2921940" y="2095154"/>
              <a:ext cx="42660" cy="172260"/>
            </p14:xfrm>
          </p:contentPart>
        </mc:Choice>
        <mc:Fallback xmlns=""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30531F9E-23EF-E4EB-1DE9-BEA11C9437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11185" y="2084365"/>
                <a:ext cx="63811" cy="193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85420A85-A8F1-BB17-FAC5-E5D913BA6274}"/>
                  </a:ext>
                </a:extLst>
              </p14:cNvPr>
              <p14:cNvContentPartPr/>
              <p14:nvPr/>
            </p14:nvContentPartPr>
            <p14:xfrm>
              <a:off x="2856060" y="2081654"/>
              <a:ext cx="736560" cy="205470"/>
            </p14:xfrm>
          </p:contentPart>
        </mc:Choice>
        <mc:Fallback xmlns=""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85420A85-A8F1-BB17-FAC5-E5D913BA627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45260" y="2070840"/>
                <a:ext cx="757800" cy="226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6833F67A-8998-B6A3-2673-1D36FEDA0EFD}"/>
                  </a:ext>
                </a:extLst>
              </p14:cNvPr>
              <p14:cNvContentPartPr/>
              <p14:nvPr/>
            </p14:nvContentPartPr>
            <p14:xfrm>
              <a:off x="1148231" y="2401974"/>
              <a:ext cx="508680" cy="363150"/>
            </p14:xfrm>
          </p:contentPart>
        </mc:Choice>
        <mc:Fallback xmlns=""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6833F67A-8998-B6A3-2673-1D36FEDA0EF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37431" y="2391177"/>
                <a:ext cx="529920" cy="384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2154F48E-67B6-1D64-0A31-0AC6752591F8}"/>
                  </a:ext>
                </a:extLst>
              </p14:cNvPr>
              <p14:cNvContentPartPr/>
              <p14:nvPr/>
            </p14:nvContentPartPr>
            <p14:xfrm>
              <a:off x="1491941" y="2441664"/>
              <a:ext cx="25110" cy="79920"/>
            </p14:xfrm>
          </p:contentPart>
        </mc:Choice>
        <mc:Fallback xmlns=""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2154F48E-67B6-1D64-0A31-0AC6752591F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81180" y="2430864"/>
                <a:ext cx="46274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A92A3FD9-4B4D-9706-3D99-89D86189C570}"/>
                  </a:ext>
                </a:extLst>
              </p14:cNvPr>
              <p14:cNvContentPartPr/>
              <p14:nvPr/>
            </p14:nvContentPartPr>
            <p14:xfrm>
              <a:off x="1751141" y="2469204"/>
              <a:ext cx="473580" cy="148230"/>
            </p14:xfrm>
          </p:contentPart>
        </mc:Choice>
        <mc:Fallback xmlns=""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A92A3FD9-4B4D-9706-3D99-89D86189C5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40345" y="2458411"/>
                <a:ext cx="494812" cy="169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E1FA840A-9C9B-FC33-1E80-6FA07941A424}"/>
                  </a:ext>
                </a:extLst>
              </p14:cNvPr>
              <p14:cNvContentPartPr/>
              <p14:nvPr/>
            </p14:nvContentPartPr>
            <p14:xfrm>
              <a:off x="481129" y="2887614"/>
              <a:ext cx="1945890" cy="246780"/>
            </p14:xfrm>
          </p:contentPart>
        </mc:Choice>
        <mc:Fallback xmlns=""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E1FA840A-9C9B-FC33-1E80-6FA07941A4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0329" y="2876838"/>
                <a:ext cx="1967131" cy="267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2C2CB6D4-E27A-E39E-0E2D-A8A6B2D3471D}"/>
                  </a:ext>
                </a:extLst>
              </p14:cNvPr>
              <p14:cNvContentPartPr/>
              <p14:nvPr/>
            </p14:nvContentPartPr>
            <p14:xfrm>
              <a:off x="826729" y="3201624"/>
              <a:ext cx="1233630" cy="197640"/>
            </p14:xfrm>
          </p:contentPart>
        </mc:Choice>
        <mc:Fallback xmlns=""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2C2CB6D4-E27A-E39E-0E2D-A8A6B2D3471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5930" y="3190824"/>
                <a:ext cx="1254868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20A091D5-1FF3-5A77-BC45-384721C99AC6}"/>
                  </a:ext>
                </a:extLst>
              </p14:cNvPr>
              <p14:cNvContentPartPr/>
              <p14:nvPr/>
            </p14:nvContentPartPr>
            <p14:xfrm>
              <a:off x="819439" y="3516174"/>
              <a:ext cx="153360" cy="12690"/>
            </p14:xfrm>
          </p:contentPart>
        </mc:Choice>
        <mc:Fallback xmlns=""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20A091D5-1FF3-5A77-BC45-384721C99AC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8639" y="3505599"/>
                <a:ext cx="174600" cy="33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AD700B29-E8D6-4564-341D-AAF97299563B}"/>
                  </a:ext>
                </a:extLst>
              </p14:cNvPr>
              <p14:cNvContentPartPr/>
              <p14:nvPr/>
            </p14:nvContentPartPr>
            <p14:xfrm>
              <a:off x="1122649" y="3447324"/>
              <a:ext cx="865620" cy="235980"/>
            </p14:xfrm>
          </p:contentPart>
        </mc:Choice>
        <mc:Fallback xmlns=""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AD700B29-E8D6-4564-341D-AAF9729956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11851" y="3436516"/>
                <a:ext cx="886856" cy="257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FC4804A4-437A-A43D-DE87-D5FE9156A2D0}"/>
                  </a:ext>
                </a:extLst>
              </p14:cNvPr>
              <p14:cNvContentPartPr/>
              <p14:nvPr/>
            </p14:nvContentPartPr>
            <p14:xfrm>
              <a:off x="2122999" y="3418434"/>
              <a:ext cx="997380" cy="147960"/>
            </p14:xfrm>
          </p:contentPart>
        </mc:Choice>
        <mc:Fallback xmlns=""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FC4804A4-437A-A43D-DE87-D5FE9156A2D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12201" y="3407634"/>
                <a:ext cx="1018616" cy="169200"/>
              </a:xfrm>
              <a:prstGeom prst="rect">
                <a:avLst/>
              </a:prstGeom>
            </p:spPr>
          </p:pic>
        </mc:Fallback>
      </mc:AlternateContent>
      <p:sp>
        <p:nvSpPr>
          <p:cNvPr id="236" name="CuadroTexto 235">
            <a:extLst>
              <a:ext uri="{FF2B5EF4-FFF2-40B4-BE49-F238E27FC236}">
                <a16:creationId xmlns:a16="http://schemas.microsoft.com/office/drawing/2014/main" id="{5BBD1180-AB85-62AD-65D6-2D6B7156878A}"/>
              </a:ext>
            </a:extLst>
          </p:cNvPr>
          <p:cNvSpPr txBox="1"/>
          <p:nvPr/>
        </p:nvSpPr>
        <p:spPr>
          <a:xfrm>
            <a:off x="4407648" y="844177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s-PR" sz="105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30A70679-9177-D61C-7E42-0034FBF4D12E}"/>
                  </a:ext>
                </a:extLst>
              </p14:cNvPr>
              <p14:cNvContentPartPr/>
              <p14:nvPr/>
            </p14:nvContentPartPr>
            <p14:xfrm>
              <a:off x="4318792" y="862673"/>
              <a:ext cx="3833460" cy="63180"/>
            </p14:xfrm>
          </p:contentPart>
        </mc:Choice>
        <mc:Fallback xmlns=""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30A70679-9177-D61C-7E42-0034FBF4D1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03311" y="847237"/>
                <a:ext cx="3864061" cy="93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F205256F-D993-536E-FE7A-AAA93A9E169B}"/>
                  </a:ext>
                </a:extLst>
              </p14:cNvPr>
              <p14:cNvContentPartPr/>
              <p14:nvPr/>
            </p14:nvContentPartPr>
            <p14:xfrm>
              <a:off x="4229168" y="1104715"/>
              <a:ext cx="942300" cy="26109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F205256F-D993-536E-FE7A-AAA93A9E169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18370" y="1093911"/>
                <a:ext cx="963536" cy="282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2E0CEE90-B876-71CA-744D-C15111C9E003}"/>
                  </a:ext>
                </a:extLst>
              </p14:cNvPr>
              <p14:cNvContentPartPr/>
              <p14:nvPr/>
            </p14:nvContentPartPr>
            <p14:xfrm>
              <a:off x="5375588" y="1203535"/>
              <a:ext cx="116100" cy="105840"/>
            </p14:xfrm>
          </p:contentPart>
        </mc:Choice>
        <mc:Fallback xmlns=""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2E0CEE90-B876-71CA-744D-C15111C9E0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64805" y="1192772"/>
                <a:ext cx="137307" cy="127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DEDDF1F6-A6F4-91C8-0250-E33E60D2C827}"/>
                  </a:ext>
                </a:extLst>
              </p14:cNvPr>
              <p14:cNvContentPartPr/>
              <p14:nvPr/>
            </p14:nvContentPartPr>
            <p14:xfrm>
              <a:off x="5508698" y="1207045"/>
              <a:ext cx="99090" cy="99630"/>
            </p14:xfrm>
          </p:contentPart>
        </mc:Choice>
        <mc:Fallback xmlns=""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DEDDF1F6-A6F4-91C8-0250-E33E60D2C82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97888" y="1196255"/>
                <a:ext cx="120349" cy="12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6B2980CD-ADF8-BAEC-E043-63B1F434A6D3}"/>
                  </a:ext>
                </a:extLst>
              </p14:cNvPr>
              <p14:cNvContentPartPr/>
              <p14:nvPr/>
            </p14:nvContentPartPr>
            <p14:xfrm>
              <a:off x="5635328" y="1222435"/>
              <a:ext cx="26190" cy="78300"/>
            </p14:xfrm>
          </p:contentPart>
        </mc:Choice>
        <mc:Fallback xmlns=""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6B2980CD-ADF8-BAEC-E043-63B1F434A6D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24565" y="1211610"/>
                <a:ext cx="47357" cy="99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A8648775-E519-C59D-5C23-2252BBD08BAF}"/>
                  </a:ext>
                </a:extLst>
              </p14:cNvPr>
              <p14:cNvContentPartPr/>
              <p14:nvPr/>
            </p14:nvContentPartPr>
            <p14:xfrm>
              <a:off x="5620478" y="1208935"/>
              <a:ext cx="13230" cy="7020"/>
            </p14:xfrm>
          </p:contentPart>
        </mc:Choice>
        <mc:Fallback xmlns=""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A8648775-E519-C59D-5C23-2252BBD08B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609751" y="1198405"/>
                <a:ext cx="34326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49616777-ED9C-D508-1DE2-62694735760C}"/>
                  </a:ext>
                </a:extLst>
              </p14:cNvPr>
              <p14:cNvContentPartPr/>
              <p14:nvPr/>
            </p14:nvContentPartPr>
            <p14:xfrm>
              <a:off x="5679338" y="1216225"/>
              <a:ext cx="176040" cy="90450"/>
            </p14:xfrm>
          </p:contentPart>
        </mc:Choice>
        <mc:Fallback xmlns=""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49616777-ED9C-D508-1DE2-62694735760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68560" y="1205457"/>
                <a:ext cx="197237" cy="111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E1804FCC-F9C7-02FE-B031-47D1BA2D9923}"/>
                  </a:ext>
                </a:extLst>
              </p14:cNvPr>
              <p14:cNvContentPartPr/>
              <p14:nvPr/>
            </p14:nvContentPartPr>
            <p14:xfrm>
              <a:off x="5887238" y="1219195"/>
              <a:ext cx="68580" cy="54000"/>
            </p14:xfrm>
          </p:contentPart>
        </mc:Choice>
        <mc:Fallback xmlns=""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E1804FCC-F9C7-02FE-B031-47D1BA2D992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876466" y="1208395"/>
                <a:ext cx="89764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51A17151-4DB5-7083-EBCC-967599600FF2}"/>
                  </a:ext>
                </a:extLst>
              </p14:cNvPr>
              <p14:cNvContentPartPr/>
              <p14:nvPr/>
            </p14:nvContentPartPr>
            <p14:xfrm>
              <a:off x="5984978" y="1174105"/>
              <a:ext cx="26190" cy="119340"/>
            </p14:xfrm>
          </p:contentPart>
        </mc:Choice>
        <mc:Fallback xmlns=""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51A17151-4DB5-7083-EBCC-967599600FF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74215" y="1163321"/>
                <a:ext cx="47357" cy="140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5002A5CD-1EB2-EE79-23A7-46590C891737}"/>
                  </a:ext>
                </a:extLst>
              </p14:cNvPr>
              <p14:cNvContentPartPr/>
              <p14:nvPr/>
            </p14:nvContentPartPr>
            <p14:xfrm>
              <a:off x="6170738" y="1161415"/>
              <a:ext cx="131490" cy="147960"/>
            </p14:xfrm>
          </p:contentPart>
        </mc:Choice>
        <mc:Fallback xmlns=""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5002A5CD-1EB2-EE79-23A7-46590C89173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159960" y="1150615"/>
                <a:ext cx="152686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B7261A9B-83C6-7045-43C8-90BDEA0E677E}"/>
                  </a:ext>
                </a:extLst>
              </p14:cNvPr>
              <p14:cNvContentPartPr/>
              <p14:nvPr/>
            </p14:nvContentPartPr>
            <p14:xfrm>
              <a:off x="6317618" y="1219195"/>
              <a:ext cx="21060" cy="71010"/>
            </p14:xfrm>
          </p:contentPart>
        </mc:Choice>
        <mc:Fallback xmlns=""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B7261A9B-83C6-7045-43C8-90BDEA0E677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06910" y="1208436"/>
                <a:ext cx="42120" cy="92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65B8E2FE-0BC2-2A75-D367-B6F8CC5563EC}"/>
                  </a:ext>
                </a:extLst>
              </p14:cNvPr>
              <p14:cNvContentPartPr/>
              <p14:nvPr/>
            </p14:nvContentPartPr>
            <p14:xfrm>
              <a:off x="6301418" y="1198405"/>
              <a:ext cx="18090" cy="8640"/>
            </p14:xfrm>
          </p:contentPart>
        </mc:Choice>
        <mc:Fallback xmlns=""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65B8E2FE-0BC2-2A75-D367-B6F8CC5563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90777" y="1187605"/>
                <a:ext cx="39018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B46405F1-EC36-B874-7489-67315CF7D81B}"/>
                  </a:ext>
                </a:extLst>
              </p14:cNvPr>
              <p14:cNvContentPartPr/>
              <p14:nvPr/>
            </p14:nvContentPartPr>
            <p14:xfrm>
              <a:off x="6369458" y="1205155"/>
              <a:ext cx="58860" cy="88290"/>
            </p14:xfrm>
          </p:contentPart>
        </mc:Choice>
        <mc:Fallback xmlns=""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B46405F1-EC36-B874-7489-67315CF7D81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58691" y="1194344"/>
                <a:ext cx="80035" cy="109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648B29B5-CA2E-5792-6E08-A8C5EA6EA692}"/>
                  </a:ext>
                </a:extLst>
              </p14:cNvPr>
              <p14:cNvContentPartPr/>
              <p14:nvPr/>
            </p14:nvContentPartPr>
            <p14:xfrm>
              <a:off x="6443978" y="1194895"/>
              <a:ext cx="62640" cy="8586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648B29B5-CA2E-5792-6E08-A8C5EA6EA69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433178" y="1184118"/>
                <a:ext cx="83880" cy="107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CB23147C-A259-9039-420C-38C649848E98}"/>
                  </a:ext>
                </a:extLst>
              </p14:cNvPr>
              <p14:cNvContentPartPr/>
              <p14:nvPr/>
            </p14:nvContentPartPr>
            <p14:xfrm>
              <a:off x="6544688" y="1198405"/>
              <a:ext cx="76140" cy="7128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CB23147C-A259-9039-420C-38C649848E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33913" y="1187605"/>
                <a:ext cx="9733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74BA895F-25E8-F604-7602-690A42C67DC1}"/>
                  </a:ext>
                </a:extLst>
              </p14:cNvPr>
              <p14:cNvContentPartPr/>
              <p14:nvPr/>
            </p14:nvContentPartPr>
            <p14:xfrm>
              <a:off x="6645128" y="1198405"/>
              <a:ext cx="82890" cy="88560"/>
            </p14:xfrm>
          </p:contentPart>
        </mc:Choice>
        <mc:Fallback xmlns=""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74BA895F-25E8-F604-7602-690A42C67DC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634363" y="1187605"/>
                <a:ext cx="104061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CCDD670B-0840-B2E0-E594-5B9C0D95D6E1}"/>
                  </a:ext>
                </a:extLst>
              </p14:cNvPr>
              <p14:cNvContentPartPr/>
              <p14:nvPr/>
            </p14:nvContentPartPr>
            <p14:xfrm>
              <a:off x="6741788" y="1131715"/>
              <a:ext cx="8910" cy="157680"/>
            </p14:xfrm>
          </p:contentPart>
        </mc:Choice>
        <mc:Fallback xmlns=""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CCDD670B-0840-B2E0-E594-5B9C0D95D6E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731096" y="1120915"/>
                <a:ext cx="29938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5" name="Entrada de lápiz 264">
                <a:extLst>
                  <a:ext uri="{FF2B5EF4-FFF2-40B4-BE49-F238E27FC236}">
                    <a16:creationId xmlns:a16="http://schemas.microsoft.com/office/drawing/2014/main" id="{84442E9D-C6C9-E2EC-36C4-405F13E12367}"/>
                  </a:ext>
                </a:extLst>
              </p14:cNvPr>
              <p14:cNvContentPartPr/>
              <p14:nvPr/>
            </p14:nvContentPartPr>
            <p14:xfrm>
              <a:off x="6707228" y="1205155"/>
              <a:ext cx="109080" cy="89370"/>
            </p14:xfrm>
          </p:contentPart>
        </mc:Choice>
        <mc:Fallback xmlns="">
          <p:pic>
            <p:nvPicPr>
              <p:cNvPr id="265" name="Entrada de lápiz 264">
                <a:extLst>
                  <a:ext uri="{FF2B5EF4-FFF2-40B4-BE49-F238E27FC236}">
                    <a16:creationId xmlns:a16="http://schemas.microsoft.com/office/drawing/2014/main" id="{84442E9D-C6C9-E2EC-36C4-405F13E1236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696428" y="1194388"/>
                <a:ext cx="130320" cy="110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6" name="Entrada de lápiz 265">
                <a:extLst>
                  <a:ext uri="{FF2B5EF4-FFF2-40B4-BE49-F238E27FC236}">
                    <a16:creationId xmlns:a16="http://schemas.microsoft.com/office/drawing/2014/main" id="{586620CD-845B-8411-DA00-EBBA4411F876}"/>
                  </a:ext>
                </a:extLst>
              </p14:cNvPr>
              <p14:cNvContentPartPr/>
              <p14:nvPr/>
            </p14:nvContentPartPr>
            <p14:xfrm>
              <a:off x="6811178" y="1187875"/>
              <a:ext cx="8910" cy="10530"/>
            </p14:xfrm>
          </p:contentPart>
        </mc:Choice>
        <mc:Fallback xmlns="">
          <p:pic>
            <p:nvPicPr>
              <p:cNvPr id="266" name="Entrada de lápiz 265">
                <a:extLst>
                  <a:ext uri="{FF2B5EF4-FFF2-40B4-BE49-F238E27FC236}">
                    <a16:creationId xmlns:a16="http://schemas.microsoft.com/office/drawing/2014/main" id="{586620CD-845B-8411-DA00-EBBA4411F87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800486" y="1177345"/>
                <a:ext cx="29938" cy="31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246EC398-51BF-6249-DCC1-C7F61FBDD8C6}"/>
                  </a:ext>
                </a:extLst>
              </p14:cNvPr>
              <p14:cNvContentPartPr/>
              <p14:nvPr/>
            </p14:nvContentPartPr>
            <p14:xfrm>
              <a:off x="6850868" y="1205695"/>
              <a:ext cx="133650" cy="99360"/>
            </p14:xfrm>
          </p:contentPart>
        </mc:Choice>
        <mc:Fallback xmlns=""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246EC398-51BF-6249-DCC1-C7F61FBDD8C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40090" y="1194895"/>
                <a:ext cx="154847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78" name="Entrada de lápiz 277">
                <a:extLst>
                  <a:ext uri="{FF2B5EF4-FFF2-40B4-BE49-F238E27FC236}">
                    <a16:creationId xmlns:a16="http://schemas.microsoft.com/office/drawing/2014/main" id="{26709B23-12FE-FE10-E19D-07E7DE760B92}"/>
                  </a:ext>
                </a:extLst>
              </p14:cNvPr>
              <p14:cNvContentPartPr/>
              <p14:nvPr/>
            </p14:nvContentPartPr>
            <p14:xfrm>
              <a:off x="7008217" y="1176575"/>
              <a:ext cx="699840" cy="190350"/>
            </p14:xfrm>
          </p:contentPart>
        </mc:Choice>
        <mc:Fallback xmlns="">
          <p:pic>
            <p:nvPicPr>
              <p:cNvPr id="278" name="Entrada de lápiz 277">
                <a:extLst>
                  <a:ext uri="{FF2B5EF4-FFF2-40B4-BE49-F238E27FC236}">
                    <a16:creationId xmlns:a16="http://schemas.microsoft.com/office/drawing/2014/main" id="{26709B23-12FE-FE10-E19D-07E7DE760B9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97417" y="1165800"/>
                <a:ext cx="721080" cy="211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9F158CDB-03A4-A45D-0AF8-01626965DD46}"/>
                  </a:ext>
                </a:extLst>
              </p14:cNvPr>
              <p14:cNvContentPartPr/>
              <p14:nvPr/>
            </p14:nvContentPartPr>
            <p14:xfrm>
              <a:off x="4799640" y="1583916"/>
              <a:ext cx="102600" cy="12690"/>
            </p14:xfrm>
          </p:contentPart>
        </mc:Choice>
        <mc:Fallback xmlns=""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9F158CDB-03A4-A45D-0AF8-01626965DD4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88840" y="1573039"/>
                <a:ext cx="123840" cy="34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88" name="Entrada de lápiz 287">
                <a:extLst>
                  <a:ext uri="{FF2B5EF4-FFF2-40B4-BE49-F238E27FC236}">
                    <a16:creationId xmlns:a16="http://schemas.microsoft.com/office/drawing/2014/main" id="{A6D1906F-B11C-941C-2AE4-95C06C72C39C}"/>
                  </a:ext>
                </a:extLst>
              </p14:cNvPr>
              <p14:cNvContentPartPr/>
              <p14:nvPr/>
            </p14:nvContentPartPr>
            <p14:xfrm>
              <a:off x="4792080" y="1838256"/>
              <a:ext cx="135000" cy="10260"/>
            </p14:xfrm>
          </p:contentPart>
        </mc:Choice>
        <mc:Fallback xmlns="">
          <p:pic>
            <p:nvPicPr>
              <p:cNvPr id="288" name="Entrada de lápiz 287">
                <a:extLst>
                  <a:ext uri="{FF2B5EF4-FFF2-40B4-BE49-F238E27FC236}">
                    <a16:creationId xmlns:a16="http://schemas.microsoft.com/office/drawing/2014/main" id="{A6D1906F-B11C-941C-2AE4-95C06C72C39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81280" y="1827642"/>
                <a:ext cx="156240" cy="31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89" name="Entrada de lápiz 288">
                <a:extLst>
                  <a:ext uri="{FF2B5EF4-FFF2-40B4-BE49-F238E27FC236}">
                    <a16:creationId xmlns:a16="http://schemas.microsoft.com/office/drawing/2014/main" id="{C01E41A5-5A8E-42C3-8999-27AEAD16FCAA}"/>
                  </a:ext>
                </a:extLst>
              </p14:cNvPr>
              <p14:cNvContentPartPr/>
              <p14:nvPr/>
            </p14:nvContentPartPr>
            <p14:xfrm>
              <a:off x="5066670" y="1528296"/>
              <a:ext cx="1496880" cy="144450"/>
            </p14:xfrm>
          </p:contentPart>
        </mc:Choice>
        <mc:Fallback xmlns="">
          <p:pic>
            <p:nvPicPr>
              <p:cNvPr id="289" name="Entrada de lápiz 288">
                <a:extLst>
                  <a:ext uri="{FF2B5EF4-FFF2-40B4-BE49-F238E27FC236}">
                    <a16:creationId xmlns:a16="http://schemas.microsoft.com/office/drawing/2014/main" id="{C01E41A5-5A8E-42C3-8999-27AEAD16FCA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55873" y="1517516"/>
                <a:ext cx="1518115" cy="165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9250AD3D-D65D-5A28-015A-3C23B7950078}"/>
                  </a:ext>
                </a:extLst>
              </p14:cNvPr>
              <p14:cNvContentPartPr/>
              <p14:nvPr/>
            </p14:nvContentPartPr>
            <p14:xfrm>
              <a:off x="5674710" y="1834746"/>
              <a:ext cx="513540" cy="125820"/>
            </p14:xfrm>
          </p:contentPart>
        </mc:Choice>
        <mc:Fallback xmlns=""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9250AD3D-D65D-5A28-015A-3C23B795007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63921" y="1823961"/>
                <a:ext cx="534758" cy="147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310F76BC-9F17-11E1-8394-E5AC169E1A72}"/>
                  </a:ext>
                </a:extLst>
              </p14:cNvPr>
              <p14:cNvContentPartPr/>
              <p14:nvPr/>
            </p14:nvContentPartPr>
            <p14:xfrm>
              <a:off x="5114460" y="1754286"/>
              <a:ext cx="434700" cy="220050"/>
            </p14:xfrm>
          </p:contentPart>
        </mc:Choice>
        <mc:Fallback xmlns=""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310F76BC-9F17-11E1-8394-E5AC169E1A7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03664" y="1743499"/>
                <a:ext cx="455931" cy="241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03" name="Entrada de lápiz 302">
                <a:extLst>
                  <a:ext uri="{FF2B5EF4-FFF2-40B4-BE49-F238E27FC236}">
                    <a16:creationId xmlns:a16="http://schemas.microsoft.com/office/drawing/2014/main" id="{B8A4469C-5538-5AB7-46D7-4BE6D92F4298}"/>
                  </a:ext>
                </a:extLst>
              </p14:cNvPr>
              <p14:cNvContentPartPr/>
              <p14:nvPr/>
            </p14:nvContentPartPr>
            <p14:xfrm>
              <a:off x="4790515" y="2124492"/>
              <a:ext cx="175770" cy="17550"/>
            </p14:xfrm>
          </p:contentPart>
        </mc:Choice>
        <mc:Fallback xmlns="">
          <p:pic>
            <p:nvPicPr>
              <p:cNvPr id="303" name="Entrada de lápiz 302">
                <a:extLst>
                  <a:ext uri="{FF2B5EF4-FFF2-40B4-BE49-F238E27FC236}">
                    <a16:creationId xmlns:a16="http://schemas.microsoft.com/office/drawing/2014/main" id="{B8A4469C-5538-5AB7-46D7-4BE6D92F429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779732" y="2113747"/>
                <a:ext cx="196977" cy="38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31" name="Entrada de lápiz 330">
                <a:extLst>
                  <a:ext uri="{FF2B5EF4-FFF2-40B4-BE49-F238E27FC236}">
                    <a16:creationId xmlns:a16="http://schemas.microsoft.com/office/drawing/2014/main" id="{C0CBB0DE-40FD-1A51-2804-9AD4498A6FD2}"/>
                  </a:ext>
                </a:extLst>
              </p14:cNvPr>
              <p14:cNvContentPartPr/>
              <p14:nvPr/>
            </p14:nvContentPartPr>
            <p14:xfrm>
              <a:off x="7286395" y="2057802"/>
              <a:ext cx="659340" cy="207090"/>
            </p14:xfrm>
          </p:contentPart>
        </mc:Choice>
        <mc:Fallback xmlns="">
          <p:pic>
            <p:nvPicPr>
              <p:cNvPr id="331" name="Entrada de lápiz 330">
                <a:extLst>
                  <a:ext uri="{FF2B5EF4-FFF2-40B4-BE49-F238E27FC236}">
                    <a16:creationId xmlns:a16="http://schemas.microsoft.com/office/drawing/2014/main" id="{C0CBB0DE-40FD-1A51-2804-9AD4498A6FD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75598" y="2047016"/>
                <a:ext cx="680574" cy="228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32" name="Entrada de lápiz 331">
                <a:extLst>
                  <a:ext uri="{FF2B5EF4-FFF2-40B4-BE49-F238E27FC236}">
                    <a16:creationId xmlns:a16="http://schemas.microsoft.com/office/drawing/2014/main" id="{3290F722-DF73-6AF3-13B8-47A60342EEC4}"/>
                  </a:ext>
                </a:extLst>
              </p14:cNvPr>
              <p14:cNvContentPartPr/>
              <p14:nvPr/>
            </p14:nvContentPartPr>
            <p14:xfrm>
              <a:off x="5920195" y="2066712"/>
              <a:ext cx="1154250" cy="177930"/>
            </p14:xfrm>
          </p:contentPart>
        </mc:Choice>
        <mc:Fallback xmlns="">
          <p:pic>
            <p:nvPicPr>
              <p:cNvPr id="332" name="Entrada de lápiz 331">
                <a:extLst>
                  <a:ext uri="{FF2B5EF4-FFF2-40B4-BE49-F238E27FC236}">
                    <a16:creationId xmlns:a16="http://schemas.microsoft.com/office/drawing/2014/main" id="{3290F722-DF73-6AF3-13B8-47A60342EEC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09398" y="2055928"/>
                <a:ext cx="1175485" cy="199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33" name="Entrada de lápiz 332">
                <a:extLst>
                  <a:ext uri="{FF2B5EF4-FFF2-40B4-BE49-F238E27FC236}">
                    <a16:creationId xmlns:a16="http://schemas.microsoft.com/office/drawing/2014/main" id="{3C9C7207-4375-8EE0-EB00-A39A172D9C10}"/>
                  </a:ext>
                </a:extLst>
              </p14:cNvPr>
              <p14:cNvContentPartPr/>
              <p14:nvPr/>
            </p14:nvContentPartPr>
            <p14:xfrm>
              <a:off x="5131525" y="2042952"/>
              <a:ext cx="652050" cy="210330"/>
            </p14:xfrm>
          </p:contentPart>
        </mc:Choice>
        <mc:Fallback xmlns="">
          <p:pic>
            <p:nvPicPr>
              <p:cNvPr id="333" name="Entrada de lápiz 332">
                <a:extLst>
                  <a:ext uri="{FF2B5EF4-FFF2-40B4-BE49-F238E27FC236}">
                    <a16:creationId xmlns:a16="http://schemas.microsoft.com/office/drawing/2014/main" id="{3C9C7207-4375-8EE0-EB00-A39A172D9C1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20724" y="2032147"/>
                <a:ext cx="673293" cy="2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43" name="Entrada de lápiz 342">
                <a:extLst>
                  <a:ext uri="{FF2B5EF4-FFF2-40B4-BE49-F238E27FC236}">
                    <a16:creationId xmlns:a16="http://schemas.microsoft.com/office/drawing/2014/main" id="{F83D190D-0BAB-2C85-FB19-8FC4312CF13D}"/>
                  </a:ext>
                </a:extLst>
              </p14:cNvPr>
              <p14:cNvContentPartPr/>
              <p14:nvPr/>
            </p14:nvContentPartPr>
            <p14:xfrm>
              <a:off x="4794917" y="2635433"/>
              <a:ext cx="201150" cy="15120"/>
            </p14:xfrm>
          </p:contentPart>
        </mc:Choice>
        <mc:Fallback xmlns="">
          <p:pic>
            <p:nvPicPr>
              <p:cNvPr id="343" name="Entrada de lápiz 342">
                <a:extLst>
                  <a:ext uri="{FF2B5EF4-FFF2-40B4-BE49-F238E27FC236}">
                    <a16:creationId xmlns:a16="http://schemas.microsoft.com/office/drawing/2014/main" id="{F83D190D-0BAB-2C85-FB19-8FC4312CF13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784122" y="2624633"/>
                <a:ext cx="222381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44" name="Entrada de lápiz 343">
                <a:extLst>
                  <a:ext uri="{FF2B5EF4-FFF2-40B4-BE49-F238E27FC236}">
                    <a16:creationId xmlns:a16="http://schemas.microsoft.com/office/drawing/2014/main" id="{A424156E-BF6B-FCC9-7DF1-10342396CFC2}"/>
                  </a:ext>
                </a:extLst>
              </p14:cNvPr>
              <p14:cNvContentPartPr/>
              <p14:nvPr/>
            </p14:nvContentPartPr>
            <p14:xfrm>
              <a:off x="4827047" y="2383793"/>
              <a:ext cx="808650" cy="170370"/>
            </p14:xfrm>
          </p:contentPart>
        </mc:Choice>
        <mc:Fallback xmlns="">
          <p:pic>
            <p:nvPicPr>
              <p:cNvPr id="344" name="Entrada de lápiz 343">
                <a:extLst>
                  <a:ext uri="{FF2B5EF4-FFF2-40B4-BE49-F238E27FC236}">
                    <a16:creationId xmlns:a16="http://schemas.microsoft.com/office/drawing/2014/main" id="{A424156E-BF6B-FCC9-7DF1-10342396CFC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16251" y="2373010"/>
                <a:ext cx="829883" cy="191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9" name="Entrada de lápiz 358">
                <a:extLst>
                  <a:ext uri="{FF2B5EF4-FFF2-40B4-BE49-F238E27FC236}">
                    <a16:creationId xmlns:a16="http://schemas.microsoft.com/office/drawing/2014/main" id="{4EB3E0AB-B7DF-364F-0DE1-6C018CFFC133}"/>
                  </a:ext>
                </a:extLst>
              </p14:cNvPr>
              <p14:cNvContentPartPr/>
              <p14:nvPr/>
            </p14:nvContentPartPr>
            <p14:xfrm>
              <a:off x="5588177" y="2603303"/>
              <a:ext cx="812700" cy="174960"/>
            </p14:xfrm>
          </p:contentPart>
        </mc:Choice>
        <mc:Fallback xmlns="">
          <p:pic>
            <p:nvPicPr>
              <p:cNvPr id="359" name="Entrada de lápiz 358">
                <a:extLst>
                  <a:ext uri="{FF2B5EF4-FFF2-40B4-BE49-F238E27FC236}">
                    <a16:creationId xmlns:a16="http://schemas.microsoft.com/office/drawing/2014/main" id="{4EB3E0AB-B7DF-364F-0DE1-6C018CFFC13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77375" y="2592503"/>
                <a:ext cx="833945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60" name="Entrada de lápiz 359">
                <a:extLst>
                  <a:ext uri="{FF2B5EF4-FFF2-40B4-BE49-F238E27FC236}">
                    <a16:creationId xmlns:a16="http://schemas.microsoft.com/office/drawing/2014/main" id="{3BA21C8F-E6D2-C425-B887-425FE7A36910}"/>
                  </a:ext>
                </a:extLst>
              </p14:cNvPr>
              <p14:cNvContentPartPr/>
              <p14:nvPr/>
            </p14:nvContentPartPr>
            <p14:xfrm>
              <a:off x="5136467" y="2602223"/>
              <a:ext cx="338580" cy="203580"/>
            </p14:xfrm>
          </p:contentPart>
        </mc:Choice>
        <mc:Fallback xmlns="">
          <p:pic>
            <p:nvPicPr>
              <p:cNvPr id="360" name="Entrada de lápiz 359">
                <a:extLst>
                  <a:ext uri="{FF2B5EF4-FFF2-40B4-BE49-F238E27FC236}">
                    <a16:creationId xmlns:a16="http://schemas.microsoft.com/office/drawing/2014/main" id="{3BA21C8F-E6D2-C425-B887-425FE7A3691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25661" y="2591413"/>
                <a:ext cx="359831" cy="224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61" name="Entrada de lápiz 360">
                <a:extLst>
                  <a:ext uri="{FF2B5EF4-FFF2-40B4-BE49-F238E27FC236}">
                    <a16:creationId xmlns:a16="http://schemas.microsoft.com/office/drawing/2014/main" id="{1B170BC6-55A9-C554-BC43-0D8AF6AB84BE}"/>
                  </a:ext>
                </a:extLst>
              </p14:cNvPr>
              <p14:cNvContentPartPr/>
              <p14:nvPr/>
            </p14:nvContentPartPr>
            <p14:xfrm>
              <a:off x="4200790" y="3077132"/>
              <a:ext cx="159840" cy="14850"/>
            </p14:xfrm>
          </p:contentPart>
        </mc:Choice>
        <mc:Fallback xmlns="">
          <p:pic>
            <p:nvPicPr>
              <p:cNvPr id="361" name="Entrada de lápiz 360">
                <a:extLst>
                  <a:ext uri="{FF2B5EF4-FFF2-40B4-BE49-F238E27FC236}">
                    <a16:creationId xmlns:a16="http://schemas.microsoft.com/office/drawing/2014/main" id="{1B170BC6-55A9-C554-BC43-0D8AF6AB84B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89990" y="3066525"/>
                <a:ext cx="181080" cy="35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73" name="Entrada de lápiz 372">
                <a:extLst>
                  <a:ext uri="{FF2B5EF4-FFF2-40B4-BE49-F238E27FC236}">
                    <a16:creationId xmlns:a16="http://schemas.microsoft.com/office/drawing/2014/main" id="{06088A51-32C8-F610-3746-1B8DBF8BC10F}"/>
                  </a:ext>
                </a:extLst>
              </p14:cNvPr>
              <p14:cNvContentPartPr/>
              <p14:nvPr/>
            </p14:nvContentPartPr>
            <p14:xfrm>
              <a:off x="4501036" y="3010415"/>
              <a:ext cx="1207710" cy="234090"/>
            </p14:xfrm>
          </p:contentPart>
        </mc:Choice>
        <mc:Fallback xmlns="">
          <p:pic>
            <p:nvPicPr>
              <p:cNvPr id="373" name="Entrada de lápiz 372">
                <a:extLst>
                  <a:ext uri="{FF2B5EF4-FFF2-40B4-BE49-F238E27FC236}">
                    <a16:creationId xmlns:a16="http://schemas.microsoft.com/office/drawing/2014/main" id="{06088A51-32C8-F610-3746-1B8DBF8BC10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490237" y="2999627"/>
                <a:ext cx="1228948" cy="255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86" name="Entrada de lápiz 385">
                <a:extLst>
                  <a:ext uri="{FF2B5EF4-FFF2-40B4-BE49-F238E27FC236}">
                    <a16:creationId xmlns:a16="http://schemas.microsoft.com/office/drawing/2014/main" id="{08BBC63E-2F6A-3F78-3BBF-55FF70C97C7E}"/>
                  </a:ext>
                </a:extLst>
              </p14:cNvPr>
              <p14:cNvContentPartPr/>
              <p14:nvPr/>
            </p14:nvContentPartPr>
            <p14:xfrm>
              <a:off x="5948506" y="3043625"/>
              <a:ext cx="922590" cy="161190"/>
            </p14:xfrm>
          </p:contentPart>
        </mc:Choice>
        <mc:Fallback xmlns="">
          <p:pic>
            <p:nvPicPr>
              <p:cNvPr id="386" name="Entrada de lápiz 385">
                <a:extLst>
                  <a:ext uri="{FF2B5EF4-FFF2-40B4-BE49-F238E27FC236}">
                    <a16:creationId xmlns:a16="http://schemas.microsoft.com/office/drawing/2014/main" id="{08BBC63E-2F6A-3F78-3BBF-55FF70C97C7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37703" y="3032807"/>
                <a:ext cx="943836" cy="1824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89" name="Entrada de lápiz 388">
                <a:extLst>
                  <a:ext uri="{FF2B5EF4-FFF2-40B4-BE49-F238E27FC236}">
                    <a16:creationId xmlns:a16="http://schemas.microsoft.com/office/drawing/2014/main" id="{47C19D44-EE8A-5943-7A3F-F1FECD1114EB}"/>
                  </a:ext>
                </a:extLst>
              </p14:cNvPr>
              <p14:cNvContentPartPr/>
              <p14:nvPr/>
            </p14:nvContentPartPr>
            <p14:xfrm>
              <a:off x="7061446" y="3091415"/>
              <a:ext cx="239220" cy="99630"/>
            </p14:xfrm>
          </p:contentPart>
        </mc:Choice>
        <mc:Fallback xmlns="">
          <p:pic>
            <p:nvPicPr>
              <p:cNvPr id="389" name="Entrada de lápiz 388">
                <a:extLst>
                  <a:ext uri="{FF2B5EF4-FFF2-40B4-BE49-F238E27FC236}">
                    <a16:creationId xmlns:a16="http://schemas.microsoft.com/office/drawing/2014/main" id="{47C19D44-EE8A-5943-7A3F-F1FECD1114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50654" y="3080625"/>
                <a:ext cx="260444" cy="12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90" name="Entrada de lápiz 389">
                <a:extLst>
                  <a:ext uri="{FF2B5EF4-FFF2-40B4-BE49-F238E27FC236}">
                    <a16:creationId xmlns:a16="http://schemas.microsoft.com/office/drawing/2014/main" id="{D32E0755-FE74-86B0-D17F-EB7EA19B31A4}"/>
                  </a:ext>
                </a:extLst>
              </p14:cNvPr>
              <p14:cNvContentPartPr/>
              <p14:nvPr/>
            </p14:nvContentPartPr>
            <p14:xfrm>
              <a:off x="4991896" y="3362765"/>
              <a:ext cx="233820" cy="94230"/>
            </p14:xfrm>
          </p:contentPart>
        </mc:Choice>
        <mc:Fallback xmlns="">
          <p:pic>
            <p:nvPicPr>
              <p:cNvPr id="390" name="Entrada de lápiz 389">
                <a:extLst>
                  <a:ext uri="{FF2B5EF4-FFF2-40B4-BE49-F238E27FC236}">
                    <a16:creationId xmlns:a16="http://schemas.microsoft.com/office/drawing/2014/main" id="{D32E0755-FE74-86B0-D17F-EB7EA19B31A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981104" y="3351975"/>
                <a:ext cx="255044" cy="115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97" name="Entrada de lápiz 396">
                <a:extLst>
                  <a:ext uri="{FF2B5EF4-FFF2-40B4-BE49-F238E27FC236}">
                    <a16:creationId xmlns:a16="http://schemas.microsoft.com/office/drawing/2014/main" id="{59DBF546-009E-6884-73C4-ABCE3A631203}"/>
                  </a:ext>
                </a:extLst>
              </p14:cNvPr>
              <p14:cNvContentPartPr/>
              <p14:nvPr/>
            </p14:nvContentPartPr>
            <p14:xfrm>
              <a:off x="5373136" y="3329555"/>
              <a:ext cx="616950" cy="142830"/>
            </p14:xfrm>
          </p:contentPart>
        </mc:Choice>
        <mc:Fallback xmlns="">
          <p:pic>
            <p:nvPicPr>
              <p:cNvPr id="397" name="Entrada de lápiz 396">
                <a:extLst>
                  <a:ext uri="{FF2B5EF4-FFF2-40B4-BE49-F238E27FC236}">
                    <a16:creationId xmlns:a16="http://schemas.microsoft.com/office/drawing/2014/main" id="{59DBF546-009E-6884-73C4-ABCE3A63120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362338" y="3318762"/>
                <a:ext cx="638187" cy="164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405" name="Entrada de lápiz 404">
                <a:extLst>
                  <a:ext uri="{FF2B5EF4-FFF2-40B4-BE49-F238E27FC236}">
                    <a16:creationId xmlns:a16="http://schemas.microsoft.com/office/drawing/2014/main" id="{51235F99-D2A8-A7DC-3500-79D51B530848}"/>
                  </a:ext>
                </a:extLst>
              </p14:cNvPr>
              <p14:cNvContentPartPr/>
              <p14:nvPr/>
            </p14:nvContentPartPr>
            <p14:xfrm>
              <a:off x="4166776" y="3642485"/>
              <a:ext cx="1107810" cy="261900"/>
            </p14:xfrm>
          </p:contentPart>
        </mc:Choice>
        <mc:Fallback xmlns="">
          <p:pic>
            <p:nvPicPr>
              <p:cNvPr id="405" name="Entrada de lápiz 404">
                <a:extLst>
                  <a:ext uri="{FF2B5EF4-FFF2-40B4-BE49-F238E27FC236}">
                    <a16:creationId xmlns:a16="http://schemas.microsoft.com/office/drawing/2014/main" id="{51235F99-D2A8-A7DC-3500-79D51B53084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155979" y="3631692"/>
                <a:ext cx="1129045" cy="283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420" name="Entrada de lápiz 419">
                <a:extLst>
                  <a:ext uri="{FF2B5EF4-FFF2-40B4-BE49-F238E27FC236}">
                    <a16:creationId xmlns:a16="http://schemas.microsoft.com/office/drawing/2014/main" id="{C55FE41E-085B-FAD8-2E50-A70979B9503A}"/>
                  </a:ext>
                </a:extLst>
              </p14:cNvPr>
              <p14:cNvContentPartPr/>
              <p14:nvPr/>
            </p14:nvContentPartPr>
            <p14:xfrm>
              <a:off x="5451180" y="3640184"/>
              <a:ext cx="1140750" cy="314820"/>
            </p14:xfrm>
          </p:contentPart>
        </mc:Choice>
        <mc:Fallback xmlns="">
          <p:pic>
            <p:nvPicPr>
              <p:cNvPr id="420" name="Entrada de lápiz 419">
                <a:extLst>
                  <a:ext uri="{FF2B5EF4-FFF2-40B4-BE49-F238E27FC236}">
                    <a16:creationId xmlns:a16="http://schemas.microsoft.com/office/drawing/2014/main" id="{C55FE41E-085B-FAD8-2E50-A70979B9503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440377" y="3629390"/>
                <a:ext cx="1161995" cy="336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25" name="Entrada de lápiz 424">
                <a:extLst>
                  <a:ext uri="{FF2B5EF4-FFF2-40B4-BE49-F238E27FC236}">
                    <a16:creationId xmlns:a16="http://schemas.microsoft.com/office/drawing/2014/main" id="{CD11E94C-BD8B-5392-397C-B27CF02E1101}"/>
                  </a:ext>
                </a:extLst>
              </p14:cNvPr>
              <p14:cNvContentPartPr/>
              <p14:nvPr/>
            </p14:nvContentPartPr>
            <p14:xfrm>
              <a:off x="6625140" y="3660434"/>
              <a:ext cx="590490" cy="212490"/>
            </p14:xfrm>
          </p:contentPart>
        </mc:Choice>
        <mc:Fallback xmlns="">
          <p:pic>
            <p:nvPicPr>
              <p:cNvPr id="425" name="Entrada de lápiz 424">
                <a:extLst>
                  <a:ext uri="{FF2B5EF4-FFF2-40B4-BE49-F238E27FC236}">
                    <a16:creationId xmlns:a16="http://schemas.microsoft.com/office/drawing/2014/main" id="{CD11E94C-BD8B-5392-397C-B27CF02E110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614345" y="3649648"/>
                <a:ext cx="611720" cy="233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37" name="Entrada de lápiz 436">
                <a:extLst>
                  <a:ext uri="{FF2B5EF4-FFF2-40B4-BE49-F238E27FC236}">
                    <a16:creationId xmlns:a16="http://schemas.microsoft.com/office/drawing/2014/main" id="{F66FEA01-6AB7-7562-F0A6-1E82AC7888FC}"/>
                  </a:ext>
                </a:extLst>
              </p14:cNvPr>
              <p14:cNvContentPartPr/>
              <p14:nvPr/>
            </p14:nvContentPartPr>
            <p14:xfrm>
              <a:off x="4545330" y="4360004"/>
              <a:ext cx="191700" cy="18090"/>
            </p14:xfrm>
          </p:contentPart>
        </mc:Choice>
        <mc:Fallback xmlns="">
          <p:pic>
            <p:nvPicPr>
              <p:cNvPr id="437" name="Entrada de lápiz 436">
                <a:extLst>
                  <a:ext uri="{FF2B5EF4-FFF2-40B4-BE49-F238E27FC236}">
                    <a16:creationId xmlns:a16="http://schemas.microsoft.com/office/drawing/2014/main" id="{F66FEA01-6AB7-7562-F0A6-1E82AC7888F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534520" y="4349363"/>
                <a:ext cx="212960" cy="39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38" name="Entrada de lápiz 437">
                <a:extLst>
                  <a:ext uri="{FF2B5EF4-FFF2-40B4-BE49-F238E27FC236}">
                    <a16:creationId xmlns:a16="http://schemas.microsoft.com/office/drawing/2014/main" id="{AA5A8359-DECF-847F-1CD8-A83A44564836}"/>
                  </a:ext>
                </a:extLst>
              </p14:cNvPr>
              <p14:cNvContentPartPr/>
              <p14:nvPr/>
            </p14:nvContentPartPr>
            <p14:xfrm>
              <a:off x="4573950" y="4023854"/>
              <a:ext cx="1034100" cy="207900"/>
            </p14:xfrm>
          </p:contentPart>
        </mc:Choice>
        <mc:Fallback xmlns="">
          <p:pic>
            <p:nvPicPr>
              <p:cNvPr id="438" name="Entrada de lápiz 437">
                <a:extLst>
                  <a:ext uri="{FF2B5EF4-FFF2-40B4-BE49-F238E27FC236}">
                    <a16:creationId xmlns:a16="http://schemas.microsoft.com/office/drawing/2014/main" id="{AA5A8359-DECF-847F-1CD8-A83A4456483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63152" y="4013063"/>
                <a:ext cx="1055336" cy="229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39" name="Entrada de lápiz 438">
                <a:extLst>
                  <a:ext uri="{FF2B5EF4-FFF2-40B4-BE49-F238E27FC236}">
                    <a16:creationId xmlns:a16="http://schemas.microsoft.com/office/drawing/2014/main" id="{5AECED95-D9E5-97EE-98EF-8372C3B5729B}"/>
                  </a:ext>
                </a:extLst>
              </p14:cNvPr>
              <p14:cNvContentPartPr/>
              <p14:nvPr/>
            </p14:nvContentPartPr>
            <p14:xfrm>
              <a:off x="7329300" y="3720644"/>
              <a:ext cx="13770" cy="42660"/>
            </p14:xfrm>
          </p:contentPart>
        </mc:Choice>
        <mc:Fallback xmlns="">
          <p:pic>
            <p:nvPicPr>
              <p:cNvPr id="439" name="Entrada de lápiz 438">
                <a:extLst>
                  <a:ext uri="{FF2B5EF4-FFF2-40B4-BE49-F238E27FC236}">
                    <a16:creationId xmlns:a16="http://schemas.microsoft.com/office/drawing/2014/main" id="{5AECED95-D9E5-97EE-98EF-8372C3B5729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318708" y="3709979"/>
                <a:ext cx="34602" cy="63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61" name="Entrada de lápiz 460">
                <a:extLst>
                  <a:ext uri="{FF2B5EF4-FFF2-40B4-BE49-F238E27FC236}">
                    <a16:creationId xmlns:a16="http://schemas.microsoft.com/office/drawing/2014/main" id="{13E9EE3E-AD89-4A40-53A7-2F635F964AD5}"/>
                  </a:ext>
                </a:extLst>
              </p14:cNvPr>
              <p14:cNvContentPartPr/>
              <p14:nvPr/>
            </p14:nvContentPartPr>
            <p14:xfrm>
              <a:off x="4528860" y="4624093"/>
              <a:ext cx="175770" cy="24570"/>
            </p14:xfrm>
          </p:contentPart>
        </mc:Choice>
        <mc:Fallback xmlns="">
          <p:pic>
            <p:nvPicPr>
              <p:cNvPr id="461" name="Entrada de lápiz 460">
                <a:extLst>
                  <a:ext uri="{FF2B5EF4-FFF2-40B4-BE49-F238E27FC236}">
                    <a16:creationId xmlns:a16="http://schemas.microsoft.com/office/drawing/2014/main" id="{13E9EE3E-AD89-4A40-53A7-2F635F964AD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518077" y="4613410"/>
                <a:ext cx="196977" cy="45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62" name="Entrada de lápiz 461">
                <a:extLst>
                  <a:ext uri="{FF2B5EF4-FFF2-40B4-BE49-F238E27FC236}">
                    <a16:creationId xmlns:a16="http://schemas.microsoft.com/office/drawing/2014/main" id="{18B93F62-E133-4669-5508-0756CEEC36A4}"/>
                  </a:ext>
                </a:extLst>
              </p14:cNvPr>
              <p14:cNvContentPartPr/>
              <p14:nvPr/>
            </p14:nvContentPartPr>
            <p14:xfrm>
              <a:off x="4892280" y="4282003"/>
              <a:ext cx="1509300" cy="192240"/>
            </p14:xfrm>
          </p:contentPart>
        </mc:Choice>
        <mc:Fallback xmlns="">
          <p:pic>
            <p:nvPicPr>
              <p:cNvPr id="462" name="Entrada de lápiz 461">
                <a:extLst>
                  <a:ext uri="{FF2B5EF4-FFF2-40B4-BE49-F238E27FC236}">
                    <a16:creationId xmlns:a16="http://schemas.microsoft.com/office/drawing/2014/main" id="{18B93F62-E133-4669-5508-0756CEEC36A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881484" y="4271203"/>
                <a:ext cx="1530532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63" name="Entrada de lápiz 462">
                <a:extLst>
                  <a:ext uri="{FF2B5EF4-FFF2-40B4-BE49-F238E27FC236}">
                    <a16:creationId xmlns:a16="http://schemas.microsoft.com/office/drawing/2014/main" id="{84099A30-7F2B-695F-D087-36E2A2170CE8}"/>
                  </a:ext>
                </a:extLst>
              </p14:cNvPr>
              <p14:cNvContentPartPr/>
              <p14:nvPr/>
            </p14:nvContentPartPr>
            <p14:xfrm>
              <a:off x="4914690" y="4595473"/>
              <a:ext cx="120960" cy="156330"/>
            </p14:xfrm>
          </p:contentPart>
        </mc:Choice>
        <mc:Fallback xmlns="">
          <p:pic>
            <p:nvPicPr>
              <p:cNvPr id="463" name="Entrada de lápiz 462">
                <a:extLst>
                  <a:ext uri="{FF2B5EF4-FFF2-40B4-BE49-F238E27FC236}">
                    <a16:creationId xmlns:a16="http://schemas.microsoft.com/office/drawing/2014/main" id="{84099A30-7F2B-695F-D087-36E2A2170CE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903890" y="4584692"/>
                <a:ext cx="142200" cy="177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64" name="Entrada de lápiz 463">
                <a:extLst>
                  <a:ext uri="{FF2B5EF4-FFF2-40B4-BE49-F238E27FC236}">
                    <a16:creationId xmlns:a16="http://schemas.microsoft.com/office/drawing/2014/main" id="{AE762667-C207-34A2-9B4C-FAFF82B2321F}"/>
                  </a:ext>
                </a:extLst>
              </p14:cNvPr>
              <p14:cNvContentPartPr/>
              <p14:nvPr/>
            </p14:nvContentPartPr>
            <p14:xfrm>
              <a:off x="5046450" y="4655413"/>
              <a:ext cx="96390" cy="82620"/>
            </p14:xfrm>
          </p:contentPart>
        </mc:Choice>
        <mc:Fallback xmlns="">
          <p:pic>
            <p:nvPicPr>
              <p:cNvPr id="464" name="Entrada de lápiz 463">
                <a:extLst>
                  <a:ext uri="{FF2B5EF4-FFF2-40B4-BE49-F238E27FC236}">
                    <a16:creationId xmlns:a16="http://schemas.microsoft.com/office/drawing/2014/main" id="{AE762667-C207-34A2-9B4C-FAFF82B2321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035660" y="4644636"/>
                <a:ext cx="117610" cy="103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65" name="Entrada de lápiz 464">
                <a:extLst>
                  <a:ext uri="{FF2B5EF4-FFF2-40B4-BE49-F238E27FC236}">
                    <a16:creationId xmlns:a16="http://schemas.microsoft.com/office/drawing/2014/main" id="{1040F76E-372E-19FA-C452-2538155559B8}"/>
                  </a:ext>
                </a:extLst>
              </p14:cNvPr>
              <p14:cNvContentPartPr/>
              <p14:nvPr/>
            </p14:nvContentPartPr>
            <p14:xfrm>
              <a:off x="5173890" y="4607353"/>
              <a:ext cx="18090" cy="143910"/>
            </p14:xfrm>
          </p:contentPart>
        </mc:Choice>
        <mc:Fallback xmlns="">
          <p:pic>
            <p:nvPicPr>
              <p:cNvPr id="465" name="Entrada de lápiz 464">
                <a:extLst>
                  <a:ext uri="{FF2B5EF4-FFF2-40B4-BE49-F238E27FC236}">
                    <a16:creationId xmlns:a16="http://schemas.microsoft.com/office/drawing/2014/main" id="{1040F76E-372E-19FA-C452-2538155559B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163249" y="4596560"/>
                <a:ext cx="39018" cy="165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466" name="Entrada de lápiz 465">
                <a:extLst>
                  <a:ext uri="{FF2B5EF4-FFF2-40B4-BE49-F238E27FC236}">
                    <a16:creationId xmlns:a16="http://schemas.microsoft.com/office/drawing/2014/main" id="{C02E8864-E113-A771-1463-CD21D9987523}"/>
                  </a:ext>
                </a:extLst>
              </p14:cNvPr>
              <p14:cNvContentPartPr/>
              <p14:nvPr/>
            </p14:nvContentPartPr>
            <p14:xfrm>
              <a:off x="5116380" y="4670803"/>
              <a:ext cx="100440" cy="7020"/>
            </p14:xfrm>
          </p:contentPart>
        </mc:Choice>
        <mc:Fallback xmlns="">
          <p:pic>
            <p:nvPicPr>
              <p:cNvPr id="466" name="Entrada de lápiz 465">
                <a:extLst>
                  <a:ext uri="{FF2B5EF4-FFF2-40B4-BE49-F238E27FC236}">
                    <a16:creationId xmlns:a16="http://schemas.microsoft.com/office/drawing/2014/main" id="{C02E8864-E113-A771-1463-CD21D998752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105580" y="4660273"/>
                <a:ext cx="121680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67" name="Entrada de lápiz 466">
                <a:extLst>
                  <a:ext uri="{FF2B5EF4-FFF2-40B4-BE49-F238E27FC236}">
                    <a16:creationId xmlns:a16="http://schemas.microsoft.com/office/drawing/2014/main" id="{A545AB22-F5AF-7512-8EF9-A9D687348EFA}"/>
                  </a:ext>
                </a:extLst>
              </p14:cNvPr>
              <p14:cNvContentPartPr/>
              <p14:nvPr/>
            </p14:nvContentPartPr>
            <p14:xfrm>
              <a:off x="5254620" y="4657573"/>
              <a:ext cx="61290" cy="80460"/>
            </p14:xfrm>
          </p:contentPart>
        </mc:Choice>
        <mc:Fallback xmlns="">
          <p:pic>
            <p:nvPicPr>
              <p:cNvPr id="467" name="Entrada de lápiz 466">
                <a:extLst>
                  <a:ext uri="{FF2B5EF4-FFF2-40B4-BE49-F238E27FC236}">
                    <a16:creationId xmlns:a16="http://schemas.microsoft.com/office/drawing/2014/main" id="{A545AB22-F5AF-7512-8EF9-A9D687348EF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243867" y="4646797"/>
                <a:ext cx="82437" cy="101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68" name="Entrada de lápiz 467">
                <a:extLst>
                  <a:ext uri="{FF2B5EF4-FFF2-40B4-BE49-F238E27FC236}">
                    <a16:creationId xmlns:a16="http://schemas.microsoft.com/office/drawing/2014/main" id="{0DEC6C8A-3CAC-2819-4483-8923017D8E6C}"/>
                  </a:ext>
                </a:extLst>
              </p14:cNvPr>
              <p14:cNvContentPartPr/>
              <p14:nvPr/>
            </p14:nvContentPartPr>
            <p14:xfrm>
              <a:off x="5346150" y="4653523"/>
              <a:ext cx="11340" cy="78030"/>
            </p14:xfrm>
          </p:contentPart>
        </mc:Choice>
        <mc:Fallback xmlns="">
          <p:pic>
            <p:nvPicPr>
              <p:cNvPr id="468" name="Entrada de lápiz 467">
                <a:extLst>
                  <a:ext uri="{FF2B5EF4-FFF2-40B4-BE49-F238E27FC236}">
                    <a16:creationId xmlns:a16="http://schemas.microsoft.com/office/drawing/2014/main" id="{0DEC6C8A-3CAC-2819-4483-8923017D8E6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335841" y="4642735"/>
                <a:ext cx="31615" cy="99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69" name="Entrada de lápiz 468">
                <a:extLst>
                  <a:ext uri="{FF2B5EF4-FFF2-40B4-BE49-F238E27FC236}">
                    <a16:creationId xmlns:a16="http://schemas.microsoft.com/office/drawing/2014/main" id="{B168BACC-8D54-F470-615B-65B53C5C7F2D}"/>
                  </a:ext>
                </a:extLst>
              </p14:cNvPr>
              <p14:cNvContentPartPr/>
              <p14:nvPr/>
            </p14:nvContentPartPr>
            <p14:xfrm>
              <a:off x="5331570" y="4633003"/>
              <a:ext cx="12690" cy="7020"/>
            </p14:xfrm>
          </p:contentPart>
        </mc:Choice>
        <mc:Fallback xmlns="">
          <p:pic>
            <p:nvPicPr>
              <p:cNvPr id="469" name="Entrada de lápiz 468">
                <a:extLst>
                  <a:ext uri="{FF2B5EF4-FFF2-40B4-BE49-F238E27FC236}">
                    <a16:creationId xmlns:a16="http://schemas.microsoft.com/office/drawing/2014/main" id="{B168BACC-8D54-F470-615B-65B53C5C7F2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20995" y="4622473"/>
                <a:ext cx="33488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76" name="Entrada de lápiz 475">
                <a:extLst>
                  <a:ext uri="{FF2B5EF4-FFF2-40B4-BE49-F238E27FC236}">
                    <a16:creationId xmlns:a16="http://schemas.microsoft.com/office/drawing/2014/main" id="{480EC699-0E3C-0F24-992F-834ED2E14CF4}"/>
                  </a:ext>
                </a:extLst>
              </p14:cNvPr>
              <p14:cNvContentPartPr/>
              <p14:nvPr/>
            </p14:nvContentPartPr>
            <p14:xfrm>
              <a:off x="5399880" y="4580623"/>
              <a:ext cx="239490" cy="155520"/>
            </p14:xfrm>
          </p:contentPart>
        </mc:Choice>
        <mc:Fallback xmlns="">
          <p:pic>
            <p:nvPicPr>
              <p:cNvPr id="476" name="Entrada de lápiz 475">
                <a:extLst>
                  <a:ext uri="{FF2B5EF4-FFF2-40B4-BE49-F238E27FC236}">
                    <a16:creationId xmlns:a16="http://schemas.microsoft.com/office/drawing/2014/main" id="{480EC699-0E3C-0F24-992F-834ED2E14CF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89092" y="4569823"/>
                <a:ext cx="260706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85" name="Entrada de lápiz 484">
                <a:extLst>
                  <a:ext uri="{FF2B5EF4-FFF2-40B4-BE49-F238E27FC236}">
                    <a16:creationId xmlns:a16="http://schemas.microsoft.com/office/drawing/2014/main" id="{A4952053-526D-7B32-0F6C-64D3A146726E}"/>
                  </a:ext>
                </a:extLst>
              </p14:cNvPr>
              <p14:cNvContentPartPr/>
              <p14:nvPr/>
            </p14:nvContentPartPr>
            <p14:xfrm>
              <a:off x="5782470" y="4615453"/>
              <a:ext cx="646110" cy="214380"/>
            </p14:xfrm>
          </p:contentPart>
        </mc:Choice>
        <mc:Fallback xmlns="">
          <p:pic>
            <p:nvPicPr>
              <p:cNvPr id="485" name="Entrada de lápiz 484">
                <a:extLst>
                  <a:ext uri="{FF2B5EF4-FFF2-40B4-BE49-F238E27FC236}">
                    <a16:creationId xmlns:a16="http://schemas.microsoft.com/office/drawing/2014/main" id="{A4952053-526D-7B32-0F6C-64D3A146726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771678" y="4604662"/>
                <a:ext cx="667335" cy="235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6EB5DA9-1B0C-D6C9-E21E-A276D6E9882D}"/>
                  </a:ext>
                </a:extLst>
              </p14:cNvPr>
              <p14:cNvContentPartPr/>
              <p14:nvPr/>
            </p14:nvContentPartPr>
            <p14:xfrm>
              <a:off x="695941" y="3635378"/>
              <a:ext cx="259200" cy="47601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6EB5DA9-1B0C-D6C9-E21E-A276D6E9882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80461" y="3619895"/>
                <a:ext cx="289800" cy="506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AC968F31-D88D-13CA-4397-979876EF28D2}"/>
                  </a:ext>
                </a:extLst>
              </p14:cNvPr>
              <p14:cNvContentPartPr/>
              <p14:nvPr/>
            </p14:nvContentPartPr>
            <p14:xfrm>
              <a:off x="1042121" y="3766474"/>
              <a:ext cx="692280" cy="25650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AC968F31-D88D-13CA-4397-979876EF28D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31327" y="3755666"/>
                <a:ext cx="713509" cy="277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951BB45-056C-4DF9-B111-15FE5196633F}"/>
                  </a:ext>
                </a:extLst>
              </p14:cNvPr>
              <p14:cNvContentPartPr/>
              <p14:nvPr/>
            </p14:nvContentPartPr>
            <p14:xfrm>
              <a:off x="1121231" y="4106134"/>
              <a:ext cx="370710" cy="31725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951BB45-056C-4DF9-B111-15FE5196633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10434" y="4095343"/>
                <a:ext cx="391945" cy="338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D8F0182B-361A-4A78-1BC7-C4520B3E7856}"/>
                  </a:ext>
                </a:extLst>
              </p14:cNvPr>
              <p14:cNvContentPartPr/>
              <p14:nvPr/>
            </p14:nvContentPartPr>
            <p14:xfrm>
              <a:off x="1828091" y="3669814"/>
              <a:ext cx="1143720" cy="31266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D8F0182B-361A-4A78-1BC7-C4520B3E785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817291" y="3659033"/>
                <a:ext cx="1164960" cy="333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BD47CEE0-3C96-EF96-0DDB-E49478AD0531}"/>
                  </a:ext>
                </a:extLst>
              </p14:cNvPr>
              <p14:cNvContentPartPr/>
              <p14:nvPr/>
            </p14:nvContentPartPr>
            <p14:xfrm>
              <a:off x="1857521" y="4097224"/>
              <a:ext cx="367200" cy="16848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BD47CEE0-3C96-EF96-0DDB-E49478AD053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846721" y="4086424"/>
                <a:ext cx="3884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87349DCD-7C91-74A5-4713-746D5B8A0D8C}"/>
                  </a:ext>
                </a:extLst>
              </p14:cNvPr>
              <p14:cNvContentPartPr/>
              <p14:nvPr/>
            </p14:nvContentPartPr>
            <p14:xfrm>
              <a:off x="1460621" y="4069684"/>
              <a:ext cx="272160" cy="17469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87349DCD-7C91-74A5-4713-746D5B8A0D8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449821" y="4058901"/>
                <a:ext cx="293400" cy="195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99580EF3-78C6-0967-6D44-DC8982FA464D}"/>
                  </a:ext>
                </a:extLst>
              </p14:cNvPr>
              <p14:cNvContentPartPr/>
              <p14:nvPr/>
            </p14:nvContentPartPr>
            <p14:xfrm>
              <a:off x="1221671" y="4348324"/>
              <a:ext cx="486810" cy="15606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99580EF3-78C6-0967-6D44-DC8982FA464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210877" y="4337536"/>
                <a:ext cx="508038" cy="177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EB3D6E94-5907-767A-9F96-0C36262966CA}"/>
                  </a:ext>
                </a:extLst>
              </p14:cNvPr>
              <p14:cNvContentPartPr/>
              <p14:nvPr/>
            </p14:nvContentPartPr>
            <p14:xfrm>
              <a:off x="2344061" y="3962224"/>
              <a:ext cx="801630" cy="31374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EB3D6E94-5907-767A-9F96-0C36262966C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333267" y="3951430"/>
                <a:ext cx="822858" cy="334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448" name="Entrada de lápiz 447">
                <a:extLst>
                  <a:ext uri="{FF2B5EF4-FFF2-40B4-BE49-F238E27FC236}">
                    <a16:creationId xmlns:a16="http://schemas.microsoft.com/office/drawing/2014/main" id="{AEECFA36-6809-5101-0FF1-A598AEB33417}"/>
                  </a:ext>
                </a:extLst>
              </p14:cNvPr>
              <p14:cNvContentPartPr/>
              <p14:nvPr/>
            </p14:nvContentPartPr>
            <p14:xfrm>
              <a:off x="1794926" y="4323907"/>
              <a:ext cx="14580" cy="24840"/>
            </p14:xfrm>
          </p:contentPart>
        </mc:Choice>
        <mc:Fallback xmlns="">
          <p:pic>
            <p:nvPicPr>
              <p:cNvPr id="448" name="Entrada de lápiz 447">
                <a:extLst>
                  <a:ext uri="{FF2B5EF4-FFF2-40B4-BE49-F238E27FC236}">
                    <a16:creationId xmlns:a16="http://schemas.microsoft.com/office/drawing/2014/main" id="{AEECFA36-6809-5101-0FF1-A598AEB334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784258" y="4313107"/>
                <a:ext cx="35561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49" name="Entrada de lápiz 448">
                <a:extLst>
                  <a:ext uri="{FF2B5EF4-FFF2-40B4-BE49-F238E27FC236}">
                    <a16:creationId xmlns:a16="http://schemas.microsoft.com/office/drawing/2014/main" id="{AEDE04B0-A90F-D954-CA5C-020180D8DF33}"/>
                  </a:ext>
                </a:extLst>
              </p14:cNvPr>
              <p14:cNvContentPartPr/>
              <p14:nvPr/>
            </p14:nvContentPartPr>
            <p14:xfrm>
              <a:off x="1748216" y="4405987"/>
              <a:ext cx="63720" cy="82080"/>
            </p14:xfrm>
          </p:contentPart>
        </mc:Choice>
        <mc:Fallback xmlns="">
          <p:pic>
            <p:nvPicPr>
              <p:cNvPr id="449" name="Entrada de lápiz 448">
                <a:extLst>
                  <a:ext uri="{FF2B5EF4-FFF2-40B4-BE49-F238E27FC236}">
                    <a16:creationId xmlns:a16="http://schemas.microsoft.com/office/drawing/2014/main" id="{AEDE04B0-A90F-D954-CA5C-020180D8DF3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737416" y="4395187"/>
                <a:ext cx="849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478" name="Entrada de lápiz 477">
                <a:extLst>
                  <a:ext uri="{FF2B5EF4-FFF2-40B4-BE49-F238E27FC236}">
                    <a16:creationId xmlns:a16="http://schemas.microsoft.com/office/drawing/2014/main" id="{12A62EC8-C68F-CE7D-D94F-2586F6C8E274}"/>
                  </a:ext>
                </a:extLst>
              </p14:cNvPr>
              <p14:cNvContentPartPr/>
              <p14:nvPr/>
            </p14:nvContentPartPr>
            <p14:xfrm>
              <a:off x="2007416" y="4252087"/>
              <a:ext cx="1756080" cy="287280"/>
            </p14:xfrm>
          </p:contentPart>
        </mc:Choice>
        <mc:Fallback xmlns="">
          <p:pic>
            <p:nvPicPr>
              <p:cNvPr id="478" name="Entrada de lápiz 477">
                <a:extLst>
                  <a:ext uri="{FF2B5EF4-FFF2-40B4-BE49-F238E27FC236}">
                    <a16:creationId xmlns:a16="http://schemas.microsoft.com/office/drawing/2014/main" id="{12A62EC8-C68F-CE7D-D94F-2586F6C8E27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996616" y="4241301"/>
                <a:ext cx="1777320" cy="308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495" name="Entrada de lápiz 494">
                <a:extLst>
                  <a:ext uri="{FF2B5EF4-FFF2-40B4-BE49-F238E27FC236}">
                    <a16:creationId xmlns:a16="http://schemas.microsoft.com/office/drawing/2014/main" id="{9FFCF5CD-9F64-EBB9-144A-284C34FF8A36}"/>
                  </a:ext>
                </a:extLst>
              </p14:cNvPr>
              <p14:cNvContentPartPr/>
              <p14:nvPr/>
            </p14:nvContentPartPr>
            <p14:xfrm>
              <a:off x="2734796" y="4646827"/>
              <a:ext cx="270810" cy="178200"/>
            </p14:xfrm>
          </p:contentPart>
        </mc:Choice>
        <mc:Fallback xmlns="">
          <p:pic>
            <p:nvPicPr>
              <p:cNvPr id="495" name="Entrada de lápiz 494">
                <a:extLst>
                  <a:ext uri="{FF2B5EF4-FFF2-40B4-BE49-F238E27FC236}">
                    <a16:creationId xmlns:a16="http://schemas.microsoft.com/office/drawing/2014/main" id="{9FFCF5CD-9F64-EBB9-144A-284C34FF8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723992" y="4636027"/>
                <a:ext cx="292057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496" name="Entrada de lápiz 495">
                <a:extLst>
                  <a:ext uri="{FF2B5EF4-FFF2-40B4-BE49-F238E27FC236}">
                    <a16:creationId xmlns:a16="http://schemas.microsoft.com/office/drawing/2014/main" id="{6B4B124B-6AC2-FD39-E163-376CE43BE914}"/>
                  </a:ext>
                </a:extLst>
              </p14:cNvPr>
              <p14:cNvContentPartPr/>
              <p14:nvPr/>
            </p14:nvContentPartPr>
            <p14:xfrm>
              <a:off x="1750646" y="4614697"/>
              <a:ext cx="787860" cy="157140"/>
            </p14:xfrm>
          </p:contentPart>
        </mc:Choice>
        <mc:Fallback xmlns="">
          <p:pic>
            <p:nvPicPr>
              <p:cNvPr id="496" name="Entrada de lápiz 495">
                <a:extLst>
                  <a:ext uri="{FF2B5EF4-FFF2-40B4-BE49-F238E27FC236}">
                    <a16:creationId xmlns:a16="http://schemas.microsoft.com/office/drawing/2014/main" id="{6B4B124B-6AC2-FD39-E163-376CE43BE91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739844" y="4603885"/>
                <a:ext cx="809105" cy="178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497" name="Entrada de lápiz 496">
                <a:extLst>
                  <a:ext uri="{FF2B5EF4-FFF2-40B4-BE49-F238E27FC236}">
                    <a16:creationId xmlns:a16="http://schemas.microsoft.com/office/drawing/2014/main" id="{514FDB29-6C7D-A912-9B1C-2888D3A7FC95}"/>
                  </a:ext>
                </a:extLst>
              </p14:cNvPr>
              <p14:cNvContentPartPr/>
              <p14:nvPr/>
            </p14:nvContentPartPr>
            <p14:xfrm>
              <a:off x="1264106" y="4626037"/>
              <a:ext cx="325620" cy="167670"/>
            </p14:xfrm>
          </p:contentPart>
        </mc:Choice>
        <mc:Fallback xmlns="">
          <p:pic>
            <p:nvPicPr>
              <p:cNvPr id="497" name="Entrada de lápiz 496">
                <a:extLst>
                  <a:ext uri="{FF2B5EF4-FFF2-40B4-BE49-F238E27FC236}">
                    <a16:creationId xmlns:a16="http://schemas.microsoft.com/office/drawing/2014/main" id="{514FDB29-6C7D-A912-9B1C-2888D3A7FC9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53300" y="4615243"/>
                <a:ext cx="346872" cy="18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501" name="Entrada de lápiz 500">
                <a:extLst>
                  <a:ext uri="{FF2B5EF4-FFF2-40B4-BE49-F238E27FC236}">
                    <a16:creationId xmlns:a16="http://schemas.microsoft.com/office/drawing/2014/main" id="{9CDB2FDD-FA6F-65CD-B952-49A360E26913}"/>
                  </a:ext>
                </a:extLst>
              </p14:cNvPr>
              <p14:cNvContentPartPr/>
              <p14:nvPr/>
            </p14:nvContentPartPr>
            <p14:xfrm>
              <a:off x="3042056" y="4575007"/>
              <a:ext cx="234900" cy="169830"/>
            </p14:xfrm>
          </p:contentPart>
        </mc:Choice>
        <mc:Fallback xmlns="">
          <p:pic>
            <p:nvPicPr>
              <p:cNvPr id="501" name="Entrada de lápiz 500">
                <a:extLst>
                  <a:ext uri="{FF2B5EF4-FFF2-40B4-BE49-F238E27FC236}">
                    <a16:creationId xmlns:a16="http://schemas.microsoft.com/office/drawing/2014/main" id="{9CDB2FDD-FA6F-65CD-B952-49A360E2691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031264" y="4564213"/>
                <a:ext cx="256124" cy="191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0080E49-4CB5-0FE3-D4AB-A9C80AAF5560}"/>
                  </a:ext>
                </a:extLst>
              </p14:cNvPr>
              <p14:cNvContentPartPr/>
              <p14:nvPr/>
            </p14:nvContentPartPr>
            <p14:xfrm>
              <a:off x="4228878" y="992678"/>
              <a:ext cx="221940" cy="167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0080E49-4CB5-0FE3-D4AB-A9C80AAF556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219871" y="983774"/>
                <a:ext cx="239594" cy="34192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E76BDC38-77F6-FF9D-0C3A-6F9840B50C27}"/>
              </a:ext>
            </a:extLst>
          </p:cNvPr>
          <p:cNvGrpSpPr/>
          <p:nvPr/>
        </p:nvGrpSpPr>
        <p:grpSpPr>
          <a:xfrm>
            <a:off x="4632528" y="955958"/>
            <a:ext cx="797580" cy="221670"/>
            <a:chOff x="6176704" y="1274611"/>
            <a:chExt cx="106344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683293F7-BA1C-874E-669C-43591D28C92D}"/>
                    </a:ext>
                  </a:extLst>
                </p14:cNvPr>
                <p14:cNvContentPartPr/>
                <p14:nvPr/>
              </p14:nvContentPartPr>
              <p14:xfrm>
                <a:off x="6176704" y="1287931"/>
                <a:ext cx="122040" cy="25704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683293F7-BA1C-874E-669C-43591D28C92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65173" y="1276422"/>
                  <a:ext cx="145583" cy="2805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3D80C1E-EDAE-DFED-0687-D77D95F5AF45}"/>
                    </a:ext>
                  </a:extLst>
                </p14:cNvPr>
                <p14:cNvContentPartPr/>
                <p14:nvPr/>
              </p14:nvContentPartPr>
              <p14:xfrm>
                <a:off x="6377584" y="1289371"/>
                <a:ext cx="72000" cy="1821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3D80C1E-EDAE-DFED-0687-D77D95F5AF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65584" y="1277387"/>
                  <a:ext cx="95520" cy="20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F7AA28D-A5A9-EC6A-A207-2B7FE1B4C547}"/>
                    </a:ext>
                  </a:extLst>
                </p14:cNvPr>
                <p14:cNvContentPartPr/>
                <p14:nvPr/>
              </p14:nvContentPartPr>
              <p14:xfrm>
                <a:off x="6523384" y="1306291"/>
                <a:ext cx="129240" cy="1339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F7AA28D-A5A9-EC6A-A207-2B7FE1B4C5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11853" y="1294334"/>
                  <a:ext cx="152782" cy="157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1A56C0BD-7277-E710-2E94-08D4ED7B6A74}"/>
                    </a:ext>
                  </a:extLst>
                </p14:cNvPr>
                <p14:cNvContentPartPr/>
                <p14:nvPr/>
              </p14:nvContentPartPr>
              <p14:xfrm>
                <a:off x="6730744" y="1340491"/>
                <a:ext cx="134640" cy="1278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1A56C0BD-7277-E710-2E94-08D4ED7B6A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19244" y="1328480"/>
                  <a:ext cx="158118" cy="15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72F241A-3B88-97D9-EE97-D16081B4A85D}"/>
                    </a:ext>
                  </a:extLst>
                </p14:cNvPr>
                <p14:cNvContentPartPr/>
                <p14:nvPr/>
              </p14:nvContentPartPr>
              <p14:xfrm>
                <a:off x="6945304" y="1274611"/>
                <a:ext cx="99000" cy="2955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72F241A-3B88-97D9-EE97-D16081B4A85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33289" y="1262616"/>
                  <a:ext cx="122549" cy="319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19030DA-7EF7-8BB5-EC62-CD3BC1448B0E}"/>
                    </a:ext>
                  </a:extLst>
                </p14:cNvPr>
                <p14:cNvContentPartPr/>
                <p14:nvPr/>
              </p14:nvContentPartPr>
              <p14:xfrm>
                <a:off x="7144384" y="1340131"/>
                <a:ext cx="95760" cy="1202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19030DA-7EF7-8BB5-EC62-CD3BC1448B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32893" y="1328155"/>
                  <a:ext cx="119221" cy="14371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A529E04B-A424-C56D-C974-B564A23EF35C}"/>
              </a:ext>
            </a:extLst>
          </p:cNvPr>
          <p:cNvGrpSpPr/>
          <p:nvPr/>
        </p:nvGrpSpPr>
        <p:grpSpPr>
          <a:xfrm>
            <a:off x="5674458" y="901148"/>
            <a:ext cx="315090" cy="228150"/>
            <a:chOff x="7565944" y="1201531"/>
            <a:chExt cx="42012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CF4BCF8-1486-7677-1979-73272792BAF5}"/>
                    </a:ext>
                  </a:extLst>
                </p14:cNvPr>
                <p14:cNvContentPartPr/>
                <p14:nvPr/>
              </p14:nvContentPartPr>
              <p14:xfrm>
                <a:off x="7565944" y="1319611"/>
                <a:ext cx="191160" cy="11988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CF4BCF8-1486-7677-1979-73272792BAF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54446" y="1307623"/>
                  <a:ext cx="214636" cy="143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16C2F116-7B29-3D2B-4347-86168FFB7617}"/>
                    </a:ext>
                  </a:extLst>
                </p14:cNvPr>
                <p14:cNvContentPartPr/>
                <p14:nvPr/>
              </p14:nvContentPartPr>
              <p14:xfrm>
                <a:off x="7885624" y="1201531"/>
                <a:ext cx="100440" cy="3042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16C2F116-7B29-3D2B-4347-86168FFB761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73667" y="1190016"/>
                  <a:ext cx="123876" cy="327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2DE92772-10F3-EF01-F8F7-579FD09C2ADB}"/>
                    </a:ext>
                  </a:extLst>
                </p14:cNvPr>
                <p14:cNvContentPartPr/>
                <p14:nvPr/>
              </p14:nvContentPartPr>
              <p14:xfrm>
                <a:off x="7830184" y="1337251"/>
                <a:ext cx="122040" cy="3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2DE92772-10F3-EF01-F8F7-579FD09C2AD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18219" y="1328251"/>
                  <a:ext cx="145491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3E506ADD-FDFD-86CD-C4C8-0B626FE8C122}"/>
              </a:ext>
            </a:extLst>
          </p:cNvPr>
          <p:cNvGrpSpPr/>
          <p:nvPr/>
        </p:nvGrpSpPr>
        <p:grpSpPr>
          <a:xfrm>
            <a:off x="6122928" y="934088"/>
            <a:ext cx="152010" cy="180900"/>
            <a:chOff x="8163904" y="1245451"/>
            <a:chExt cx="20268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BCAB533-7E46-B587-6266-60BCF3D718E9}"/>
                    </a:ext>
                  </a:extLst>
                </p14:cNvPr>
                <p14:cNvContentPartPr/>
                <p14:nvPr/>
              </p14:nvContentPartPr>
              <p14:xfrm>
                <a:off x="8163904" y="1245451"/>
                <a:ext cx="202680" cy="1839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BCAB533-7E46-B587-6266-60BCF3D718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51897" y="1233474"/>
                  <a:ext cx="226214" cy="207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E5A45EC-B0A5-FA2D-31EE-3C464658D0C5}"/>
                    </a:ext>
                  </a:extLst>
                </p14:cNvPr>
                <p14:cNvContentPartPr/>
                <p14:nvPr/>
              </p14:nvContentPartPr>
              <p14:xfrm>
                <a:off x="8284864" y="1247611"/>
                <a:ext cx="3240" cy="2390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E5A45EC-B0A5-FA2D-31EE-3C464658D0C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73293" y="1235611"/>
                  <a:ext cx="25920" cy="26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203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3FAAC-3CA1-A1E1-EBF0-44119709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54678"/>
            <a:ext cx="7886700" cy="113168"/>
          </a:xfrm>
        </p:spPr>
        <p:txBody>
          <a:bodyPr>
            <a:normAutofit fontScale="90000"/>
          </a:bodyPr>
          <a:lstStyle/>
          <a:p>
            <a:endParaRPr lang="es-P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1F2DCD1-63B9-32F3-3AE5-E78A3BFDF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Oposum </a:t>
            </a:r>
          </a:p>
          <a:p>
            <a:pPr marL="114300" indent="0">
              <a:buNone/>
            </a:pPr>
            <a:r>
              <a:rPr lang="es-US" i="1" dirty="0" err="1">
                <a:solidFill>
                  <a:schemeClr val="tx1"/>
                </a:solidFill>
              </a:rPr>
              <a:t>Didelphis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virginianus</a:t>
            </a: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 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WA</a:t>
            </a:r>
          </a:p>
          <a:p>
            <a:pPr marL="114300" indent="0">
              <a:buNone/>
            </a:pP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US" b="1" dirty="0">
              <a:solidFill>
                <a:schemeClr val="tx1"/>
              </a:solidFill>
            </a:endParaRPr>
          </a:p>
          <a:p>
            <a:endParaRPr lang="es-US" dirty="0">
              <a:solidFill>
                <a:schemeClr val="bg1"/>
              </a:solidFill>
            </a:endParaRPr>
          </a:p>
        </p:txBody>
      </p:sp>
      <p:pic>
        <p:nvPicPr>
          <p:cNvPr id="7" name="Imagen 6" descr="File:Opossum 2.jpg">
            <a:extLst>
              <a:ext uri="{FF2B5EF4-FFF2-40B4-BE49-F238E27FC236}">
                <a16:creationId xmlns:a16="http://schemas.microsoft.com/office/drawing/2014/main" id="{1134D8A5-0E46-9DF2-D8D9-BFED3D73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44" y="373569"/>
            <a:ext cx="5141306" cy="419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8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D8724-B22C-3295-EAF8-F840EB309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US" dirty="0" err="1">
                <a:solidFill>
                  <a:schemeClr val="tx1"/>
                </a:solidFill>
              </a:rPr>
              <a:t>Raccoon</a:t>
            </a:r>
            <a:endParaRPr lang="es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i="1" dirty="0">
                <a:solidFill>
                  <a:schemeClr val="tx1"/>
                </a:solidFill>
              </a:rPr>
              <a:t>Procyon </a:t>
            </a:r>
            <a:r>
              <a:rPr lang="es-US" i="1" dirty="0" err="1">
                <a:solidFill>
                  <a:schemeClr val="tx1"/>
                </a:solidFill>
              </a:rPr>
              <a:t>lotor</a:t>
            </a: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 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WA</a:t>
            </a:r>
            <a:endParaRPr lang="es-PR" dirty="0">
              <a:solidFill>
                <a:schemeClr val="tx1"/>
              </a:solidFill>
            </a:endParaRPr>
          </a:p>
        </p:txBody>
      </p:sp>
      <p:pic>
        <p:nvPicPr>
          <p:cNvPr id="7" name="Imagen 6" descr="File:Raccoon in Central Park (35264).jpg">
            <a:extLst>
              <a:ext uri="{FF2B5EF4-FFF2-40B4-BE49-F238E27FC236}">
                <a16:creationId xmlns:a16="http://schemas.microsoft.com/office/drawing/2014/main" id="{24768763-BA1A-BBE3-4370-D5F5B6820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162" y="435377"/>
            <a:ext cx="5276805" cy="413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1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AE699-7066-D5F7-7052-1EF1600E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99390-1213-88CA-230D-C787ADF84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Gray squirell</a:t>
            </a:r>
          </a:p>
          <a:p>
            <a:pPr marL="114300" indent="0">
              <a:buNone/>
            </a:pPr>
            <a:r>
              <a:rPr lang="es-US" i="1" dirty="0">
                <a:solidFill>
                  <a:schemeClr val="tx1"/>
                </a:solidFill>
              </a:rPr>
              <a:t>Sciurus </a:t>
            </a:r>
            <a:r>
              <a:rPr lang="es-US" i="1" dirty="0" err="1">
                <a:solidFill>
                  <a:schemeClr val="tx1"/>
                </a:solidFill>
              </a:rPr>
              <a:t>carolinensis</a:t>
            </a: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 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?</a:t>
            </a:r>
            <a:endParaRPr lang="es-PR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PR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PR" dirty="0"/>
          </a:p>
        </p:txBody>
      </p:sp>
      <p:pic>
        <p:nvPicPr>
          <p:cNvPr id="6" name="Imagen 5" descr="File:Eastern Grey Squirrel in St James's Park, London - Nov 2006 edit.jpg">
            <a:extLst>
              <a:ext uri="{FF2B5EF4-FFF2-40B4-BE49-F238E27FC236}">
                <a16:creationId xmlns:a16="http://schemas.microsoft.com/office/drawing/2014/main" id="{46C941D7-07D9-B28D-7D11-7330D642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025" y="445025"/>
            <a:ext cx="5372269" cy="414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57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6C38A-4756-FBBC-9F51-A0FCAFB9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88CA2C-48D3-6264-E08A-E04543171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American crows </a:t>
            </a:r>
          </a:p>
          <a:p>
            <a:pPr marL="114300" indent="0">
              <a:buNone/>
            </a:pPr>
            <a:r>
              <a:rPr lang="es-US" i="1" dirty="0">
                <a:solidFill>
                  <a:schemeClr val="tx1"/>
                </a:solidFill>
              </a:rPr>
              <a:t>Corvus </a:t>
            </a:r>
            <a:r>
              <a:rPr lang="es-US" i="1" dirty="0" err="1">
                <a:solidFill>
                  <a:schemeClr val="tx1"/>
                </a:solidFill>
              </a:rPr>
              <a:t>brachyrhynchos</a:t>
            </a:r>
            <a:r>
              <a:rPr lang="es-US" i="1" dirty="0">
                <a:solidFill>
                  <a:schemeClr val="tx1"/>
                </a:solidFill>
              </a:rPr>
              <a:t> 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Wild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WA</a:t>
            </a:r>
          </a:p>
          <a:p>
            <a:endParaRPr lang="es-PR" dirty="0"/>
          </a:p>
        </p:txBody>
      </p:sp>
      <p:pic>
        <p:nvPicPr>
          <p:cNvPr id="4" name="Imagen 3" descr="File:2014-04-29 01 Northwestern crow (Corvus brachyrhynchos caurinus).jpg">
            <a:extLst>
              <a:ext uri="{FF2B5EF4-FFF2-40B4-BE49-F238E27FC236}">
                <a16:creationId xmlns:a16="http://schemas.microsoft.com/office/drawing/2014/main" id="{E03DA2B1-124D-C02D-4D2B-7372BD160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25" y="773263"/>
            <a:ext cx="5395461" cy="359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6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07C91-99AC-F96F-9360-3CC68BBC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CA703B-44D6-5B93-4475-C1DBC655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American robin</a:t>
            </a:r>
          </a:p>
          <a:p>
            <a:pPr marL="114300" indent="0">
              <a:buNone/>
            </a:pPr>
            <a:r>
              <a:rPr lang="es-US" i="1" dirty="0" err="1">
                <a:solidFill>
                  <a:schemeClr val="tx1"/>
                </a:solidFill>
              </a:rPr>
              <a:t>Turdus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migratorius</a:t>
            </a: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 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WA</a:t>
            </a:r>
            <a:endParaRPr lang="es-PR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PR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525934-840E-5168-8DA5-1C59780EF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462" y="574625"/>
            <a:ext cx="5358361" cy="406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4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942DB-CA04-67C5-0197-E9791705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32186-A466-472C-C56A-A1EE714B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Thrush</a:t>
            </a:r>
          </a:p>
          <a:p>
            <a:pPr marL="114300" indent="0">
              <a:buNone/>
            </a:pPr>
            <a:r>
              <a:rPr lang="es-US" i="1" dirty="0" err="1">
                <a:solidFill>
                  <a:schemeClr val="tx1"/>
                </a:solidFill>
              </a:rPr>
              <a:t>Turdus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viscivorus</a:t>
            </a:r>
            <a:r>
              <a:rPr lang="es-US" i="1" dirty="0">
                <a:solidFill>
                  <a:schemeClr val="tx1"/>
                </a:solidFill>
              </a:rPr>
              <a:t> 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Wild 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WA</a:t>
            </a:r>
          </a:p>
        </p:txBody>
      </p:sp>
      <p:pic>
        <p:nvPicPr>
          <p:cNvPr id="4" name="Imagen 3" descr="File:Turdus viscivorus Brych y coed.jpg">
            <a:extLst>
              <a:ext uri="{FF2B5EF4-FFF2-40B4-BE49-F238E27FC236}">
                <a16:creationId xmlns:a16="http://schemas.microsoft.com/office/drawing/2014/main" id="{EA7E6FC6-0EA3-8E34-C77E-61CD002FC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093" y="642158"/>
            <a:ext cx="4529116" cy="38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7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FE79-AFE0-47A7-BB12-13B71BA1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F63E3F-26DF-8E82-9176-90B7283B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Woodpecker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Picidae fam.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Wild</a:t>
            </a:r>
          </a:p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WA</a:t>
            </a:r>
          </a:p>
          <a:p>
            <a:pPr marL="114300" indent="0">
              <a:buNone/>
            </a:pPr>
            <a:endParaRPr lang="es-PR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PR" dirty="0"/>
          </a:p>
        </p:txBody>
      </p:sp>
      <p:pic>
        <p:nvPicPr>
          <p:cNvPr id="6" name="Imagen 5" descr="File:Acorn woodpecker holding a nut in its beak-0225.jpg">
            <a:extLst>
              <a:ext uri="{FF2B5EF4-FFF2-40B4-BE49-F238E27FC236}">
                <a16:creationId xmlns:a16="http://schemas.microsoft.com/office/drawing/2014/main" id="{08919D99-6D40-74F0-797C-9C99AE10D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723" y="383944"/>
            <a:ext cx="4375612" cy="437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3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A2067-CAA9-FCEA-26D7-CBC730F7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1A98B2-1033-E517-A46D-68C6B9FB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Great blue heron</a:t>
            </a:r>
          </a:p>
          <a:p>
            <a:pPr marL="114300" indent="0">
              <a:buNone/>
            </a:pPr>
            <a:r>
              <a:rPr lang="es-US" i="1" dirty="0">
                <a:solidFill>
                  <a:schemeClr val="tx1"/>
                </a:solidFill>
              </a:rPr>
              <a:t>Ardea </a:t>
            </a:r>
            <a:r>
              <a:rPr lang="es-US" i="1" dirty="0" err="1">
                <a:solidFill>
                  <a:schemeClr val="tx1"/>
                </a:solidFill>
              </a:rPr>
              <a:t>herodias</a:t>
            </a:r>
            <a:endParaRPr lang="es-US" i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WA</a:t>
            </a:r>
            <a:endParaRPr lang="es-PR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s-PR" dirty="0">
              <a:solidFill>
                <a:schemeClr val="tx1"/>
              </a:solidFill>
            </a:endParaRPr>
          </a:p>
        </p:txBody>
      </p:sp>
      <p:pic>
        <p:nvPicPr>
          <p:cNvPr id="4" name="Imagen 3" descr="File:Great blue heron in GWC (16570).jpg">
            <a:extLst>
              <a:ext uri="{FF2B5EF4-FFF2-40B4-BE49-F238E27FC236}">
                <a16:creationId xmlns:a16="http://schemas.microsoft.com/office/drawing/2014/main" id="{6F960663-F10E-ECE0-7A44-554BCC1E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410" y="287312"/>
            <a:ext cx="3379345" cy="45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7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851F6-AA9D-8D10-FDE8-9FFB9CD5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PR" dirty="0">
                <a:solidFill>
                  <a:schemeClr val="tx1"/>
                </a:solidFill>
              </a:rPr>
              <a:t>Ducks</a:t>
            </a:r>
          </a:p>
          <a:p>
            <a:pPr marL="114300" indent="0">
              <a:buNone/>
            </a:pPr>
            <a:r>
              <a:rPr lang="es-US" dirty="0" err="1">
                <a:solidFill>
                  <a:schemeClr val="tx1"/>
                </a:solidFill>
              </a:rPr>
              <a:t>Anatidae</a:t>
            </a:r>
            <a:r>
              <a:rPr lang="es-US" dirty="0">
                <a:solidFill>
                  <a:schemeClr val="tx1"/>
                </a:solidFill>
              </a:rPr>
              <a:t> fam.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Wild</a:t>
            </a:r>
          </a:p>
          <a:p>
            <a:pPr marL="114300" indent="0">
              <a:buNone/>
            </a:pPr>
            <a:r>
              <a:rPr lang="es-US" dirty="0">
                <a:solidFill>
                  <a:schemeClr val="tx1"/>
                </a:solidFill>
              </a:rPr>
              <a:t>WA</a:t>
            </a:r>
          </a:p>
          <a:p>
            <a:pPr marL="114300" indent="0">
              <a:buNone/>
            </a:pPr>
            <a:r>
              <a:rPr lang="es-PR" dirty="0"/>
              <a:t> </a:t>
            </a:r>
          </a:p>
        </p:txBody>
      </p:sp>
      <p:pic>
        <p:nvPicPr>
          <p:cNvPr id="4" name="Imagen 3" descr="File:2022-11-20, Ducks, Lake Morton of King County, Washington, 24.jpg">
            <a:extLst>
              <a:ext uri="{FF2B5EF4-FFF2-40B4-BE49-F238E27FC236}">
                <a16:creationId xmlns:a16="http://schemas.microsoft.com/office/drawing/2014/main" id="{D3CE4D7B-D56A-54D0-125F-0EA8C15F7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032" y="642158"/>
            <a:ext cx="5145579" cy="38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7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594E56-794A-EDC3-BCF2-C4DFDB2C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10" y="1017725"/>
            <a:ext cx="3852379" cy="39343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BE35E4-6F4C-BFD4-2338-7A2AE054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dirty="0"/>
              <a:t>Add </a:t>
            </a:r>
            <a:r>
              <a:rPr lang="es-US" dirty="0" err="1"/>
              <a:t>all</a:t>
            </a:r>
            <a:r>
              <a:rPr lang="es-US" dirty="0"/>
              <a:t> </a:t>
            </a:r>
            <a:r>
              <a:rPr lang="es-US" dirty="0" err="1"/>
              <a:t>your</a:t>
            </a:r>
            <a:r>
              <a:rPr lang="es-US" dirty="0"/>
              <a:t> parasite </a:t>
            </a:r>
            <a:r>
              <a:rPr lang="es-US" dirty="0" err="1"/>
              <a:t>descriptions</a:t>
            </a:r>
            <a:r>
              <a:rPr lang="es-US" dirty="0"/>
              <a:t> </a:t>
            </a:r>
            <a:r>
              <a:rPr lang="es-US" dirty="0" err="1"/>
              <a:t>here</a:t>
            </a:r>
            <a:r>
              <a:rPr lang="es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653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7EB43-6C0B-9B4C-9C3B-36891654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dirty="0" err="1"/>
              <a:t>Slides</a:t>
            </a:r>
            <a:r>
              <a:rPr lang="es-US" dirty="0"/>
              <a:t> </a:t>
            </a:r>
            <a:r>
              <a:rPr lang="es-US" dirty="0" err="1"/>
              <a:t>with</a:t>
            </a:r>
            <a:r>
              <a:rPr lang="es-US" dirty="0"/>
              <a:t> </a:t>
            </a:r>
            <a:r>
              <a:rPr lang="es-US" dirty="0" err="1"/>
              <a:t>worms</a:t>
            </a:r>
            <a:r>
              <a:rPr lang="es-US" dirty="0"/>
              <a:t>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7C8ADE-A305-EB92-AC3D-B61A1F71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US" i="1" dirty="0" err="1">
                <a:solidFill>
                  <a:schemeClr val="tx1"/>
                </a:solidFill>
              </a:rPr>
              <a:t>Taenia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pisiformis</a:t>
            </a:r>
            <a:r>
              <a:rPr lang="es-US" dirty="0">
                <a:solidFill>
                  <a:schemeClr val="tx1"/>
                </a:solidFill>
              </a:rPr>
              <a:t> </a:t>
            </a:r>
            <a:r>
              <a:rPr lang="es-US" dirty="0" err="1">
                <a:solidFill>
                  <a:schemeClr val="tx1"/>
                </a:solidFill>
              </a:rPr>
              <a:t>or</a:t>
            </a:r>
            <a:r>
              <a:rPr lang="es-US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Taenia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saginata</a:t>
            </a:r>
            <a:endParaRPr lang="es-US" dirty="0">
              <a:solidFill>
                <a:schemeClr val="tx1"/>
              </a:solidFill>
            </a:endParaRPr>
          </a:p>
          <a:p>
            <a:r>
              <a:rPr lang="es-US" i="1" dirty="0" err="1">
                <a:solidFill>
                  <a:schemeClr val="tx1"/>
                </a:solidFill>
              </a:rPr>
              <a:t>Echinococcus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granulosus</a:t>
            </a:r>
            <a:r>
              <a:rPr lang="es-US" dirty="0">
                <a:solidFill>
                  <a:schemeClr val="tx1"/>
                </a:solidFill>
              </a:rPr>
              <a:t> </a:t>
            </a:r>
            <a:r>
              <a:rPr lang="es-US" dirty="0" err="1">
                <a:solidFill>
                  <a:schemeClr val="tx1"/>
                </a:solidFill>
              </a:rPr>
              <a:t>adult</a:t>
            </a:r>
            <a:endParaRPr lang="es-US" dirty="0">
              <a:solidFill>
                <a:schemeClr val="tx1"/>
              </a:solidFill>
            </a:endParaRPr>
          </a:p>
          <a:p>
            <a:r>
              <a:rPr lang="es-US" i="1" dirty="0" err="1">
                <a:solidFill>
                  <a:schemeClr val="tx1"/>
                </a:solidFill>
              </a:rPr>
              <a:t>Echinococcus</a:t>
            </a:r>
            <a:r>
              <a:rPr lang="es-US" i="1" dirty="0">
                <a:solidFill>
                  <a:schemeClr val="tx1"/>
                </a:solidFill>
              </a:rPr>
              <a:t> </a:t>
            </a:r>
            <a:r>
              <a:rPr lang="es-US" i="1" dirty="0" err="1">
                <a:solidFill>
                  <a:schemeClr val="tx1"/>
                </a:solidFill>
              </a:rPr>
              <a:t>granulosus</a:t>
            </a:r>
            <a:r>
              <a:rPr lang="es-US" dirty="0">
                <a:solidFill>
                  <a:schemeClr val="tx1"/>
                </a:solidFill>
              </a:rPr>
              <a:t> </a:t>
            </a:r>
            <a:r>
              <a:rPr lang="es-US" dirty="0" err="1">
                <a:solidFill>
                  <a:schemeClr val="tx1"/>
                </a:solidFill>
              </a:rPr>
              <a:t>hydatid</a:t>
            </a:r>
            <a:r>
              <a:rPr lang="es-US" dirty="0">
                <a:solidFill>
                  <a:schemeClr val="tx1"/>
                </a:solidFill>
              </a:rPr>
              <a:t> </a:t>
            </a:r>
            <a:r>
              <a:rPr lang="es-US" dirty="0" err="1">
                <a:solidFill>
                  <a:schemeClr val="tx1"/>
                </a:solidFill>
              </a:rPr>
              <a:t>cyst</a:t>
            </a:r>
            <a:endParaRPr lang="es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br>
              <a:rPr lang="es-US" dirty="0">
                <a:solidFill>
                  <a:schemeClr val="tx1"/>
                </a:solidFill>
              </a:rPr>
            </a:br>
            <a:endParaRPr lang="es-US" dirty="0">
              <a:solidFill>
                <a:schemeClr val="tx1"/>
              </a:solidFill>
            </a:endParaRPr>
          </a:p>
        </p:txBody>
      </p:sp>
      <p:pic>
        <p:nvPicPr>
          <p:cNvPr id="4" name="Imagen 3" descr="File:Glass slide.jpg">
            <a:extLst>
              <a:ext uri="{FF2B5EF4-FFF2-40B4-BE49-F238E27FC236}">
                <a16:creationId xmlns:a16="http://schemas.microsoft.com/office/drawing/2014/main" id="{6662F3BB-C276-682D-C498-06FC2EC3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75" y="469375"/>
            <a:ext cx="317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87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325</Words>
  <Application>Microsoft Macintosh PowerPoint</Application>
  <PresentationFormat>Presentación en pantalla (16:9)</PresentationFormat>
  <Paragraphs>54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Add all your parasite descriptions here!</vt:lpstr>
      <vt:lpstr>Slides with worms!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Diana M Perales-Macedo</cp:lastModifiedBy>
  <cp:revision>9</cp:revision>
  <dcterms:modified xsi:type="dcterms:W3CDTF">2026-10-27T18:15:00Z</dcterms:modified>
</cp:coreProperties>
</file>