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480" r:id="rId2"/>
    <p:sldId id="723" r:id="rId3"/>
    <p:sldId id="1565" r:id="rId4"/>
    <p:sldId id="712" r:id="rId5"/>
    <p:sldId id="1567" r:id="rId6"/>
    <p:sldId id="1568" r:id="rId7"/>
    <p:sldId id="1569" r:id="rId8"/>
    <p:sldId id="1570" r:id="rId9"/>
    <p:sldId id="1571" r:id="rId10"/>
    <p:sldId id="15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940"/>
    <p:restoredTop sz="95884"/>
  </p:normalViewPr>
  <p:slideViewPr>
    <p:cSldViewPr snapToGrid="0" snapToObjects="1">
      <p:cViewPr varScale="1">
        <p:scale>
          <a:sx n="110" d="100"/>
          <a:sy n="110" d="100"/>
        </p:scale>
        <p:origin x="19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DB66-C6D6-B24E-B345-FA3772C924EA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8707C-A528-5347-B512-111D9A72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5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46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04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03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Acari or not?</a:t>
            </a:r>
          </a:p>
          <a:p>
            <a:r>
              <a:rPr lang="en-US"/>
              <a:t>https://www.polleverywhere.com/multiple_choice_polls/f2kmJTnvE7dnnQA8p7ZzO?flow=Default&amp;onscreen=persist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086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10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Acari or not?</a:t>
            </a:r>
          </a:p>
          <a:p>
            <a:r>
              <a:rPr lang="en-US"/>
              <a:t>https://www.polleverywhere.com/multiple_choice_polls/f2kmJTnvE7dnnQA8p7ZzO?flow=Default&amp;onscreen=persist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62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83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Acari or not?</a:t>
            </a:r>
          </a:p>
          <a:p>
            <a:r>
              <a:rPr lang="en-US"/>
              <a:t>https://www.polleverywhere.com/multiple_choice_polls/f2kmJTnvE7dnnQA8p7ZzO?flow=Default&amp;onscreen=persist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327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00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38A5-77CF-4444-B9C4-4E86A2AEB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BB0CE-1E17-7E44-A60C-C4870D474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7BE3-EFDF-DA44-AA27-F0607BEF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F08DB-758A-CE42-BF14-C796921CA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D87E2-36DD-094B-976D-5D590803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0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3727-A794-4042-BF97-D4E5E255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6DC3-C8EA-0441-8F53-7878D4469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3028-8ABF-084B-958C-E5D9B41B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0AB7C-ECF7-2E4C-924B-4E91B62D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AA8C5-6364-1B49-BF43-8C17388D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9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ED12-49A7-1148-AA33-34CAB4FC4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3A772-1ECD-0342-8A17-4FABBAEE7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0C112-BD32-3746-A4C3-943B604F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B27BC-3697-B548-91F3-BCBF3F5C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7D53-D2B9-684C-96F8-BB104413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1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2D9E-643B-7E4B-872E-9412A700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B80E6-8617-AA4D-B46F-9CC4896C8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B783B-B1E8-C54D-8F59-3F89A76D1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AD1F-F077-684C-825B-C70FB96B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75C02-EF59-8A48-A2C8-380404CF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292BB-8AAE-DE4E-AEA5-D84CEBB0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71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12B8-927D-3440-A90F-CEE85721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37DF9-7AE9-244A-B880-477F51666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B2535-D060-6345-9A9D-248269C20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1F656-2CF8-3C40-BFA2-38D3E456A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9AB57-D4A7-A44B-9DC2-3238EBA3F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2D1E4-9846-5948-BE81-54250E2A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27541-6DB6-BF46-9566-A28E02A60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06EEE-891D-834D-A782-1C80536A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5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8B81-6CFF-BB42-B48A-62FE961F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5E796-21ED-0646-ACBF-271AEEB7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8FDD5-F21A-134E-AA9A-2830EBC8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FD440-2197-894C-BBF5-275EB6A7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9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E7DC6-C98E-4D41-8312-C6A00B91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D30B3-F181-1740-9B5B-0C72FEA4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48BF8-D524-E946-A5F8-6EDB8EC6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6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8C6B-44FC-DF4B-A8BD-B9B86A46C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0512D-A868-3942-8652-3DCABEFC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B6CDD-B55E-CF40-A890-84FFA90C2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9B9BC-EA10-2643-91D2-3C7BEB05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C55D-AE82-E348-AA9F-92C25203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800D4-D451-3941-ABED-C84A75035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1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4BDC-8058-8A4C-9BB2-057FDB839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7E264-76A7-5245-B655-C26D83912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22F39-AC8F-9242-8291-F11D54004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46B85-9220-174D-9DEE-0F36C1282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13209-F023-304D-B738-0493FEA8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2D87-2351-334C-BE56-4B8A31CE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7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A934-82C2-4642-9056-03D6888A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7669D-25CA-F248-A4A3-81DBDBF73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BB9E-51D5-534F-9A5F-0DE70E1D6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600DF-C942-F44F-84F3-4E7BC2F0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AEA3C-3249-9B4A-B424-1F83C20D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3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50C8A5-DD27-8040-BD1A-86BF1F293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36609-7FEC-1340-94C8-5409F510C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A5258-5E66-DE42-A23B-E1D3C015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8C25B-3FDB-BD4C-8299-934B911F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138FA-EF83-EA42-9E21-8B8892B6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5E0A7-698E-D742-A4C4-45629B74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D6F1A-825E-2B4D-8FFE-066CF32E2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61E9B-BC61-3141-8DBB-53CB9EC8D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DE3A9-9D48-7D40-AF95-520AE186EA5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4E5A4-CAAB-9C49-8EEB-830328D99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919D9-A8E0-C542-ADA8-7A31C9A61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7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tiff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20258" y="3013501"/>
            <a:ext cx="10896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16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Arthropods 1</a:t>
            </a:r>
          </a:p>
        </p:txBody>
      </p:sp>
    </p:spTree>
    <p:extLst>
      <p:ext uri="{BB962C8B-B14F-4D97-AF65-F5344CB8AC3E}">
        <p14:creationId xmlns:p14="http://schemas.microsoft.com/office/powerpoint/2010/main" val="111664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9" y="364085"/>
            <a:ext cx="11109322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Q1. why so many arthropods?</a:t>
            </a:r>
            <a:endParaRPr lang="en-US" sz="3500" b="1" i="1" dirty="0">
              <a:latin typeface="Avenir"/>
              <a:cs typeface="Aveni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1E09D-D5B4-3440-8015-552063EAF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903" y="1488765"/>
            <a:ext cx="5635627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500" dirty="0">
                <a:latin typeface="Avenir"/>
                <a:cs typeface="Avenir"/>
              </a:rPr>
              <a:t>Arthropods are the most successful group of animals on Earth. They are also pretty successful among the parasites. What traits account for this success?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ACF7BE-A912-524C-AD45-3381DA4E8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451" y="5550137"/>
            <a:ext cx="8485079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Ponder on your own (2 m), discuss with your group </a:t>
            </a:r>
          </a:p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(3 m), then share with the class (7 m).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0B30-0637-3040-852E-BF4B78D0F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470" y="5379104"/>
            <a:ext cx="3037028" cy="12346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759543-189F-024D-87C2-149206F0CF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997" y="1256559"/>
            <a:ext cx="5610003" cy="372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05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9" y="274727"/>
            <a:ext cx="11109322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Q2. design your own vector</a:t>
            </a:r>
            <a:endParaRPr lang="en-US" sz="3500" b="1" i="1" dirty="0">
              <a:latin typeface="Avenir"/>
              <a:cs typeface="Aveni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1E09D-D5B4-3440-8015-552063EAF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903" y="1009050"/>
            <a:ext cx="5635627" cy="4324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500" dirty="0">
                <a:latin typeface="Avenir"/>
                <a:cs typeface="Avenir"/>
              </a:rPr>
              <a:t>You are a bacterium that is parasitic in whale sharks but you are terrible at being transmitted through water. You need a vector.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500" dirty="0">
                <a:latin typeface="Avenir"/>
                <a:cs typeface="Avenir"/>
              </a:rPr>
              <a:t>Consider the traits that make a good vector.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500" dirty="0">
                <a:latin typeface="Avenir"/>
                <a:cs typeface="Avenir"/>
              </a:rPr>
              <a:t>Design your vector:</a:t>
            </a:r>
          </a:p>
          <a:p>
            <a:pPr marL="971550" lvl="1" indent="-514350">
              <a:buFont typeface="+mj-lt"/>
              <a:buAutoNum type="alphaLcPeriod"/>
              <a:defRPr/>
            </a:pPr>
            <a:r>
              <a:rPr lang="en-US" sz="2500" dirty="0">
                <a:latin typeface="Avenir"/>
                <a:cs typeface="Avenir"/>
              </a:rPr>
              <a:t>Draw it</a:t>
            </a:r>
          </a:p>
          <a:p>
            <a:pPr marL="971550" lvl="1" indent="-514350">
              <a:buFont typeface="+mj-lt"/>
              <a:buAutoNum type="alphaLcPeriod"/>
              <a:defRPr/>
            </a:pPr>
            <a:r>
              <a:rPr lang="en-US" sz="2500" dirty="0">
                <a:latin typeface="Avenir"/>
                <a:cs typeface="Avenir"/>
              </a:rPr>
              <a:t>Draw its life cycle</a:t>
            </a:r>
          </a:p>
          <a:p>
            <a:pPr marL="971550" lvl="1" indent="-514350">
              <a:buFont typeface="+mj-lt"/>
              <a:buAutoNum type="alphaLcPeriod"/>
              <a:defRPr/>
            </a:pPr>
            <a:r>
              <a:rPr lang="en-US" sz="2500" dirty="0">
                <a:latin typeface="Avenir"/>
                <a:cs typeface="Avenir"/>
              </a:rPr>
              <a:t>Explain why this life cycle makes it a good vector for you.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ACF7BE-A912-524C-AD45-3381DA4E8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451" y="5607289"/>
            <a:ext cx="8485079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Ponder on your own (2 m), discuss with your group </a:t>
            </a:r>
          </a:p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(5 m), then share with the class (7 m).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0B30-0637-3040-852E-BF4B78D0F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470" y="5436256"/>
            <a:ext cx="3037028" cy="12346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9E947EE-5BE1-C04D-B869-C98A86FDB1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825" y="1316026"/>
            <a:ext cx="5904175" cy="388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05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-2615496" y="2601693"/>
            <a:ext cx="10572743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b="1" dirty="0">
                <a:latin typeface="Avenir"/>
                <a:cs typeface="Avenir"/>
              </a:rPr>
              <a:t>Q3a. Acari or not?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CBA41-11B5-F54D-A1B8-5709EE3A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16" y="3517425"/>
            <a:ext cx="3345721" cy="5415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7297A8-E486-F944-93A8-12A707CF8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539" y="1295400"/>
            <a:ext cx="65024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595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D55C-26A9-5645-B3F0-FEB9007378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5E9AF-4F2C-3C4B-89FD-831F364B17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f2kmJTnvE7dnnQA8p7ZzO?flow=Default&amp;onscreen=persist">
            <a:extLst>
              <a:ext uri="{FF2B5EF4-FFF2-40B4-BE49-F238E27FC236}">
                <a16:creationId xmlns:a16="http://schemas.microsoft.com/office/drawing/2014/main" id="{F8855E7E-93AE-2F4F-B900-478116066DD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985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-2615496" y="2601693"/>
            <a:ext cx="10572743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b="1" dirty="0">
                <a:latin typeface="Avenir"/>
                <a:cs typeface="Avenir"/>
              </a:rPr>
              <a:t>Q3b. Acari or not?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CBA41-11B5-F54D-A1B8-5709EE3A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16" y="3517425"/>
            <a:ext cx="3345721" cy="5415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78D132-6328-0742-9274-838D93E9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6853" y="888092"/>
            <a:ext cx="5347131" cy="508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95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51134-F1F2-5941-AA5C-96BFEA8387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BCCA4D-B53E-CF4D-8E54-24BF719727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f2kmJTnvE7dnnQA8p7ZzO?flow=Default&amp;onscreen=persist">
            <a:extLst>
              <a:ext uri="{FF2B5EF4-FFF2-40B4-BE49-F238E27FC236}">
                <a16:creationId xmlns:a16="http://schemas.microsoft.com/office/drawing/2014/main" id="{7DA7F2BE-D2E5-274F-B8AE-00E0BEBED96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548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-2615496" y="2601693"/>
            <a:ext cx="10572743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b="1" dirty="0">
                <a:latin typeface="Avenir"/>
                <a:cs typeface="Avenir"/>
              </a:rPr>
              <a:t>Q3c. Acari or not?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CBA41-11B5-F54D-A1B8-5709EE3A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16" y="3517425"/>
            <a:ext cx="3345721" cy="5415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657C09-AFAC-FA42-A19A-04C5F03769E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152" t="6271" r="7559"/>
          <a:stretch/>
        </p:blipFill>
        <p:spPr>
          <a:xfrm>
            <a:off x="5455404" y="750699"/>
            <a:ext cx="5889356" cy="535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819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7DF24-CD32-A34C-83DA-0F99C140E5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3B06C-99AC-D445-9672-3726EB6808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f2kmJTnvE7dnnQA8p7ZzO?flow=Default&amp;onscreen=persist">
            <a:extLst>
              <a:ext uri="{FF2B5EF4-FFF2-40B4-BE49-F238E27FC236}">
                <a16:creationId xmlns:a16="http://schemas.microsoft.com/office/drawing/2014/main" id="{BA37C072-4045-5C4F-B036-A2AB1A10021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096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20258" y="3013501"/>
            <a:ext cx="10896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16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Arthropods 1</a:t>
            </a:r>
          </a:p>
        </p:txBody>
      </p:sp>
    </p:spTree>
    <p:extLst>
      <p:ext uri="{BB962C8B-B14F-4D97-AF65-F5344CB8AC3E}">
        <p14:creationId xmlns:p14="http://schemas.microsoft.com/office/powerpoint/2010/main" val="4224403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7814</TotalTime>
  <Words>266</Words>
  <Application>Microsoft Macintosh PowerPoint</Application>
  <PresentationFormat>Widescreen</PresentationFormat>
  <Paragraphs>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Avenir</vt:lpstr>
      <vt:lpstr>Avenir Book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Chelsea L. Wood</dc:creator>
  <cp:lastModifiedBy>Chelsea Wood</cp:lastModifiedBy>
  <cp:revision>154</cp:revision>
  <dcterms:created xsi:type="dcterms:W3CDTF">2020-04-03T14:55:00Z</dcterms:created>
  <dcterms:modified xsi:type="dcterms:W3CDTF">2025-11-05T19:16:29Z</dcterms:modified>
</cp:coreProperties>
</file>