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80" r:id="rId2"/>
    <p:sldId id="1587" r:id="rId3"/>
    <p:sldId id="1586" r:id="rId4"/>
    <p:sldId id="723" r:id="rId5"/>
    <p:sldId id="1588" r:id="rId6"/>
    <p:sldId id="15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5"/>
    <p:restoredTop sz="95884"/>
  </p:normalViewPr>
  <p:slideViewPr>
    <p:cSldViewPr snapToGrid="0" snapToObjects="1">
      <p:cViewPr varScale="1">
        <p:scale>
          <a:sx n="109" d="100"/>
          <a:sy n="109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05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are some specific customs, practices, foods, or behaviors that could put you at risk of Toxoplasma gondii infection?</a:t>
            </a:r>
          </a:p>
          <a:p>
            <a:r>
              <a:rPr lang="en-US"/>
              <a:t>https://www.polleverywhere.com/free_text_polls/wtU6YYEgO7Ug2nylYx9jJ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07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72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1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8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21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The apicomplexan </a:t>
            </a:r>
            <a:r>
              <a:rPr lang="en-US" sz="4800" i="1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Toxoplasma gondii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0726" y="1691447"/>
            <a:ext cx="961054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Q1. What are some specific customs, practices, foods, or behaviors that could put you at risk of </a:t>
            </a:r>
            <a:r>
              <a:rPr lang="en-US" sz="4000" b="1" i="1" dirty="0">
                <a:latin typeface="Avenir"/>
                <a:cs typeface="Avenir"/>
              </a:rPr>
              <a:t>Toxoplasma gondii</a:t>
            </a:r>
            <a:r>
              <a:rPr lang="en-US" sz="4000" b="1" dirty="0">
                <a:latin typeface="Avenir"/>
                <a:cs typeface="Avenir"/>
              </a:rPr>
              <a:t> infection?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7" y="4526619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8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4860-C554-E04B-B64D-4344F1E8E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9D511-D8BD-5C4F-8D05-1F3591F23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wtU6YYEgO7Ug2nylYx9jJ">
            <a:extLst>
              <a:ext uri="{FF2B5EF4-FFF2-40B4-BE49-F238E27FC236}">
                <a16:creationId xmlns:a16="http://schemas.microsoft.com/office/drawing/2014/main" id="{E1773BDA-53E5-5B46-A9C7-AA64AA109C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7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54" y="470060"/>
            <a:ext cx="10815091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Q2. behavioral manipulation?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304" y="1369679"/>
            <a:ext cx="592016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The online lectures presented evidence that infection by </a:t>
            </a:r>
            <a:r>
              <a:rPr lang="en-US" sz="3000" i="1" dirty="0">
                <a:latin typeface="Avenir"/>
                <a:cs typeface="Avenir"/>
              </a:rPr>
              <a:t>Toxoplasma gondii </a:t>
            </a:r>
            <a:r>
              <a:rPr lang="en-US" sz="3000" dirty="0">
                <a:latin typeface="Avenir"/>
                <a:cs typeface="Avenir"/>
              </a:rPr>
              <a:t>changes human behavior. But WHY does it do this? Was the parasite selected to manipulate human behavior? Or is something else going 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(3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6C5FF8EE-CBA4-664C-B6B6-8B04D8C603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7" y="1814468"/>
            <a:ext cx="4854066" cy="268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958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909" y="415311"/>
            <a:ext cx="10815091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Q3. blame game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960" y="392865"/>
            <a:ext cx="534157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i="1" dirty="0">
                <a:latin typeface="Avenir"/>
                <a:cs typeface="Avenir"/>
              </a:rPr>
              <a:t>Toxoplasma gondii </a:t>
            </a:r>
            <a:r>
              <a:rPr lang="en-US" sz="3000" dirty="0">
                <a:latin typeface="Avenir"/>
                <a:cs typeface="Avenir"/>
              </a:rPr>
              <a:t>is a major problem for southern sea otter conservation. But who is to blame: big cats or domestic cats? Design a study that would give you the info you need to assign blame and design a control strategy that would mitigate the flow of oocysts from cats to otters.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(3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BDFA67-6E4E-5C47-B984-4C36FD694B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52" r="29497"/>
          <a:stretch/>
        </p:blipFill>
        <p:spPr>
          <a:xfrm>
            <a:off x="296703" y="1466662"/>
            <a:ext cx="2978729" cy="335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6F50ED-93E6-8F41-A3D6-230262375A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936" r="29056"/>
          <a:stretch/>
        </p:blipFill>
        <p:spPr>
          <a:xfrm>
            <a:off x="3467887" y="1466662"/>
            <a:ext cx="2628113" cy="335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2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21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The apicomplexan </a:t>
            </a:r>
            <a:r>
              <a:rPr lang="en-US" sz="4800" i="1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Toxoplasma gondii</a:t>
            </a:r>
          </a:p>
        </p:txBody>
      </p:sp>
    </p:spTree>
    <p:extLst>
      <p:ext uri="{BB962C8B-B14F-4D97-AF65-F5344CB8AC3E}">
        <p14:creationId xmlns:p14="http://schemas.microsoft.com/office/powerpoint/2010/main" val="74912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7891</TotalTime>
  <Words>234</Words>
  <Application>Microsoft Macintosh PowerPoint</Application>
  <PresentationFormat>Widescreen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181</cp:revision>
  <dcterms:created xsi:type="dcterms:W3CDTF">2020-04-03T14:55:00Z</dcterms:created>
  <dcterms:modified xsi:type="dcterms:W3CDTF">2025-11-19T19:38:59Z</dcterms:modified>
</cp:coreProperties>
</file>