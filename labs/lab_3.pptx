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a8bfa8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a8bfa8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122525" y="0"/>
            <a:ext cx="5093700" cy="7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Lab 3: Cestodes</a:t>
            </a:r>
            <a:endParaRPr sz="3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116825" y="1078975"/>
            <a:ext cx="25221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Coyote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925450" y="1032950"/>
            <a:ext cx="25221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Seal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84950" y="418025"/>
            <a:ext cx="2591100" cy="11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Reminder: focal parasites due today! TA will collect your name + parasite + any notes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440550" y="1875263"/>
            <a:ext cx="2918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Echinococcus multilocularis</a:t>
            </a:r>
            <a:endParaRPr i="1" sz="1500">
              <a:solidFill>
                <a:schemeClr val="dk2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200" y="3320750"/>
            <a:ext cx="935974" cy="93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750" y="2571750"/>
            <a:ext cx="807508" cy="9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7900" y="4256731"/>
            <a:ext cx="935975" cy="677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4950" y="2246399"/>
            <a:ext cx="2874325" cy="19162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0" y="2987513"/>
            <a:ext cx="2591100" cy="11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Sylvatic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Pastoral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924875" y="1875275"/>
            <a:ext cx="2918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Echinococcus granulosus</a:t>
            </a:r>
            <a:endParaRPr i="1" sz="1500">
              <a:solidFill>
                <a:schemeClr val="dk2"/>
              </a:solidFill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0250" y="2618175"/>
            <a:ext cx="807508" cy="9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7225" y="4221390"/>
            <a:ext cx="1033550" cy="748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08778" y="4000952"/>
            <a:ext cx="1033550" cy="10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76001" y="2634874"/>
            <a:ext cx="1133501" cy="809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 Lab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 rotWithShape="1">
          <a:blip r:embed="rId3">
            <a:alphaModFix/>
          </a:blip>
          <a:srcRect b="30451" l="0" r="0" t="13932"/>
          <a:stretch/>
        </p:blipFill>
        <p:spPr>
          <a:xfrm>
            <a:off x="1676839" y="0"/>
            <a:ext cx="693596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