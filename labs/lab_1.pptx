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884"/>
  </p:normalViewPr>
  <p:slideViewPr>
    <p:cSldViewPr snapToGrid="0" snapToObjects="1">
      <p:cViewPr varScale="1">
        <p:scale>
          <a:sx n="122" d="100"/>
          <a:sy n="122" d="100"/>
        </p:scale>
        <p:origin x="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0.4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12074,'5'16'1658,"-1"-3"-1546,-4-13-95,0 0-6,2 0 78,-1 0 3938,2 0-3640,-2 0 834,-1 0-1092,3 7 34,1 9-46,2 16 18,4 16 38,1 18 18,2 15 4,0 13-361,-6-42 0,1-1 242,-1 3 0,0 0-15,1-1 1,0 1-37,1-1 0,-1-2 20,8 47-39,1-10 36,-2-11-42,0-12 5,-3-12 1,-2-14 0,-3-12-1,-1-11-5,-3-9 522,0-4-1631,-3-3-585,1-19-2473,-1-1 4167,0-19 0,0 19 0,0 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1.2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36 284 12466,'-20'-11'2033,"4"3"-1882,16 8 185,0 0 6,11-47-39,0 23-40,15-39-11,0 37-11,7-1-40,2 4-33,6 2-39,2 5-22,-1 5 33,-3 6-28,-5 4 56,-5 3 39,-5 8 11,-8 7 1,-4 10-23,-8 5-45,-1 5-62,-3 2-21,-7 3 4,-5 1-60,-10 0 55,-6-1-62,-3-3 68,-1-4 1,1-6 4,1-7-22,5-4-50,3-8 27,5-4 135,-4-4-28,10-2-16,-3 0-63,13 0-50,-1 0 68,10 7 178,6 4 124,12 12-11,7 7-96,6 8-72,3 6-3438,-1 2 3376,0 2-56,-5-2 28,-3-4 28,-5-1-5,-3-4-29,-4-3-55,-3-3 3352,-3-5-3403,1-4 0,-5 0-314,2-4-666,-3 0-975,4 1-2570,0-1 4525,1-3 0,-7-6 0,-3-5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1.9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25 255 14712,'-14'-9'980,"3"1"-873,11 8 425,0 0-409,77 0-45,-34 0-42,9 0 1,1 0 2,-3 0 1,-4 0-29,-7-1 22,-6-2 35,-9-2 44,-7 1 39,-6-2 67,-6 2 85,-3-5-102,-2-1-106,0-6-44,-2-5-40,-8-4-5,-8-3-1,-9-1 34,-4 2 135,-2 5 156,0 6 35,1 9-130,4 3-111,2 4-57,-6 20 67,7 5 45,-4 24 90,9 4 11,6 5-117,3 4-18,6 23-100,3-22-39,4 14-6,7-31-6,6-7-263,8-6-302,8-6-371,6-11-3163,45-12-1277,-16-19 5382,29-12 0,-57 7 0,-11 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2.6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18 12309,'7'13'3125,"-1"-2"-2799,-6-11 1426,0 0-1130,-1 81 0,1-31-395,-1 8 0,0 2 42,3 7-112,3-4-62,3-3-39,2-8-51,1-7 7,-3-8-7,-1-11 1,-1-7 27,-2-10-27,-1-5-6,-2-4 0,-1-5 0,0-12-185,0-16-190,-3-21 50,-3-17-40,-1-12 13,-2-5-78,4 5 351,3 9 74,2 16-1,0 13 6,1 17 6,10 11 66,0 9 516,23 36-101,-8 4-252,10 32-61,-10-3-84,-1 3-18,-2 0-4,-2-6-35,-1-5 1,-3-12-23,-3-6-5,-3-10-1,-4-7 96,-3-8-95,-2-6 44,-1-5-50,-1-13-28,0-13-179,0-17 33,0-14 23,0-6 67,0-4 39,0 3 40,8-11-1,2 26 6,9-3-50,0 29 50,3 10 0,0 7 39,3 7 101,0 15 252,16 35-135,-11 3-21,8 27-18,-16-16-39,-5 0-84,-2-1-95,-5-6 0,-1-4-1512,-2 6-1669,-1-24-6630,1 0 9811,2-27 0,-5-4 0,1-4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3.4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9 313 14712,'-5'-3'1339,"1"1"-1238,4 2-62,84-8-34,-37 4-5,10-1 0,0 0 12,-5 1-7,-8 1 29,-10 0 16,-11 0 342,-8 0 207,-8 1 40,-4-2-68,-3 1-122,0-7-320,0-4-96,-3-11-33,-8-6-5,-6-9 5,-11 1 100,-1 1 208,-5 7 163,3 10 251,-13 10-677,13 11-45,-8 18 5,12 13 63,2 21 21,2 12 90,5 8-27,6 4-46,6 21-106,6-27 0,10 8-67,5-38-73,13-8-269,7-11-235,9-9-397,9-7-1351,-5-19 0,2-6-2094,24-11 4343,-21 2 0,-5-2 0,-12 4 1,-12 6-1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4.1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14667,'10'5'2336,"-3"0"-1894,-8 68-89,0-18-82,1 4 1,-1 4 255,1 23-157,5 1-152,0-8-83,6-8-51,-3-14-51,1-11 7,-1-14-7,-1-10 85,-3-12-29,-1-5-5,-1-5 23,-2-10-107,0-12-101,0-24-224,-7-17-22,2-18 56,-7-8 44,6 1 151,3 36 1,2 3 90,-1-14-1,4 2-5,3 42-34,3 11 45,5 5 50,3 12 198,2 12 149,14 46-246,-8-7-50,8 29-62,-13-28-33,-1-4 0,-1-8-1,-3-8 1,-1-9 5,-3-6 45,-4-13-56,-2-4-6,-2-14-106,-2-12-33,0-17-281,0-18 17,0-15 78,0-9 135,0 1 11,9-18 152,2 35 27,12-4 6,3 39 0,2 9 39,4 7 583,15 27-246,-10 6-68,8 25 420,-10 32-409,-13-18-123,1 21-117,-13-34-79,-3-7 0,-1-8-387,-2-8-744,2-6-6795,-2-9 7926,2-6 0,-2-5 0,-2-3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4.9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23 15042,'-6'-13'1894,"1"3"-1648,5 10 208,0 0 145,12 104-1040,1-28 696,-1 8 0,2 4-59,-2-27 0,0-2-39,0 1 0,1 0-29,-2-2 1,0-1-25,-1-5 1,0-1-10,9 38-44,-4-14-18,0-16-33,-6-17 0,-1-13 45,-3-14 722,-1-8-767,-2-8 199,-1-14-233,0-15-318,4-21 21,5-16 59,6 14 1,5 1 153,17-23 98,-9 29 1,3 5 19,23 6 0,0 17 123,-3 10 152,-6 19 66,-9 10 438,-8 42-371,-15-7-94,-5 25-112,-16-23-51,-7-5-90,-13-6-61,-8-9-140,-7-10-733,-24-9 72,16-11-392,-15-6-706,27-12-1265,7-9-1872,9-6 5036,8-4 0,8 15 0,3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5.5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28 320 11026,'16'9'1743,"-4"-3"-1592,-12-6 39,0 0-22,82-33 45,-46 17-31,14-4 0,-2-1 456,-22 7 186,-7 2 27,-7 2 12,-6 2 50,-3 0-359,-3-1-347,0-3-112,-10-4 1,-2 1 67,-14-2 190,-3 6 33,-3 4-184,1 4-118,0 3-84,2 11-6,0 7-50,1 17 50,1 9 1,5 9-29,6 3 23,6 2-39,5-1-1,4-4-5,12-3 17,29 8 33,5-20 6,27 2 0,-8-25 0,2-8-5,2-4 5,16-11 5,-27-4 79,9-8 157,-34-4 134,-6 0 101,-5-5-17,-7-3-16,-5-7-106,-4-3-102,-4-8 106,-4-26-156,-3 16-28,-3-12-79,-2 33-50,1 11-28,3 6-263,3 7-118,2 6-135,1 0-100,6 3 12,10-6-611,13 0 1215,33-2 0,4 0 0,-19 3 0,9 1 0,-1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6.0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15995,'11'7'3148,"-2"-1"-3148,-9-6-2045,0 0-33,2 0-2224,0 0 4302,4 0 0,-4 0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6.2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34 15093,'7'6'2951,"-2"-2"-2951,-5-4-3075,0 0-4144,4-13 6521,-3 3 1,3-4 0,-4 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8.2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11 385 12023,'-6'-7'3580,"1"2"-3087,5 5 1209,0 0-1092,8 0-127,2 0-102,10 0-124,2 0-66,6 0-35,3 0 63,7-2 38,3 0-89,9-3-78,4-3-40,6 0-5,6-4-39,2 2-1,4-2 1,-2 0-1,1 1 1,-5 0-6,-4 1 50,-5 3 6,-4-1 45,-2 4-17,-3 0 17,2 1-23,-3 0-27,1 0-12,1-1 0,-1-1 6,1 0-39,0 0 38,24-1-38,-18 1 0,17 0-1,-23 0 34,13 2-39,-16-1 34,9 2-23,-22 0 28,-1 1 29,2-1-18,0 0 0,1-1-5,3 0-11,-1 0-29,3 0 7,-2 2 27,16-3-6,-12 2 23,11-2-16,-14 1 44,-1-2-16,0 2-35,0-2-22,0 1 6,13 0-11,-13 3 5,8-1-5,-16 1-1,-1 1 29,2-2 16,1 1 23,3-1 28,19-2-68,-12 1 12,13-3-39,-15 3 44,-2-2 1,2 1-46,-2 0 1,-1 1 27,-2 0-33,-2 1 6,13 1 0,-12 0 5,11 1 22,-14-2-33,1 2 6,-1 0-6,0 0 0,0 0 45,13 0-45,-10 0 5,11 0 1,-14 0 5,1 0-5,0 0 39,1 0-40,-1 0 51,0-1-11,-1 1 73,15-3-85,-10 1-27,11-1 33,-13 2-28,-2-2 28,-1 2-5,1-2 16,-1 0 18,3 0-18,1-1-33,19-1-6,-11 0-5,14 2-1,-16 1 1,0 0-1,0 1-5,-1-2 6,1 1 5,10-2-11,-11 1 6,6 0-1,-20 2 63,-3 1 49,-5 0 40,-2 0 56,-3 0 235,0 0-235,-4 0-12,0 0-10,-7 0 38,2 0-21,-4 0 710,1 0-1170,-1-3-1092,0 2-2157,0-3-2172,0 2 5673,0-4 0,0 2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4.9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61 12981,'-16'-1'2683,"4"1"-2459,12 0-173,0 0 10,0-4 7,0 1 49,0-1 202,0 1-22,7 3-67,2-2-12,10 0-72,4 0-68,5 0-22,5 0-50,2-2-1,2-1 1,-2 1 0,-1-2 5,-6 2-6,-6-1-5,-5 2 0,-8 1-207,-2 1-986,-4 0-2016,-1 1 3209,-1 0 0,-1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5.7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261 121 10086,'5'14'3422,"0"-2"-2901,-5-12 739,0 0-851,1-33 78,0 18-5,0-25 27,-1 25 68,0 2-168,-5 1-135,-2 3-122,-6 3-29,0 3 85,-2 2-141,-2 1-67,-1 9-39,-5 8 33,-1 14 6,-4 10 45,1 9 73,2 7-34,-2 31-84,12-23-6,1 15-95,12-38-286,4 1 96,6-18 72,5-5 63,17-18 150,-3-17-84,9-11-100,-8-18 0,-3-12-23,-3-8 17,-3-5 106,-6 3-3302,-4 7 3521,-2 13 403,-5 14 123,0 16-201,-2 8-134,0 7-163,0 1-107,0 9 3381,0 7-3358,2 35-73,1-4 6,3 19-6,2-15-12,4-5-178,1-2-466,3-9-358,1-4-481,4-9-1524,0-9 3019,3-6 0,-11-5 0,-4-2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6.2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233 0 13345,'5'11'3484,"-1"-1"-2901,-4-10 1254,0 0-1450,-4-10-63,-6 8-128,-7-7-196,-9 10-28,-3 8 23,-4 4-34,1 8 27,4 2-66,4 1-140,8-2-197,7 0-33,5-1 179,6 2 106,10 2 118,8 3 45,12 1 0,5-1 0,0 0 0,-2-3 0,-7-1 34,-6-3 201,-10-3 119,-6 0-1,-17 4-275,-9-5-72,-14 4-6,-6-8-213,-1-5-11,4-3-410,5-3-715,8-2-8319,12-28 9668,11 7 0,2-10 0,4 17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6.8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8 15345,'-1'-4'1708,"0"1"-1030,1 3-320,27 66-162,-8-31-140,24 53-50,-16-51-6,0-5-235,0-6-180,-2-5-324,0-5-852,-3-7-218,0-3-1092,1-13 643,-1-10 2258,-1-15 0,-9 12 0,-5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7.0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73 0 9789,'11'80'4915,"-9"-19"0,-3 2-3157,-7 33-2104,2-30 1,-1-1 384,-8 27-36,7-33 0,-1 0-115,-4 23-174,0 10-64,9-46-725,3-14-389,1-10-1364,0-12-959,4-6 3787,11-32 0,-8 20 0,8-19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7.5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 0 12959,'4'11'4161,"-1"-3"-3416,-3-8 572,0 0-1054,0 13-100,-6 6 184,0 18-146,-6 7-94,3 6-23,2 4-51,4 0-21,2-5-12,5-6-129,7-8-56,7-8 23,10-10 111,17-6-5,-9-7-28,11-15 17,-19-6 11,-6-17 6,-6-5 16,-8-8 34,-4-3 0,-4-2 6,-7 3 139,-18-4-145,1 21-112,-14-1-285,11 24-707,2 2-817,1 5 1921,-1 1 0,11 1 0,3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7.9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 22 12489,'-15'-12'2329,"3"2"-2138,12 10 901,0 0-644,-2 71-22,1-30-51,-2 57-5,3-48-62,0-4-79,0-5-5,4-7-67,4-8-56,4-8-62,4-8 57,-1-6 61,2-3 56,-1-5 5,2-8-61,-1-9-79,0-13-72,-3-3 50,-2-3-56,-4 3-6,-4 2-184,-3 6-409,-1 1-612,0 4-659,0 3 1870,-2-3 0,1 12 0,-2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8.3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5 454 10601,'4'15'3887,"-1"-3"-3058,-3-12 1814,0 0-1797,5-3-240,-4-7-388,5-10-89,-6-15-12,-3-13-55,-2-9-56,-1-4-6,0 4 0,4 5-34,0 13-22,2 8-45,0 9-100,0 6-163,7 4-360,2 4-1488,26 2 717,-3 3-6492,50 11 7987,-32 2 0,6 1 0,-36-3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8.7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14 191 9279,'7'11'1921,"-1"-1"-1781,-6-10-134,0 0 5,77-29 84,-47 10 426,57-23 151,-70 17-140,-7 2-235,-6 1-95,-3 1 100,-7 6 387,-8 5-11,-8 6-325,-8 2 78,-1 12 258,-1 5 67,1 14-202,3 7-190,5 4 68,4 16-280,9-13-102,4 8-44,7-21-34,20 4-90,-1-12-174,20 0-492,-6-16-599,1-3-662,3-11 2045,3-16 0,-19 10 0,-1-8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9.0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 28 13407,'-15'-15'3305,"4"2"-2807,11 13-364,-1 77-134,0-29-143,1 12 1,-1 2-2004,2 6 2146,4 1 0,-3-33 0,2-13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0.2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13 11967,'11'26'2157,"-2"-6"-2051,-9-20-50,8 92 0,-1-42 3,0 11 0,0 1 92,4-6 56,-3-9-5,0-9-40,-4-9-11,-1-11 124,-2-7 78,-1-6-39,0-4-678,0-18 196,0-5-163,-3-25 23,-4-7 145,-2-11 29,2-5 0,1 3 22,5 6 112,-1 13 95,2 11-11,0 15-11,4 9 33,4 9 45,5 3 129,5 7 146,2 9-39,2 14-12,2 14-5,-2 10-124,1 7-106,-3 2-67,0-1-68,-5-7 1,6 13 39,-13-33 61,5 3 73,-13-33-179,2-5-5,-2-11-113,0-11-106,0-17-308,0-40 286,5 15 100,1-21 101,7 34 45,1 13 40,-1 11 105,2 15 130,-3 6 150,2 8 79,1 11 39,2 10-145,1 13 12,6 31-382,-4 4-342,0 1-622,-6-13-486,-5-26-1239,3-7-2588,1-6 5249,3-10 0,-8-3 0,-2-6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0.7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181 33 11474,'9'1'2616,"-2"0"-1966,-7-1 1086,0 0-1400,0-12 0,-3 8-89,-1-8 66,-7 10 158,-1 2-208,-2 0-162,-4 6-96,0 4 40,-3 11-45,0 5 6,-1 9-6,4 2 0,2 4 0,6-1-11,4-3-118,3-6-162,3-8-40,5-7 40,4-7 78,8-4 56,3-4-39,4-12-22,0-7-45,0-16 89,-3-9 73,-2-5 96,-4-4 5,-5 5 218,-3 6 398,-2 13-45,-4 13 264,1 10-617,-2 16-27,0 7-51,0 11-128,3 24-12,2-14-337,7 12-542,2-20-421,4-7-895,9-7-3222,0-7 5417,3-5 0,-14-4 0,-4-1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1.1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1 11861,'-3'10'2280,"1"-3"-2079,2-7 1189,0 0-752,0 45 118,0-12 45,0 43-73,0-19-173,0 7-174,0 2-174,2 1-106,1 0-51,5-2-44,-2-3-1,1-2-5,0-5-140,-2-5-442,2-6-718,-3-6-1456,4-8 2756,3-9 0,-5-10 0,2-6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1.6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291 0 10769,'6'14'2649,"0"-3"-2212,-6-11 1938,0 0-1865,-2-3-12,-5 3-246,-5 0-129,-7 6 208,-6 4 5,-3 6-135,-3 2-72,-1 4-67,1 1-29,0 1 40,5 2-39,4-3 6,4 1 38,8-3 12,4 2 10,3-2-10,3 2 11,2-1 5,7 2-5,6-2-101,10-2 6,6-2-6,3-3-101,4-3-207,1-4-1323,16-3 310,-17-2-533,13-9-5851,-22-7 7705,0-7 0,-15 6 0,-3 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1.8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14667,'15'15'4498,"-4"-3"-4347,1 69-61,-5-45-71,1 14 1,0 0-20,2-16-1451,5 5-1338,-3-17 2789,5-2 0,-10-17 0,0-3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1.9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15 15944,'-11'-8'-1075,"2"1"-4824,9 7 5899,0 0 0,0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2.4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69 11413,'-7'10'3764,"0"-3"-3019,7-7-191,2 71-66,2-36-113,2 57-39,3-53 5,-2-6-33,1-3-61,-2-8-74,-3-6-15,1-7 100,-4-5 190,1-3-448,-1-12-118,0-9-61,0-17-129,-2-9-119,0-7 114,-1-1 122,2 2 79,1 5 73,5 12 39,4 4 73,6 10 50,4 5 28,1 8 62,3 3 62,0 4-17,-1 11 106,9 23-263,-11 3-28,5 17-29,-12-13-44,-2 1-89,-1-4-449,-2 1-835,-1-4-794,0-2 2167,3 1 0,-4-16 0,0-1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2.9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208 40 12477,'14'7'2677,"-3"-2"-2386,-11-5 830,0 0-449,-32-25-28,17 19-504,-26-15-134,20 34-6,1 8 5,-4 13 1,2 3-6,1 4 0,5 0-140,4-4-112,7-2-95,2-7-79,3-6 23,5-6 84,4-7 139,9-5 40,3-2-174,4-11-5,0-8 140,0-13 128,-3-8 51,-2-1 280,-6 1 544,-3 9 123,-5 7-219,-3 11-398,-2 6-224,1 8 85,1 12 111,5 12-139,4 18 45,7 14 66,3 10 101,3 8-67,-1 4-67,-2 1 11,-6-3-73,-10-25 0,-1 0-5,0 23 11,-7 17-62,-14-38-84,-9-6-39,-17-6-62,-6-9-61,-4-7-985,-17-12 83,25-7-1014,-5-16-1591,34-20 3630,7-35 0,7 26 0,1-11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3.6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299 0 13026,'17'3'2403,"-4"-1"-2240,-13-2-163,0 0 28,-72 5 50,41 4-78,-53 5-50,64 3-158,9 1 68,6 2 78,10 4 17,11 3 45,11 3 6,10 4-6,4 0 0,-5 2 297,-4 2 6,-12 0-141,-9-1 90,-7-4 45,-7-5-123,-9-6-79,-11-9-235,-32-6-207,8-12-1541,-34-19 314,39-5 1574,-7-22 0,35 29 0,5-2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3.9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17260,'7'63'719,"1"0"0,-2-2 0,0-3-271,2 29-201,-2 0-1201,3-3 993,-3-8 309,3-9-348,-2-9-6,2-9-566,0-7-879,-2-7-1663,3-8-2531,-2-7 5645,2-11 0,-5-4 0,-1-5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4.4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286 17 12623,'-5'-9'3260,"1"1"-2779,4 8-296,0 0 90,-68 75 111,36-36-395,-10 11 0,0 1 457,14-6 25,3-2-165,7-4-66,5-6-57,7-4-79,4-5-72,2-3 283,7 1-384,10-1-101,12 1-6,13-3 17,7-3-56,6-5-179,4-6-230,-2-3-268,21-15 823,-22-5 67,13-15 0,-31-8 11,-4-5 23,-10-10 251,-10-26 354,-7 22 195,-11-9-324,-6 43-90,-8 13-319,-4 10-95,-3 18 89,0 8 196,-9 42-95,12-10-84,0 22 0,16 1-112,7-23-151,12 9-140,8-31-292,15-11-980,19-10 1563,32-15 0,-39 1 0,10-6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4.9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14594,'7'19'3417,"-1"-4"-2986,-6 65-274,0-31-124,1 8 1,2 2-23,5 1-5,2-5-6,3-7-73,-1-10-593,-3-7-802,0-9-722,-6-10-3074,0-5 5264,-5-6 0,2-1 0,-1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5.7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36 498 16168,'-20'-3'6,"5"1"-493,15 2-102,87-8 24,-30 4 167,7-1 0,2 0-1204,10 1 487,-5 0 734,-5-2 258,-9-4 123,-8-2 39,-8-4 554,-12-1 119,-7 0 477,-10-1-209,-7 2 95,-3 1 1,-2 5 4,-5 4 52,-7 3-437,-9 3-410,-7 5-111,-6 10 39,0 10-17,-2 13-17,3 7-112,6 5-56,8 1-11,11-2-56,4-2-151,8-10-101,10-4 0,11-10 67,13-6-387,37-10-206,-17-8-146,23-13 202,-30-13 116,-6-14 181,-9-11 285,-10-11 196,-8-7 33,-9-11 281,-5-3 271,-4 27 1,0 0 119,-4-19 102,0-8-57,-2 53-279,2 17-280,1 7-130,0 15-10,2 12 206,-1 55-167,2-2-62,0-17 0,0 1-466,0 30 444,3-2-6,2-8 0,2-11-6,3-13-358,3-10 95,-2-22-6,6-10 275,-6-28 292,6-15-532,-2-16-130,4-11-28,-1-5 135,1 2 263,-3 9 51,0 15 279,-3 16 987,4 23-813,-4 20-230,1 16-167,-2 13-96,-3 2-11,1 2-403,-2-4-606,-1-3-604,-3-6-1283,3-7 2896,2-4 0,-4-15 0,2-3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6.0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68 276 14432,'-13'-1'621,"3"0"-542,10 1-79,0 0 5,70-44 51,-41 22 90,52-35 258,-63 33 38,-7 2-89,-6-1 17,-2 2 178,-3 0 85,-9 4 62,-6 5 5,-10 5-386,-3 4-163,-2 9 73,-1 10-39,0 13 0,3 9-45,3 8-73,7 0-67,5 2 0,7-2-73,4-5-179,5-3-117,11-7-135,12-6-354,12-6-744,11-8-1411,12-5-5734,1-6 8747,2-9 0,-29 4 0,-12-4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6.4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176 14 12567,'4'-7'4520,"-1"0"-3843,-3 7-363,0 0-68,-50 11-16,29 1-230,-38 11-39,45-1-28,6 3-12,4 2 34,4 3 45,9 4 12,5 1-7,11 0 40,5 2-11,-1-3-34,0-3 11,-7-2 39,-5-4 23,-9-3 95,-3-2 79,-5-2-90,-5-1-157,-10 1-17,-7-2-555,-12 0-677,0-4-750,-1-4-2863,6-4 4862,6-4 0,12 0 0,5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6.6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137 0 14734,'2'12'4470,"0"-2"-4184,9 59-286,-8-28-796,-1 57-2334,-27-42-5289,-11-5 8419,-13-6 0,22-20 0,8-11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9.8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375 87 15838,'-55'-40'1254,"5"7"-576,23 28 89,-1 3-368,-3 2-181,1 4-128,0 8-85,1 11-5,3 13 34,4 10-29,3 7 1,6 3-6,4 0-28,5-6-95,2-6-84,5-10-102,7-9 46,5-9 5,9-9 62,2-3-112,3-5-185,2-10-106,1-8-258,-2-14-2027,8-37-163,-13-3 2899,-8 6 1,-3 2 0,-4 4 0,-3-11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0.0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 35 9554,'-15'-30'8642,"7"25"-7919,-1 32-68,9 26-173,1 12-169,2 6-184,3 2-84,3 1-45,1-5-34,2-3-1338,10 15-152,-4-24-728,13 10-5021,-7-31 7273,3-8 0,-13-13 0,-3-7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0.7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0 503 14566,'14'10'4834,"-3"-2"-4134,-11-8 471,0 0-975,0-11-2277,6-67 0,5-15 1180,6 27 545,-3-31 0,9 11 143,14 62-39,6 1 11,3 6-44,2 3 150,-3 7 135,-4 2 622,2 5-17,-16 5 28,-3 1-23,-16 0 12,-6 0-101,0-5 426,-2 2-482,0-2-90,0 4-185,-3 1-139,-4 1-1,-5 6-11,-7 2 23,-1 8-56,-3 5 27,4 7-33,-8 28 0,12-11-5,-3 16-68,12-23-62,3-6-72,2-7-84,1-7-112,0-9-376,0-6-269,2-6-72,8-8 745,3-10 17,4-13 161,-1-11 124,-2-8 73,-3 0 0,0 2 337,-5 10 251,-1 9-84,-3 13 34,1 7 100,-1 6 488,11 26-935,-1-2-152,7 22-39,-2-9-112,2-2-1003,0-3 1115,29-6 0,-30-12 0,19-6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1.5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13547,'13'7'2857,"-3"-2"-2628,-4 62 169,0-25-256,1 8 1,0 1 87,7 8-90,3-4-84,-2-7 84,1-11-78,-1-9-29,-2-12-22,-1-6 34,-2-7 95,-2-2 123,0-9-27,1-8-124,1-14-50,1-10-28,0-4-34,-3 0 5,1 6 236,-5 11-34,0 12-207,1 8 45,2 15-11,5 6-34,5 11 5,5 3-5,5 0-5,1-1 38,13-4-27,-13-9 55,7-4-5,-17-9 56,-2-1 51,-4-9 5,1-8-84,-6-14-45,1-31-129,-5 14-150,-2-15-444,-1 28-1176,-7 10-2094,0 6 3954,-4 6 0,5 7 0,2 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2.3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99 13452,'-9'-8'2218,"2"2"-1832,7 6-16,2 71 112,3-28-278,-1 8 0,1 1 43,10 4-62,1-4-62,2-8-118,0-10-5,-3-9-44,-1-11-46,-5-6 6,-2-6 22,-3-2 12,-1 0 50,2-25-6,-2 0 1,1-27-96,-2 4 51,-1-11 94,-1 23 1,0 3-39,1 27 95,5 13-12,3 10-44,6 8-39,4 8 27,3-4 247,2-2 39,0-8-27,-1-6-84,-3-7-35,-2-4 29,-4-2 55,-1-3 1,-1-10-68,-1-10-50,-3-12-140,-2-8-56,-3-8-308,-1-2-2145,-6-24-1149,-3 27 3658,-2-7 0,3 40 0,2 8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2.7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11043,'8'3'4223,"-2"0"-3242,-4 87-119,3-27-984,-2 7 0,1 3 626,7 21-90,0 2-117,-1-8-101,0-6 242,-1-15-315,-2-12 83,1-16-156,-4-12 68,0-14-1,-1-6 370,0-5-482,0-6 1,-1-9-6,0-12-207,0-15 0,2-11-17,3-10-73,3-1 122,3 3 103,0 10 72,-1 14 50,1 13 56,-4 12 97,4 6 21,0 15-17,3 8-56,3 18-95,-1 12-11,1 5-163,4 30-503,-6-23-976,3 14-1579,-1-34 3176,4-6 0,-9-18 0,2-4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3.3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243 38 13256,'13'2'3192,"-2"0"-2844,-11-2 833,0 0-593,-27-7-117,12 6-179,-23-3-52,17 11-4,-1 4-113,-2 6-56,1 2-67,1 6 6,0 3-6,4 6 0,2 1 5,6 2-5,4 0-11,3-5-95,3-3-152,0-5-117,7-6-192,2-8 69,7-4 44,5-5-38,-1-6-68,5-11 134,-1-14 174,0-14 106,-5-10 146,-3-5 0,-5 1 258,-3 6 459,-2 14 274,-4 12-302,0 14-190,-1 7 55,-1 19-330,0 7-72,2 18-52,1 7-100,1 7 0,3 0-78,2 2-700,3-6-3821,14 5-145,-3-24 4744,10-3 0,-18-22 0,-5-5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3.5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14661,'1'14'5176,"4"71"-4980,-1-32-165,0 5 0,0 2-26,4 20-5,2-3-140,0-8-375,1-9-757,-1-12-968,-4-10-2392,-2-10 4632,-3-12 0,-1-7 0,0-6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3.6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99 14561,'-14'-14'1411,"3"3"-1411,11 11-958,81-9-890,-31 2 1223,10 0 1,4-1-646,31-2-2007,1-2 3277,-39 6 0,-3 1 0,3-1 0,-13 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4.1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4 14471,'-20'-2'2851,"4"1"-2549,16 1-134,0 0-128,29 86-40,-8-45-42,1 13 0,3 0-429,10-17-593,-1-8-829,8-11-2610,-6-8 4503,2-8 0,-19-2 0,-6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4.3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101 0 15221,'6'4'6520,"-15"92"-6099,1-33-627,-1 7 0,0 4 374,-3 16-106,2-1-56,-2-3-6,2-6-96,0-9-11,2-7-784,2-11-474,3-9-1710,2-10-863,1-12 3938,0-9 0,0-7 0,0-5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4.8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89 5 13749,'-10'-2'3114,"2"0"-2599,8 2-173,-29 82-85,19-33-168,-5 9 1,1 1-39,12 1-51,2-5-140,7-10-95,6-9 50,8-12 84,5-10 101,-1-7 0,5-9 0,-1-13-39,-1-9-68,-2-17-133,-8-9 88,-3-6 102,-10-5 50,-2 4 84,-4 5 157,-22 9-314,3 20-509,-18 9-1200,8 34 1782,0 20 0,13-12 0,3 6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5.5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18 12455,'-14'0'2873,"2"0"-2251,12 0-163,0 68-44,0-33-191,0 56-152,5-53-72,2-3 0,7-7-72,1-4-12,3-9 39,-1-5 45,2-6 5,1-3 51,0-2-22,1-10-28,-1-6 72,-1-15-16,-1-5-1,-5-7 40,-4-2 565,-3-8-425,-5 16-241,1 2-879,-2 21-1026,0 4-3337,0 1 5242,0 3 0,0 2 0,0 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6.1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477 1 12981,'2'2'3439,"1"0"-2481,-3-2-874,-75 0-50,37 6 22,-58 0 22,58 6-11,7-2-67,9 2-89,9-1 89,7 7 95,5 5 62,9 8 33,7 6-16,11 4-79,7 0-39,1 2-17,-4-5 84,-6-1 287,-7-5 122,-9-4-73,-4-3 241,-17 5-583,-6-9-117,-17 6-100,-5-11-242,-6-1-95,-1-5-2223,-10-4-163,20-5 2823,-4-19 0,31 12 0,3-13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6.5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0 257 12903,'9'3'2509,"-3"-1"-2189,-6-2-12,0 0-236,73-36 85,-50 19 73,53-33-79,-71 27 28,-3-5-89,-2 0 78,-6 1 207,-4 4 224,-6 6 157,-3 9-290,0 4-332,-2 9-39,1 9 68,1 12-34,0 10-29,5 7 12,4 3-106,6-1-6,2-1-151,9-2-331,8-6-1630,30 3 477,5-19 1635,37-1 0,-47-18 0,4-1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6.8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0 277 12343,'1'4'2363,"76"-36"-2357,-42 13 16,12-4 1,-2-2 128,-17 0 179,-9 1-44,-6-2-84,-7 2-45,-3 0-84,-6 3 33,-8 3 107,-6 6 50,-8 7-101,-3 2-61,2 3 45,-2 9 167,3 8 175,3 14-119,3 7-111,5 5-124,7 1-95,3-1-39,4-2-156,10-6-164,7-4-195,14-9-224,5-6-695,9-8 586,9-4 0,-23-4 0,0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7.3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28 155 13312,'-16'-8'2806,"4"3"-2683,12 5 712,0 0-214,26 0-38,2 0-74,32 0-166,4 0-125,16-3-89,12 0-313,-41 0 0,0 0 184,0-1 0,1 1 3,-1 0 0,-1 0 2,43-6 3,-12 3 194,-14-1 78,-12 1 106,-14 1-27,-11 1-23,-8 2-45,-7 0 309,-6 2-488,-4-3-50,-3 3-124,-1-3-615,0 0-796,2-8-2622,3-3 4095,2-7 0,-3 10 0,-2 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7.6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13026,'20'16'4498,"-4"-3"-3726,-16-13-452,26 81-287,-17-41-33,6 12 0,-2 1-1142,-10-6-2353,-3-5 3495,-8-5 0,5-18 0,-5-8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8.4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0 103 12236,'4'1'3109,"-2"1"-2566,-2-2-173,9 81-40,-4-36-215,1 9 0,1 0 25,-2-6-34,1-9 18,-2-9 32,-1-9 124,-2-8 112,0-7 6,0-4-784,0-15 55,0-6 1,-1-19-129,0-7-40,0-11-94,1-6-46,6-4 146,5 4 246,6 7 247,1 14 56,0 16 213,-2 12 196,-1 9 213,0 10 28,-1 9 11,1 12 302,2 37-812,-6-13-207,3 20-39,-9-24-796,3-7-923,-1-5-1255,7-13-3675,1-6 6688,5-10 0,-10-4 0,-2-2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8.7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71 0 15205,'-15'56'1282,"1"0"1,-4 37-1653,31-65 29,9-8 246,10-8 95,5-6 33,4-5-33,1-5-5,-4-9-1,-5-7 6,-10-9 39,-8-3 62,-8-3 50,-5 0 112,-12 4-50,-8 7-45,-15 7-168,-9 9-308,-4 4-481,-3 4-702,6 0-1208,7 0-2656,11 0 5355,9 0 0,8 0 0,6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8.9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14297,'21'72'973,"-1"0"0,1 0 1,7 28-1,-5-17-1729,-9-36-795,-4-2-6949,-5-8 8500,-3-7 0,-2-14 0,0-8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9.1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78 12948,'9'14'2458,"-1"-2"-2458,60-26-129,-23 6-409,6-3 1,3 0-2879,21-4 592,-5-1 2824,4 1 0,-37 7 0,-9 3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0.5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13861,'10'12'2095,"-2"-2"-1883,-8-10 505,0 0-286,14 84 113,-1-30-362,0 8 0,0 2 142,6 5-116,0-4-124,-3-12-84,-1-11 0,-3-14 62,-3-10-56,-4-11-6,1-5 78,0-10 23,1-8-68,2-12 1,1-12-23,-1-4-5,0-3-6,-2 1-6,-2 6-55,-1 8-51,-1 15 112,1 8 190,2 21 17,3 8-72,2 12-96,9 18-45,-4-15 1,5 4 5,-8-23 5,-3-8 1,-1-4 72,-3-4 85,0 0 55,-2-9-50,3-5-78,1-15-40,-1-7-218,2-29-162,-6 15-197,1-13-577,-4 29-710,0 10-1295,0 10 3109,0 8 0,0 3 0,0 3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0.9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25 11245,'12'-14'2890,"-2"3"-2565,-10 11 1551,0 0-1148,8 80-39,0-27-454,0 8 1,-1 2 60,5 13-144,-2-1-147,-1-7 1,-2-9-6,0-12-56,-1-12-151,0-13-101,-1-9 78,-1-9 6,-3-3-6,2-6 113,-1-8-141,2-13-145,1-13-84,2-11-34,1-6 224,4-1 173,2 4 264,4 2 141,-5 25 145,1 5 262,-5 21 52,0 13-141,1 7-207,3 17-196,-1 5-129,6 27-476,-5-18-588,3 15-739,-5-29-1199,1-4-3450,0-7 6385,1-9 0,-6-8 0,-2-5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1.4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135 10 12455,'3'-5'2873,"0"1"-2251,-3 4 1204,0 0-1306,-6 7-312,-1 3-164,-8 12-32,2 3-12,-3 6-6,0 5 0,-2 3 1,3 1-46,1-1 12,5-3-78,2-4-91,4-6-144,1-4-169,2-7-95,0-3-23,3-8 124,4-1 235,5-3 67,6-9-73,1-9 17,2-16 101,-2-11 84,-2-7 84,-2-2 28,-5 0 331,-1 9 503,-6 10 40,0 13-263,-3 12 78,0 9-477,0 13 91,0 11 38,0 12-144,1 9-163,2 2-62,3 2-259,1-5-726,5-3-578,0-10-4150,21-14 5713,-10-7 0,4-9 0,-16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1.6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14757,'6'7'4946,"-1"-1"-4745,-5 85-128,2-39-73,0 10 0,1 2-5,6-3-466,1-6-549,3-5-682,-1-11-511,-1-5-2732,-3-10 4945,-5-8 0,0-9 0,-3-5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1.8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40 14869,'-5'-7'913,"1"1"-913,4 6-140,0 0-891,101-5-2542,-44 1 3573,14-1 0,-3 0 0,-28 2 0,-10-1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2.3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13911,'17'1'2554,"-4"0"-2184,-13-1 554,0 0-829,35 77-95,-16-43 0,5 13 0,1-1-571,-2-18-336,2-5-892,3-11-2082,-1-6 3881,0-7 0,-12 1 0,-5-2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2.5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158 1 15743,'2'3'4609,"0"-1"-3942,-14 75-152,2-23-305,0 7 0,0 3 48,-8 19-140,2 4-79,-2-4-39,2-2-179,0-5-332,4-8-340,1-8-364,4-12-634,3-13-839,3-13 610,1-12-846,4-14 1042,5-14 1882,6-12 0,-5 10 0,-1 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2.9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9772,'16'17'6811,"-3"-4"-5473,-13-13 141,0 0-1283,0 31 28,0-5-1328,40 23 1,11-4 879,-19-26 148,20 7 1,-5-15-127,-34-46 124,-7-24 341,-4 15 230,-3-8 39,-7 29 202,-16 8-734,-1 9-241,-11 4-543,10 4-857,2 5-1613,4 3 3254,5 0 0,7-4 0,4-3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3.2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62 15289,'15'2'2033,"-2"-1"-1820,-13-1-129,0 0-79,5 71 1,7-38 302,39 13 0,8-10-168,-20-36-20,18-12 1,-8-10 8,-45-20-129,-2-14-269,-12 22-493,-3 6-559,-12 5 1321,-10 5 0,15 9 0,-2 2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3.9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24 14538,'-6'-13'3047,"2"2"-2627,4 11 364,0 0-16,-1 97-85,2-31-657,-1 6 1,1 4 326,4 17-152,1-5-145,-1-8 81,0-10-137,1-14-246,-3-9-510,1-12-599,-2-9-858,-1-9-890,-1-9 3103,-1-5 0,0-3 0,0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4.5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40 509 13161,'-22'-5'1131,"4"1"-1165,18 4-117,0 0 151,95 3-101,-38-16-248,11 6 1,1-4-212,5-29-34,-2-7 11,-6-5 208,-9-4 358,-10-4 17,-10 2 934,-11 5 242,-7 9 347,-8 13-425,-5 12-392,-4 10-213,-1 7 156,-1 15-263,0 12 152,0 25 34,0 18-214,0 14-427,0 8 164,0 0-56,3-5-33,0-8-6,4-12 0,2-13-78,0-12-113,3-12-122,-2-13-146,2-7 245,1-7 378,2-15-304,2-9-157,3-21-123,1-10-33,2-6 167,-1 1 253,-3 6 33,-3 10 464,-4 17 197,-5 10 219,-1 10-348,-3 12-22,1 8-135,2 13-168,1 10-117,2 3-79,0 2-11,1-2-140,0-3-577,2-5-2655,8-2 247,-1-14 3125,15-11 0,-19-7 0,3-6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4.7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14180,'12'4'4570,"-3"-1"-4166,-9 83-23,2-41-2401,-2 12 1,1-1 2053,2-8 825,0-7-1374,1-9-1026,1-10-1629,3-12-2583,1-6 5753,3-15 0,-5 7 0,-2-6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4.8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21 15468,'-5'-12'-73,"1"3"-3444,4 9 3517,0 0 0,0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5.2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1 425 13525,'18'23'2593,"-3"-4"-2330,-15-19 1490,0 0-1092,9 13-296,-7-23-242,8 3-123,-10-32 0,0-13-135,0-7-111,0-9 38,0 3 40,0 5 106,5 11 62,1 14 90,5 13 28,1 12 78,1 6 90,3 15 61,1 8-16,2 18-63,1 10-111,-1 7-62,-4 3-61,-1-3-34,-2-2-112,-2-7-459,1-9-841,-1-10-1596,2-12-2766,-1-8 5774,2-6 0,-6 0 0,-2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5.5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15182,'10'6'2594,"-1"-2"-2158,-9-4 299,0 0-41,0 82-50,0-25-395,-1 6 0,2 2 127,1 16-119,2-2-156,3-4-67,-1-6-34,2-7-101,0-9-325,1-9-514,1-10-1167,2-11-1858,1-10 3965,2-7 0,-7-5 0,-2-1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5.8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237 1 12477,'9'3'4386,"-2"0"-4269,-7-3 203,0 0 195,-64 48 39,34-19-313,-10 5 1,1 1 116,12 2-218,5-1-129,7-5-11,5-4-67,6-3-107,3-2-22,9-3-62,8 1-61,14-3-980,32 4 240,-11-11-722,18 1-2974,-27-10 4755,-7-1 0,-18 0 0,-7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6.4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9 149 12746,'-5'-4'3618,"2"0"-2890,3 4-302,34-5 5,0 1-44,39-4-163,2 2-79,17-1-436,-38 3 0,1 0 319,7 0 0,1 1-25,4-2 0,0 1-1,3 2 1,0-1 0,-2 0 0,1 1-1,-3 0 1,-2 1 3,-4 0 0,-2 0-4,-5 1 1,-2-1 3,35 0 268,-18-1 169,-17-2 111,-15 0 275,-14 0-45,-11 3 729,-7-2-1513,-3 1-134,-1-1-791,0-1-1209,0-3-4598,0-2 6732,0-4 0,0 6 0,0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7.2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13928,'40'54'1502,"1"0"1,2 3 0,-5-7-2376,-9-11-326,9 5-688,-9-25 1887,8-7 0,-18-8 0,2-3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7.4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93 1 13625,'4'9'3932,"-1"-1"-3389,-3-8 169,0 0-62,-8 97-68,2-32-914,0 10 0,-2 3 590,-1 21-191,3-48 0,0-1-6,0 0 0,1 0-61,-7 43-135,2-8-262,2-13-365,3-13-409,2-18-806,1-13-1075,2-17-1558,4-13 4610,4-13 0,-3 4 0,2-2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7.8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13222,'16'5'2610,"-3"-2"-2061,-13-3 717,0 0-1070,0 43-140,0-15-51,0 36-5,3-28 0,4-1-5,4-7-34,5-3-51,0-9 23,3-6 22,2-6 34,1-2-84,0-6 16,0-9-5,-4-7 79,-3-10 5,-7-3 28,-3-4 140,-4 3 22,-2 1-44,-9 6-146,-4 6-180,-8 11-38,-3 5-566,0 5-964,-1 11-1366,2 5 3114,2 8 0,11-8 0,3-7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8.1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55 15037,'2'12'2039,"-1"-2"-1737,-1-10-218,0 66-78,6-32 5,5 52-11,10-52 5,7-6 91,3-7 38,3-10 23,-2-5-12,1-5-44,-5-5-50,-3-9-12,-6-6 11,-4-11 34,-8-3 34,-3-2-118,-5-1-62,-10 1-481,-5 2-683,-14-3 1226,-11-6 0,18 19 0,-2-2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8.7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348 1 14673,'6'3'2929,"-2"0"-2207,-4-3-436,0 0-241,-77-4-45,41 16-51,-58 3 18,63 20-23,13 4-11,7 3-17,8 0 72,16 0 7,5-1-1,15-1 6,0-1 0,0-3 34,-8-1 268,-6-4-127,-10 0-35,-4-3 16,-5-2-38,-10-1-118,-7-4-185,-14-4-353,-8-5-364,-1-6-671,1-4-438,2-13-5498,9-8 7509,7-13 0,11 12 0,6 3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9.1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9 13127,'4'-5'4184,"0"2"-2941,-4 3-699,19 78-141,-8-17-266,2 4 1,1 5-738,-6-20 0,-1 0 631,1-2 0,-1 3 131,3 13 1,0 0-163,2 18-11,6 10-95,-9-55-135,0-15-84,-1-12-106,2-17 397,1-14 812,3-18-1131,1-17-117,2-8-34,1-6 218,1 7 286,-2 9 336,-4 18 45,-2 17 34,-2 12 251,3 12-122,0 12-124,2 10-112,8 36-308,-6-11-196,4 16-487,-7-23-2964,6 5 3647,3-16 0,-6-5 0,-3-20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9.4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73 1 15221,'0'9'2163,"1"-2"-1783,-1-7-88,0 0-35,-15 73-128,12-31-129,-12 56-39,19-53-152,8-8-66,5-9-6,9-10 50,0-10-22,4-5-124,-1-8-33,-2-10 6,-4-9 100,-6-12 258,-9-4 28,-4-3 247,-5 3 178,-10 8-223,-6 7-202,-12 10-314,-6 8-397,-2 4-880,-4 3-7010,5 0 8601,5 4 0,14-3 0,8 3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9.7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63 15020,'-10'-2'2044,"3"0"-1870,7 2-129,-3 81-40,9-43-5,-3 13 0,3-2 0,15-17 45,7-8 45,2-11 16,2-6-33,0-6-73,-1-3 0,-4-8-6,-4-7 1,-7-9 5,-5-4 67,-6-5-67,-3 1-56,-4-4-470,-6 4-337,-3 0-739,-5 4-2207,2 4 3809,4 5 0,6 10 0,1 4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0.1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0 9156,'2'5'4021,"-1"-1"-408,-1-4-2952,-11-2 67,9 24 68,-9 13 49,11 29-167,0 14-180,0 6-95,0 3-179,0-3-123,0-6-67,2-9-34,2-8-230,2-9-414,4-8-750,2-9-1379,4-8-167,7-11-1934,3-8 4874,3-5 0,-13-3 0,-4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0.6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179 519 11732,'-21'-52'9315,"13"42"-9315,-32-34 0,20 64 56,-2 16-45,0 5-11,3 5 0,5-1-95,6-1-118,5-5-140,2-4-156,2-10 27,7-3 17,5-10 100,6-5-32,3-4-118,0-7 22,0-12 101,-1-10-247,0-49 544,-8 7-8,-7 16 1,-1-1 102,-2-36 207,-3-1 409,0 0 252,0 12 34,-3 14 11,1 19-168,-2 20-353,2 13-246,1 16 322,1 19-126,0 21-135,0 25-112,1 14-67,4 7-28,2-1-319,4-5-2538,5 15-1047,-4-32 3904,5 16 0,-12-56 0,0-2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1.2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182 83 11340,'20'-8'4666,"-4"1"-3428,-16 7 1607,0 0-2111,0-30-275,0 23-364,-5-23-95,-3 30-101,-4 0-140,-3 4 23,5 3 67,1 7 61,3 6-10,5 6-85,-1 7 11,2 5 73,7 3 12,2 2 5,9-1 17,0-2 33,-1-2 34,-3-7 0,-5-3-11,-5-7 67,-3-2-17,-11-7-157,-20-1-290,-2-8-428,-13-2-373,14-2-5893,-10-15 7102,15 3 0,1-5 0,19 10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1.6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14 260 9223,'26'9'3355,"-4"-1"-3131,-22-8-5,0 0-46,69-63 79,-49 34-37,17-10 1,-4 0 557,-31 11 208,-2 1 27,-2 5-17,-7 6-39,-6 7-397,-6 5-404,-4 8-78,-1 11 230,-2 12-23,1 15-28,2 6-23,6 5-95,5 0-78,6 0-207,4 11-173,13-18-141,7 3-207,12-23-298,6-9-771,6-7-1430,9-6 3171,17-24 0,-30 15 0,3-14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1.9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0 281 13065,'54'-29'610,"0"-1"1,-6 3 0,-9 1-219,-23 1 0,-6-1-61,-4-2 27,-3 0 258,-3 5 118,0 5-118,-8 6 40,-3 6-371,-10 3-234,-2 9-1,-2 8 90,0 13 45,2 11 112,4 9-107,7 2-61,5 0-34,5-5-95,6-5 0,8-8-157,9-5-67,13-9-134,5-9-191,3-4-471,2-4-705,5-10 1725,10-15 0,-26 9 0,-1-6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4.9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16297,'12'12'286,"-3"-2"-3512,-9-10 3226,0 0 0,0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6.1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 53 13648,'-19'-10'2935,"3"3"-2829,16 7-106,0 0 6,28 0-6,-5 0 5,29 0-5,-7 0-985,14-4-3356,2-4 4341,2-2 0,-29 2 0,-11 3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6.9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13877,'5'7'2840,"-1"-1"-2683,-4-6 733,0 0-223,0 64-50,0-15-357,0 4 0,0 3 132,2 24-224,0 2-112,2-5-50,1-4-6,0-11-224,2-9-325,-2-11-566,2-11-767,-5-13-1198,0-8 3080,-2-9 0,0-1 0,0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7.5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34 605 13289,'-18'0'997,"2"1"-997,16-1-123,0 0 22,71 27 51,-31-20 16,9 8 1,1-3-152,-1-18-101,-2-10-106,-5-11 45,-6-11 17,-6-9-35,-6-6 1,-7-10 202,-3-6 162,-7-5 358,-3 2 511,-2 4 144,-2 13 135,0 14-117,0 15-353,0 15-281,-3 18-363,1 20 173,-1 25 135,2 20-3331,1 16 3319,0 11-99,0-28 1,0 0-198,0-19 0,0-2-34,-1 12 0,2-3 0,1 1-12,3-15-134,0-15-16,2-14 22,-4-9 3231,2-6-3231,0-12 146,7-32-45,0-7 28,6-29-73,-3 9-22,1 5 72,-2 9 34,-2 15 168,-2 18 599,1 15-251,-2 22-141,4 15-156,-2 16-113,0 5-67,0 4-39,-1-2-207,0-2-2437,7 9-5051,3-11 7695,0-8 0,-7-20 0,-8-18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7.9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72 257 11553,'-15'-2'1199,"2"0"-1003,13 2-62,0 0-72,63-60 72,-41 33 20,14-10 0,-4 1 261,-24 12-7,-4 4-122,-4 2-56,-2 3 89,-7 6 325,-4 4-117,-9 3-152,-2 12 174,-2 7 268,-3 16-105,4 12-96,0 7-235,8 6-213,6-2-106,7-3-62,2-8-241,13-7-285,4-7-461,16-9-570,18-10-1557,3-9 3114,12-15 0,-30 6 0,-8-5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8.8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12012,'0'13'2470,"0"-4"-2162,0-9 1076,0 0-936,1 85-118,2-43-207,-2 12 1,1 0 111,4-12-112,-3-9-89,1-6-23,-1-8 45,-1-9 0,0-3 67,-1-5 6,1-1-6,-1-1-123,0-8 0,-1-3-235,0-11-28,0-7 117,0-5 12,0-6-6,0-1 22,0 4 51,0 3 17,1 8 50,4 7 0,2 4 11,4 8 84,11 3 146,-3 14 72,10 10 18,-6 18-68,0 8-73,-4 6-78,-2 0-33,-4-3-34,2 7-40,-7-22 6,0 0 12,-6-26-23,0-4-84,0-4-196,0-2 17,0-9-594,0-30 526,1-3 147,2-25 49,4 10 29,3 0-6,4 5 61,-1 10 51,1 10 34,-2 13 117,-1 11 224,-2 6 174,2 16-73,1 8-67,0 17-135,0 7-128,0 6-112,-2 0-34,1 0-348,-1-4-693,0-5 1041,20 10 0,-20-28 0,14 5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9.2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91 30 14387,'-13'-16'2560,"3"3"-2263,10 13-191,0 0 157,-29 78 28,21-32-210,-8 7 1,3 2 35,11-2-117,2-8-56,3-8-72,6-9-18,4-10 73,8-8 68,1-6 5,1-3-62,0-5-16,-2-7-23,-1-10 28,-5-9 23,-5-7 44,-6-4 6,-3-4 0,-5 2-39,-6 2-297,-6 7-487,-5 6-645,-5 9-1602,5 6 3070,-3 7 0,13 4 0,3 2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9.7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1 541 11822,'13'27'3668,"-2"-6"-2906,-11-21 1484,0 0-1870,5-16-270,-4-5-106,2-22 0,-9-9-185,-2-8-62,-1-5-49,5 4-220,1 10-83,3 11 84,4 14 185,9 10 218,11 6 67,12 7 39,11-1-5,9 2-34,6-3-72,6-1 21,-2-5 52,-4 1 49,3-6 387,-29 5 683,-5-3-498,-26 4-224,-7 1 95,-9-3 242,-23 4-539,0 3-112,-14 3 28,13 17 17,0 8 17,2 18 22,4 9 62,8 5-62,9 2-123,7-1-151,19 11-202,4-21-504,16 3-924,8-30 1781,12-9 0,-23-6 0,2-4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0.2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15569,'1'16'2515,"0"-3"-2275,-1-13 349,0 0-314,10 71-102,1-31-100,10 56-73,-1-50 0,1-5-280,2-6-320,3-7-738,-1-7-578,5-8-823,4-7-4714,-1-13 7453,2-8 0,-17 3 0,-5-1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0.5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149 0 11004,'9'30'9830,"-13"46"-8710,-11 3-1724,4-22 1,-1 1 732,-7 35-96,1-1-33,1-3-44,1-6 187,2-8-855,1-7-307,4-11-3128,2 2 1285,4-31 2862,3-1 0,0-27 0,2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0.8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0 13110,'-3'67'1008,"-1"0"0,0 0 1,0 24-1,6-17-1171,9-40-21,8-10 122,3-8 62,3-9 6,0-4-6,1-8-28,1-7-62,-2-10-33,-3-9 56,-6-7 67,-7-4 39,-5-3 56,-4 3-50,-1 3-45,-6 9-331,-4 8-739,-5 9-268,-4 7-2129,1 4 3467,0 2 0,10 0 0,2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1.1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36 14180,'29'89'1034,"0"0"0,-3-7 1,1-18-1030,5-38 68,-1-9 84,3-9 33,-2-5-33,-1-7 45,-2-10-57,-4-9-5,-5-13 6,-6-6 44,-8-3-15,-2-2-136,-4 3-39,-8 5-466,-4 7-838,-8 7-1592,-5 3-2420,3 7 5316,0 1 0,11 7 0,5 2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2.1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231 502 13211,'16'4'3064,"-4"0"-2594,-12-4 1093,0 0-1183,-46-29 47,23 22-321,-37-18-100,32 39 72,1 12 6,1 15-28,5 9-56,5 6 0,9 0-73,3-2-89,5-8-152,10-6 56,6-11-16,11-9 94,4-9-60,1-6-57,2-6-56,-4-14-5,0-7 27,-6-19-16,-4-7-6,-7-12 210,-8 7 1,-2-2 142,-1-37-254,-4 29 0,-1 0 360,-5-27 197,-5 4 89,-3 15 17,3 13 33,2 18 499,4 15-689,2 14-56,2 8 12,1 18 574,1 11-441,0 21-44,0 13-129,5 11-143,2-18 1,2 2-32,10 27-145,-6-31 0,1-2-673,11 12-705,3-6-415,3-6-206,3-5-1105,3-7 1815,1-6 1026,0-9 1434,6-1 352,-15-12 336,2 0-235,-18-9-84,-4-2-375,-3-11-196,-3-8 72,-2-17-240,-1-10-420,-1-14-197,-3 10 1,-2-2-152,-1-26-31,2 28 1,0 4-669,1-5-309,4 16-151,9 10 762,13 9-281,18 4 796,34 2 0,4 3 0,-20 0 0,5 2 0,1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2.5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243 1 12707,'-39'54'2414,"0"0"0,9-9 0,2-2-2307,-18 32-102,22-20-5,5-4-50,9-5-124,4-8-151,5-8-257,1-7-158,4-10 18,5-6 296,6-4 84,4-8 90,1-10 40,1-10 38,-2-15-106,0-6 5,-4-6 174,-1-2 101,-3 4 112,-2 10 494,-2 11-41,-4 16-167,1 6 212,-2 19-195,3 10-247,1 17-168,4 11-286,2 3-705,1 0-567,3 1 1558,3 3 0,-8-26 0,-1-3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3.3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 10 13497,'-13'-5'2856,"2"0"-2329,11 5 21,0 76 29,5-26-378,-2 6 0,2 3-31,11 11-101,1-4-61,3-6 27,-2-12 51,0-10-84,-4-10-5,-2-13-40,-3-7 45,-2-7 106,-1-2 119,1-11-96,0-9-68,4-17-61,-1-9-44,0-7-12,-1 4 28,-3 6 28,-2 15 0,-1 14 0,0 19 33,4 12-27,1 14-6,5 6-28,2-1-11,0-3 39,2-8 56,2-7 33,-5-9 68,0-4 78,-5-4 45,-2-9-28,2-5-129,1-14-123,-1-7-5,0-8-230,-2-4-1446,-2-17-486,0 21 2167,1-5 0,-2 35 0,0 5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3.5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13704,'11'4'3181,"-3"-1"-2856,-8-3-191,0 0-134,15 78-235,-12-46-812,10 66-5706,-22-70 6753,-5 0 0,2-14 0,2-5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4.0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16280,'11'7'2919,"-3"0"-2393,-8 67-195,0-18-203,0 4 1,1 2-437,4 20 341,0-4-33,3-9-10,-2-11-388,1-12-509,-1-10-583,-2-11-577,-2-11-733,-2-7 2800,-6-5 0,4-2 0,-5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4.8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13 549 12382,'-7'-14'1753,"1"2"-1792,79 43 33,-31-23-45,9 6 1,2-6-146,-2-25-128,1-17-80,-7-12 68,-5-9 230,-8-7 106,-8-5 409,-4-31 240,-11 30 466,0-12-84,-8 48-499,-1 14-353,0 12-22,0 25 106,0 15 109,0 16 1,0 8-15,1 36-210,1-26 1,0-1-26,5 29-67,3-11-56,0-11 0,2-16-280,-2-15-134,0-15 111,-2-15-262,2-13 492,-4-17-431,4-14 6,-1-18 139,1-11-61,2-8 168,1 0 246,0 5 381,5 7 40,-7 27 330,3 9 190,-8 34-240,4 9-281,-1 21-257,3 8-118,1 5-45,9 19-195,0-24-85,10 8-128,-3-33-1,5-8 46,1-9-90,6-6 117,2-2 275,4-11-40,1-8-644,25-34 471,-22 4 280,11-20 174,-33 15 571,-14 4 353,-7 6 78,-12 12-173,-7 8-112,-6 13-494,-8 4-268,3 7-129,-2 12 252,-3 31-118,9 0-61,0 22-73,12-19 0,5-2-185,2-6-610,22 1 134,-2-18-667,20-2-833,2-17 2161,20-25 0,-28 16 0,5-16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5.7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13401,'9'11'2751,"-2"-2"-2326,-7-9-78,3 80 141,1-29-315,0 6 1,1 2 72,4 4-27,1-7-91,-2-11-49,-1-12-29,-4-12 146,1-10 236,-3-7-163,0-2-286,-1-17-145,0-4-118,0-23-85,0-7 57,0-11 67,0-5-72,0 0-57,6 6 174,1 9 146,8 15 50,-2 12 78,0 13 163,2 6 140,-1 15 39,3 11-40,-1 16-133,1 11 185,2 29-315,-5-20-61,4 28-56,-10-49-117,2 1-371,-5-27-33,0-6 112,0-4 96,2-5 240,1-9-50,3-9 5,1-15 28,4-8 1,0-7-1,1-4 90,-1 4 443,-2 1-7,-4 24-167,-1 6 50,-5 19 158,1 14-113,1 8-84,0 17-112,3 10-112,-2 3-56,1 5-1081,7 12-235,-5-21-488,8 4-453,2-32 2257,12-7 0,-13-8 0,3-2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5.9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 50 11693,'15'-13'6340,"-2"3"-6065,-62 79-169,35-29-67,-12 8 0,3 2-39,20-2-201,12 7-23,3-21-6,21-1 180,-5-24-213,21-17 145,-21-11 12,4-14 66,-17-8 40,-8-5 62,-3-3 0,-15-18-510,-4 21-712,-12-7-755,-3 30 1915,-5 7 0,14 8 0,2 4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6.4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0 498 13592,'13'4'5091,"-2"-1"-5170,-11-88-117,0 47-3,0-14 1,0 1-469,0 18-83,0 8 257,9 5 325,10 5 118,15 4 33,15-1-3487,7 3 3156,36-9 225,-24 5 100,-17 1 1,-2 0 22,-8-1 415,0-2 117,-32 6-246,-5-1 235,-5-1 3453,-10 0-3347,-6-1 113,-11 3-269,-4 3-281,-3 3-112,-17 23-27,17 7 22,-5 25 67,26 5-23,7 4-66,11-2-51,12-4-6,9-10-100,11-8-174,5-11-572,2-9-1293,9-9-4207,-5-16 6352,1-7 0,-23 1 0,-8 1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7.4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11 13306,'-4'-6'3949,"1"2"-3591,3 4 409,0 0-543,18 52-16,-4-20-84,17 45-68,-10-36-56,1 0 0,-2-6-90,-1-4-667,0-7-648,-1-5-1250,3-10-4826,1-6 7481,1-14 0,-10 6 0,-4-6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7.6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51 1 12707,'2'75'1780,"-1"0"0,0 1 0,0-6 0,0 0 0,-3-8-1674,-2-9 0,-1-4-315,0 2 1,-1-1 208,-3 48-95,0-10-465,2-10-459,2-12-389,2-14-1409,2-16-272,1-16-2299,0-11 5388,0-14 0,0-2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8.0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15210,'9'69'434,"0"0"0,0 0 1,2 26-1,5-26-658,9-57 84,0-7-90,3-5-151,-2-11 17,1-8 78,-5-13 107,-4-7 179,-8-3 235,-4-19 169,-9 13 27,-7-7-44,-8 25-35,-6 9-251,-4 8-101,2 7-285,-1 5-1754,-1 14 2039,8 7 0,5-3 0,9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8.3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13614,'10'62'1523,"-1"1"1,7 2-1,1-8-1562,7-15 39,13 2 11,-11-27 73,3-10-5,-3-3-18,0-4 1,-5-2-56,-2-7 61,-5-4 22,-3-9 7,-4-5-96,-4-4-17,-2-4-426,-1 0-285,0-1-375,-4 4-477,-2 2 1580,-10-4 0,9 17 0,-4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8.6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12886,'12'1'3663,"-2"1"-3237,-10-2 352,0 0-627,0 74-151,1-32-59,1 9 1,0 0-933,4-2-1099,4 0-3186,1-7 5276,-1-5 0,-4-17 0,-2-10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8.9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13060,'3'9'5287,"-1"72"-4514,-2-32-437,0 6 0,0 3 196,0 10-173,0-2-219,0-5-112,0-5-28,0-6-409,1-6-409,2-4-767,1-8-1266,6-4-1277,-2-9 4128,5-9 0,-8-4 0,1-6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9.1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14925,'1'82'1475,"0"1"1,0 0 0,3-28 0,-1 0-1528,-1 34-1,-1 13 1,2-22-597,5-18-1110,4-36-2016,-3-11 3775,4-8 0,-6-6 0,-2-1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9.9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36 13138,'10'15'3646,"-2"-2"-2890,-4 60-319,1-25-222,0 7 1,0 2 148,4 9-189,3-1-91,-3-9-45,0-9-28,-2-12 23,-3-10 22,1-12 168,-4-6-196,2-6-28,-3-7-34,1-9-5,-1-14-39,0-14-34,0-14-146,0-10 33,0-7 7,3-3-23,4 5 79,4 8 72,5 14 90,-1 16 297,6 16 78,-4 12 124,5 21-62,-4 12-67,-1 20-124,1 11-44,2 38-202,-4-20-269,1 21-879,-6-38-1524,8-12-1608,-1-12 4280,7-16 0,-12-9 0,-3-7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0.2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 26 15081,'-6'-4'3081,"-15"78"-3036,17-32-45,-4 11 0,0-1-241,10-6-145,7-6-62,5-12 140,8-11 252,3-8 56,2-7 5,-1-8 34,1-9-33,-4-10 0,-5-12-6,-5-4 0,-7-6 0,-3-2 140,-5 3 207,-8 4-347,-6 11-219,-10 6-352,-3 13-941,-2 5-3635,2 6 5147,1 6 0,14-3 0,5 3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0.7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14006,'8'11'3730,"-1"-2"-3142,-7-9 942,0 0-841,6 76-146,-1-25-364,0 5 0,1 3-28,0 13-111,1-7-40,0-5-135,0-11-335,0-11-264,-1-9-464,-1-10-785,0-6-851,-2-7-801,-2-3 3635,-3-3 0,1 0 0,-2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1.0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16 136 14908,'-9'-13'1804,"2"2"-2034,7 11-140,0 0 46,80-30 71,-29 16 110,6-5 0,2 0-153,7 7 100,-8 3 196,-9 4 173,-8 3 281,-11 1 235,-8 1 230,-7 2 21,-3 8-83,-1 8-89,0 10-146,-2 7-85,1 5-106,-2 4-156,-1 1-146,-3-1-124,2-5-5,-1-3-694,4 1-488,-1-16-1624,5 0-403,3-17 3209,7-21 0,-8 12 0,0-13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1.1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14 12455,'6'-8'324,"-2"2"1,-4 6 0,0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1.5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279 110 14264,'-15'-27'3125,"3"6"-2492,12 21 1468,0 0-1866,-62-47-145,36 52 105,-51-24 69,53 69-113,2 9-56,3 5-61,7 0-34,5-2-51,4-7-89,3-3 140,54-7 0,8-4 0,-33-6 0,29-5 0,0-1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1.9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1 276 7884,'5'15'2263,"-1"-3"-1697,63-26 50,-34 5-84,54-12 152,-55 8-12,-5-1-28,-8-1-135,-8-4-61,-5 1-145,-3-5 38,-4-2 97,-9-4 88,-5 0 208,-12 2 106,-2 4 0,-4 8-179,2 7-96,-3 72 1,5 21-566,13-33-120,-2 40 0,15-9-88,33-59-60,15 0-404,-6-19-796,3-2-705,1-3-3423,-6-6 5596,-3-1 0,-19 0 0,-4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2.7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11715,'16'8'3568,"-4"-2"-2856,-12-6 4228,0 0-4845,0 9-22,0 8 39,0 15-45,0 12-22,4 11-34,1 8-6,4 3 1,0 2 5,0-5-5,-1-7-1,0-6 1,-1-10 0,-2-10-1,-2-6 1,-2-11-1,0-5-497,-1-5-819,3-1-1803,-1-4 3114,-1-19 0,1 15 0,-2-15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3.2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35 176 12707,'-19'-14'2935,"3"3"-2750,16 11-191,0 0 6,28-34 0,-4 17 51,25-26 5,-7 25 89,0 3 152,1 3-62,-1 5-50,-3 4 45,-3 2 55,-6 1 18,-7 4 10,-7 3 29,-7 9-29,-4 5-83,-4 7-5,-4 6-74,-8 4-84,-8 6-28,-11 2-39,-5-1 0,-2-2-140,-1-5-376,2-6-564,4-5-768,4-4-1071,6-5 2919,6-3 0,7-8 0,5-3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3.8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11 11698,'6'-6'3882,"-1"1"-3294,-5 5 488,0 0-533,0 65-56,1-14-218,0 3 0,1 3 196,1 27-347,1 6 146,-1 0-130,0-1-95,-1-8-33,0-6-1,-1-13 1,1-12-6,0-14 0,0-11 34,0-10 251,-1-8-285,1-5-34,0-2-5,1-4-62,-2-8-67,2-12-140,-1-14 34,2-11 10,2-7-67,8-23 281,-3 26 16,5-5 29,-4 35 5,-3 11 5,2 5 85,1 6 151,1 12 219,10 30-298,-5 2-50,4 24-45,-7-18-61,-2-1-6,0-3 0,-1-6-555,3-3-3007,8-1-802,-1-15 4364,6-2 0,-15-16 0,-4-2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4.0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12701,'12'3'3411,"-2"-1"-2991,-10-2 392,0 0-649,27 74-130,-11-39-33,4 11 0,0 0-145,4-13-415,1-7-359,1-4-711,5-9-1960,-4-5 3590,2-6 0,-14-2 0,-5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4.2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155 1 13917,'10'12'3607,"-2"-2"-3283,-8-10 904,0 0-534,-7 94-1568,-6-21 0,-5 19 1,-1 4-1,4-12-734,1 13 1,1 0 1494,-3-8 0,-4 14 0,1-10 0,7-32 0,8-37 0,1-6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4.6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14997,'16'7'3596,"-3"-1"-3231,-13-6 458,0 0-397,0 77 89,4 0 0,1 25 1,1 4-1,-1-15-706,-1-3 1,1 0-860,-1 6 0,1 18 1,1-11-1,2-44-540,-1-46-2135,3-6-1630,-1-14 5355,4-6 0,-6 2 0,-2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5.0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1 13877,'2'3'3473,"0"-1"-1176,-2-2-1972,-5 81-180,4-36-120,-2 10 1,1 1-21,2-3-11,35 0 1,8-4 11,-13-14-4,21-5 1,-3-17-8,-28-45-40,4-22 45,-17 7 0,-2 1 39,-4 3-39,-1 6-39,-1 8-353,-2 4-835,-3 5-2005,-2-1 3232,-1-4 0,5 12 0,0-3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6.1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 6 13760,'-8'-3'2464,"2"0"-2346,6 3 733,0 0-308,-1 78-89,1-35-309,-1 10 1,0 1 22,3-6-61,0-5-40,3-7-16,0-7-17,-1-9 22,-3-8 67,2-7 0,-3-3-61,3-2-12,-3-3-50,2-7-67,-2-8-40,0-12-44,-4-10-74,0-7-71,-2-4 60,3 2 113,2 4 56,1 8 17,0 11 44,3 10 6,3 9 28,5 4 370,19 32-102,-5 0 2,10 33-147,-10-4-67,-4 2-78,-2 0 5,-3-8-11,-4-7 11,-1-6 23,-5-18-34,0-5 0,-4-14-73,-1-4 67,-1-10-111,0-8-124,0-18 67,1-10 34,2-11-224,7-32 257,0 25 107,3-12 101,-3 43-28,0 13 50,-1 12 118,3 6 140,1 12 543,9 29-599,-2 4-118,5 22-72,-10-12-91,0-4-38,-4-3-6,0-6-90,-2-7-2245,2 3-1037,-6-15-2790,4 1 6162,-8-15 0,0-2 0,-1-3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6.7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11978,'4'8'3776,"-1"-2"-2902,-3-6 1411,0 0-1495,-1 33-96,1 2-28,-2 37-122,5-2-197,3 6-145,3-2-123,3-2-74,-1-9-5,1-9 0,-2-8-169,2-11-161,-3-10-443,0-6-274,-2-10-443,-2-4-582,-1-3-1009,-3-2-1585,1-3 4666,-2-6 0,0 5 0,0-4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7.1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48 13245,'-3'6'1898,"1"-1"-1814,2-5 134,0 0-94,63-19 50,-20 11-127,4-3 1,3-1 36,9 8-45,1 1 62,-6 2 78,-5 1 51,-11 2 145,-11 7 258,-11 6 22,-9 8-179,-4 5-117,-10 3-157,-6 3-107,-13 0-45,-8 0-50,-10 1-39,-2-3-235,-4 0-556,1-2-743,2-4-1469,9-5 3042,6-6 0,16-8 0,7-5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7.5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13575,'13'7'3389,"-2"-1"-2779,-11-6-134,0 0 157,8 102 6,-2-37-1050,0 11 0,0 2 764,2 15-62,-1-2 26,-1-2-239,0-6-72,0-8-6,0-9-34,1-12-392,0-9-570,3-9-150,2-9-2461,5-13-5578,2-5 9185,2-9 0,-9 0 0,-3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8.0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188 38 12264,'16'14'3041,"-2"-4"-2732,-14-10 973,0 0-778,-16-27 140,4 20-313,-14-20-253,5 37 51,-1 9 17,-3 15 11,1 11-11,1 7-96,4 5-44,4-1-6,6-3-67,5-7-153,3-10-194,1-6-168,6-13 10,4-5 180,7-8 196,5-3 40,3-12 16,2-8 22,1-18-33,-5-8-146,-1-10 140,-4-2 157,-5 1 291,-4 8 381,-3 13 174,-5 15-185,1 10 292,-2 11-533,0 14-68,1 11-128,2 14-89,1 8-85,4 4-44,0 1-6,3-3-1389,10 7-521,-5-21-930,12-2-1887,-7-25 4727,3-7 0,-11-2 0,-4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8.2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14359,'17'94'5641,"-3"-31"-5563,-11-5 0,-3 0-10,5 10-63,2-5-5,2-7-425,0-7-629,0-11-973,-1-9-1720,-1-9 3747,-2-8 0,-2-6 0,-1-5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8.8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 10 14656,'-16'-3'431,"3"2"-795,13 1-689,0 0 740,70-4 117,-39 3 1391,48 36 1,1 16-770,-35 3-379,8 8 1,-5 1-42,-28-15 55,1-10-61,-3-21-78,1-6 11,3-6 16,1-3-105,2-2-46,2-8-6,-2-5 79,0-11 96,-5-5 33,-1-6 291,-3-25 102,-8 12 111,-1-13 330,-7 26 17,0 10-173,0 9-241,0 9-129,0 4-39,0 24 22,0 7 169,-3 25-13,1 8-38,-3 8-112,2 6-73,-3 3-39,3 1-84,-3 0-78,3-2-276,-4 21-279,2-30-571,-2 11-981,-1-41 2084,-5-8 0,5-17 0,-1-5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09.6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23 12858,'-15'-13'3154,"3"3"-2779,12 10 1053,0 0-583,0 81-93,1-18-414,2 4 1,0 5-241,1-20 0,0-3 89,1 4 1,0-1-79,1-1 1,0-1 30,3 45-56,1-9-34,-1-11-44,-2-11-1,0-11 1,-2-12 27,-2-13 1,-1-9-28,-1-11 335,1-5-391,0-3-17,0-6-73,-1-9-594,-1-42 510,0 1 23,0-30 27,0 19 90,4 6 34,1 11 50,2 15 11,2 13-11,2 12 67,3 10 107,5 15 89,1 12 50,2 16-22,1 10-72,-3 4-135,-1 4-34,-4-3-50,-1-6-750,2 8-560,-3-23-1743,5 3-2336,-4-24 5389,0-9 0,-6-3 0,-3-4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10.0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0 178 11732,'3'14'2341,"-1"-3"-2038,-2-11-186,67 0-61,-32 0-16,53-6-24,-51-1-10,-5-8 84,-8-1 178,-6-2 113,-9 0-33,-3 1-85,-5-1-89,-2-1-62,-7 0-6,-5 0 185,-7 4 493,-4 5-22,-1 6-392,-1 2-202,-1 13 224,1 8-11,0 17-90,1 11 6,1 6-28,6 6-62,6-3-106,7-2-101,4-8-23,1-9-144,9-7-125,5-9-10,12-5 11,8-7-448,4-5-617,6-3 1356,6-22 0,-2-4 0,-9 14 0,34-35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10.3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12886,'3'16'3618,"0"-3"-2934,-3-13 122,0 0 80,-2 72-119,1-19-434,0 5 0,2 3 216,3 23-129,4 3-146,1-2-167,0-4-107,-1-7-527,5 11-839,-3-31-2028,4 2 3394,0-36 0,-6-11 0,1-5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11.3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11 11469,'10'9'2912,"-2"-2"-2251,-8-7 1126,0 0-1322,4 79-51,2-35-310,-2 9 0,1 1-32,5-4-66,-1-6 0,0-5-1,-2-10 1,-1-8 61,-2-10 90,-1-5-107,-1-5-50,-1-3-112,-1-11-263,0-8-79,0-17-38,0-11 128,-1-8 95,-1-5 90,1 3 89,-1-7 84,2 27 1,0 0-1,2 30 6,4 5 6,5 4 335,17 26-100,-6 2 118,10 28 33,-12-3-34,-1 6-106,-3-2-157,-3-2-84,0-7-11,-2-11-44,-3-8-612,1-11 416,-4-9 88,0-5 85,0-10 62,-1-8-197,2-11 6,3-15 28,-2-6-62,11-26 214,-6 22 16,5-8 184,-8 36 102,-2 12 100,-1 6 303,1 6-45,1 8-56,2 10-195,2 11-57,6 30-325,-3-15-11,7 31-588,-10-37-762,3 3-593,-5-24-1211,5-11-1870,-2-4 5024,3-13 0,-8 7 0,-1-7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11.5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12763,'13'52'3018,"0"-1"1,6 1-3083,-11 6 0,-2-2-715,4-16-890,2-8-1714,0-5 3383,0-10 0,-6-8 0,-2-5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11.6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9 14499,'-11'-5'-1333,"2"1"1333,9 4 0,0 0 0,0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12.3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13138,'6'14'2862,"-2"-4"-2246,-4-10-145,0 0 117,0 89-140,5-39-317,-2 10 1,0 1-9,7-3-67,-1-7-50,-2-7 27,-1-11-21,-2-9 44,-1-10 50,-1-7 147,0-4-253,-1-3-28,0-6-359,-1-8 135,0-13-112,-5-13-40,-2-11 108,-3-8 10,2-6 51,4 2 78,3 4 90,1 12 67,4 12 17,3 14 67,6 11 649,16 23-229,-8 9 11,9 20-66,-11 4-169,-3 6-140,-1 3-95,-2-1-45,-3-4-863,6 9-599,-5-22-1243,9-2-2689,-6-24 5394,4-8 0,-9-3 0,-1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12.6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14605,'5'1'2986,"-2"0"-2309,-3 85-54,5-31-611,-2 9 0,1 2 162,8 9-135,-1-3-39,1-7-129,0-11-577,0-7-678,-3-11-823,-1-9-2794,-3-9 5001,-2-9 0,-2-5 0,-1-4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13.2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11 678 13015,'-6'-1'930,"1"0"-930,5 1-101,68 29 95,-24-22-187,21-47 1,16-31 0,-15 5 214,-33 24 1,-4-3 98,20-32 1,5-14-1,-21 13 1851,-40-10-1014,2 36-135,-5 2-476,6 39-347,2 11 0,1 16 123,1 16 163,0 23 95,0 16 101,1 16-339,5 4 104,2 5-46,4-5-117,1-4-78,-1-11 0,1-9-20,-2-13 20,0-15-6,-2-11-28,-2-12-118,0-9 18,-2-5 292,-1-13-170,-1-7-92,-2-19-25,5-9-73,0-11-107,5-6 50,7-17 253,-5 29 84,4 3-78,-10 37 219,2 10 77,1 13 17,2 8-72,3 14-113,1 7-89,-1 3-39,6 23-253,-7-21-453,5 13-1025,-9-29-1322,0-8-2264,-2-7 5311,2-8 0,-7-4 0,3-3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13.6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71 246 10226,'26'6'2235,"-5"0"-2129,-21-6 101,0 0 68,56-63 341,-42 36 61,43-51 46,-67 52 56,-1 2 16,-12 4 62,-1 8-185,-1 5-454,0 7-100,0 13 358,2 9-39,-1 16-39,3 7-68,5 7-134,6 1-84,4 0-67,5-3-45,6-5-73,7-3-112,7-7-128,9-7-146,2-8-449,5-8-744,7-6-4933,1-17 6585,3-5 0,-21 1 0,-8 2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14.0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292 25 12253,'-2'12'3943,"0"-2"-3455,2-10 60,0 0-44,-28-21-140,13 16-162,-24-16-202,22 21 0,2 1-101,1 4-224,6 3-22,3 6-78,3 5-303,9 17 470,7-5 107,11 15 50,6-14 67,2 2 34,0-2 0,-4 1 6,-6-2 240,-7 11-78,-8-12-11,-8 7-17,-14-16-17,-11-2 225,-11-5 100,-7-6-79,-3-3-369,1-4-526,3-4-2460,-5-20-2060,19 5 5046,0-17 0,21 22 0,5 2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0.8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422 262 17456,'-22'-72'1210,"1"9"-739,1 38-62,0 2-51,-3 1-83,1 4-74,-2 2 7,2 4-74,0 6-61,2 2-40,-1 4-33,-1 0-56,0 8 23,-1 6-1,-2 12-22,3 8 11,-2 7 12,6 6 27,4 4-39,5 4 45,5-1-50,2 21 44,5-22-61,6 14 17,4-29-34,8-4-17,4-4-39,3-5-67,5-3-152,5-7-83,5-4-1726,24-6 527,-17-7-191,15-9-1405,-22-13 3237,0-20 0,-19 19 0,-3-5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1.1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12578,'6'4'3249,"-2"-1"-2762,-4-3 538,0 0-308,0 65-45,0-17-378,1 4 0,0 4 177,2 19-214,1 6-139,3-3-23,2 0-61,2-6-34,0-3 5,2-7-5,-1-7-324,1-8-360,-1-10-722,1-9-1367,6-14-1114,1-7 3887,3-12 0,-10 4 0,-4-4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1.7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184 72 11514,'15'9'3394,"-2"-1"-2761,-13-8 935,0 0-1165,-13-29 85,3 16-46,-11-20-44,6 25-67,0 4-57,1 2-251,-1 2-23,-1 11-40,0 5 35,-3 16-29,2 5 29,0 8-1,6 2 0,3 1-5,5-4-73,1-6-213,2-6-118,4-8-66,4-7 5,4-9 168,4-4 100,0-4 74,3-12 11,-1-7 22,1-16 62,-3-8 33,0-24 62,-6 19 314,-2-7 246,-7 32-34,1 13 321,-2 5-803,0 22-44,0 1-11,0 20-45,4-2 0,0 3-117,8-1-556,0-3-660,4-4-616,5-3-1675,1-6 2935,4-5 0,-13-9 0,-2-4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2.2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146 52 10769,'14'-1'3629,"-3"0"-2447,-11 1 1870,0 0-2536,-16-22-196,3 16-147,-12-16-173,7 22-56,1 0-5,3 4-51,2 1-17,5 6-34,4 3-21,2 3 94,1 4 78,8 2 12,4 5 6,10 2 0,3 3 28,0 0-23,-1 2-6,-5-3 29,-3-1 5,-7-2 56,-3-5 85,-5-3-35,-2-4-66,-9-5-79,-5 1-6,-9-4-162,-4 0-185,2-3-443,-1-3-2710,-4-2-1882,11-6 5388,-1-6 0,15 4 0,4-2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2.6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241 4 12981,'-5'-2'3753,"1"1"-2560,4 1-1132,-67 0-61,40 0-11,-50 4-112,62 1-45,3 3-78,8 2-6,1 4 156,3 1 96,9 6 0,4 3 34,12 5 0,1 3-29,2 2 62,-1 2 129,-5-3 135,-6 0 10,-6-4-55,-5-2 16,-4-4-43,-9-4-52,-6-3-67,-11-5-140,-3-6-230,-4-2-146,4-3-1964,-5-10-831,13-2 3171,3-10 0,14 11 0,3 2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3.3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14174,'10'13'3422,"-2"-2"-2565,-8-11-150,0 0-119,-3 99-12,4-37-826,0 11 0,2 2 581,7 11-174,4-4 150,1-6-296,-2-11-5,1-9 0,-3-14-74,1-2-256,-3-20-421,-2-2-683,-4-17-7142,-2-34 8570,-3 4 0,1-8 0,-1 16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3.5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29 117 13597,'-16'-6'846,"4"1"-712,12 5-72,0 0 162,83-20-17,-31 9-179,8-2 0,3 0-28,7 4-498,-1 1-499,5 0-2431,-7 1 3428,-3-2 0,-31 6 0,-11-1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4.3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36 11150,'3'13'4004,"0"-3"-3253,-3-10-79,0 71-78,5-29-373,-2 8 0,0 0 143,9 2-17,1-4-55,-2-6 61,0-8-28,-3-8 0,-4-9 140,0-6 89,-3-6-22,0-3-191,-1-2-161,0-6-180,0-7-90,-3-13-72,-4-13-118,-5-9 95,-2-5-106,1-17-112,7 23-230,2-4-123,7 32 10,8 4 125,9 9-247,30 2 582,-4 4 135,18 6 106,-13-3 45,-1 5 0,2-5 0,-4-2 162,-5-1 191,4-7 84,-22-1 224,0-6-79,-21-4-240,-3 0 34,-7-2 10,-6 1-100,-9 4 11,-4 6-129,-2 5-163,1 12-5,-1 11 196,-5 37-129,10-5-33,2 22-34,15-25-84,5-5-168,12-5-196,5-7-499,15-5-7984,39-9 8931,-21-7 0,7-8 0,-38-2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5.2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25 12197,'-2'-14'2481,"0"4"-1730,2 10-157,0 0 106,0 67 22,0-27-145,4 54-174,1-46-100,4-4-174,-2-4-67,0-5-57,-2-9 35,-1-5-7,-2-9 40,0-3 61,-1-6-44,0-2-280,-1-16-40,0-5-40,-5-21-77,-1-6 34,-4-7 133,4-3 80,2 6 49,3 5 51,1 14 6,0 8-1,5 13 79,3 5 387,17 26-191,-4 6-95,12 26-90,-8 1-50,0 5-40,-1-2 1,-4-7-1,-4-7 1,0-5 45,-8-16 56,-1-4 10,-6-15-72,-1-3-45,0-11-50,0-8-174,0-18 55,0-9-22,2-11-49,2-1 10,2 2 73,9-2 202,-4 26 33,4 4 113,-6 26 150,2 9 41,1 10 167,14 36-432,-9-4-33,8 24-50,-10-20-34,-3 1-291,0-7-735,-3-4-1068,6-8 2094,3-5 0,-6-14 0,1-5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5.7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192 45 12623,'0'-8'3053,"0"1"-2493,0 7 1075,0 0-1221,-19-15-128,9 11-258,-17-7-28,11 24 0,-5 11 84,-1 13 28,0 7-101,1 6-11,6 3 0,4-4-134,6-5-79,3-10-308,2-9-173,0-12-1,2-6 354,5-6 206,6-5-22,4-10-72,2-10 21,2-13 6,-2-7-122,0-4 83,-4-2 241,1 4 280,-7 7 650,4 16-583,-8 10 236,4 21-68,-3 12-129,5 16-145,-1 10-146,8 24-95,-3-19-493,6 9-1164,-2-32 1657,8-9 0,-12-10 0,2-5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6.3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13698,'10'24'4447,"-3"61"-3511,-7-32-684,2 3 0,2 3 101,5 26-174,4 1-128,5-5-46,-3-8-5,1-11-229,-4-10-438,-1-12-610,-5-9-622,-1-12-1148,-4-6 3047,-1-9 0,0-1 0,0-3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6.8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36 114 13105,'-20'-8'1411,"4"3"-1450,16 5-219,0 0 140,96-41 96,-41 27 22,10-8 0,2 3 56,-4 15 134,-6 4 1,-10 4 72,-7 3 146,-10 7 73,-8 2 28,-4 3 22,-8 3-68,-1 1 320,-4 18-616,-1-8-112,0 11-56,-1-14-56,1-1-5,5-6-102,1-3-55,5-6 117,14-7 101,-3-2 0,11-5 0,-7-7-33,-2-4-23,-3-6 56,-5-3 33,-5 1 454,-6-12-307,-5 8 10,-5-11 0,-9 11-94,-7-1-46,-8 3-50,-3 6-162,-1 7-208,1 4-414,1 4-4089,-3 0 4873,13 0 0,1 0 0,14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27.7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216 400 12561,'-15'-9'3658,"2"1"-3277,13 8 291,0 0-219,-62 51-100,38-17-213,-13 4 0,3 3-22,21 7-51,3 3-67,5-5-79,3-2-94,2-6-152,3-6-73,6-8 6,6-7 28,4-9-112,2-4-56,1-11-73,0-10 123,0-16-10,0-17-46,-4-12 236,-3-11 274,-9 12 0,-2-2 134,0-34-206,-2 30 0,-1 2 750,-1-16 173,0 9 292,0 20 1047,-1 16-1630,-1 20-207,-1 9-146,1 22 441,1 12-351,1 23-39,0 16-163,0 12-62,0 8-5,4-2-484,3-30 0,3 0-956,8 18-263,12 9 6,-1-43 190,4-12 420,6-9 903,6-9-253,8-5 22,5-12-229,5-7 376,20-26 878,-27 6 572,5-13 448,-40 17 173,-11 0-190,-8 3-263,-6-1-280,-4 6 6,-14 6-908,1 8-168,-6 8-45,4 17 39,-2 11 6,-2 18 6,1 6-6,5 6-146,5-3-302,8-6-1339,4 1 801,10-24 438,4-2 200,8-20 186,4-9 33,2-12 68,-1-14-12,-1-14-85,-1-8 24,-5-2 695,0-12 559,-8 27-376,0 5-228,-6 31 162,0 14-174,0 9-168,5 15-45,1 12-184,7 3-46,3 3 74,21 9-231,-6-20-329,16 0-1043,-5-27 1468,17-12 0,-27-2 0,4-3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0.7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457 207 13295,'12'11'2016,"-3"-2"-1893,-9-9 796,0 0-426,-7-48 95,-1 27 22,-8-41-55,-2 42-45,-2-1-174,-5 4-168,-2 2-50,-3 4-68,-2 4-50,-2 4 6,-2 2-6,3 1-11,0 3-34,5 4-34,6 5-44,9 7-62,6 6 51,5 5 44,16 9 85,7 5-29,19 4 29,7 4 7,-11-15 1,0 1 3,16 19 5,8 16 95,-32-24 1,-12-1-12,-7-2 0,-7-5-28,-9-3 57,-27-1-124,-4-14-40,-22-2-4,6-17-29,-1-3-134,0-6-253,6-7-5,5-7-370,13-8-705,10-3 1540,40-50 0,-14 49 0,23-32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1.1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12567,'10'8'3461,"-3"-1"-3024,-7-7 185,0 0-516,3 69-55,3-24-49,-3 5 1,3 2-3,8 4-11,4-5-34,4-9-39,4-9 84,4-9 45,0-11 78,3-6 17,-2-6 17,-2-6-6,-4-9 12,-4-9 44,-7-12-39,-6-5-90,-4-6-78,-4-2-73,-8 1-453,-3 5-521,-10 9-1031,-5 10-3125,1 9 5203,-1 8 0,13 4 0,5 2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1.6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11480,'16'8'2795,"-2"70"-2168,-9-20-456,-1 2 0,1 5-1196,10 30 1277,1 2-135,0-4 147,-1-8-264,-2-12 0,-1-15 6,-5-15 271,0-15-148,-5-14 95,2-8-224,-4-8 437,2-11-487,-2-13 125,0-15-221,1-11-83,5-3-97,5 2 203,9 8 123,7 11 129,7 13 17,5 11 61,0 8 40,-2 12 72,-6 8 17,-9 15 73,-9 7 67,-7 3 633,-16 20-677,-8-18-276,-14 11-156,-4-30-392,0-9-493,-1-10-2224,-7-19-2133,14-4 5242,1-15 0,20 15 0,7 3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2.4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248 40 16034,'-19'-11'1540,"-1"2"-829,-4 0 119,2 3-304,-3 3-145,3 2-230,0 1-151,3 1-84,0 9-5,1 5 21,3 13 24,2 7 4,7 6 35,2 5-1,4 0-72,7-5-85,4-3-173,10-8-112,4-7-891,17-7 258,-12-9-638,10-6-1160,-8-25 2879,9-29 0,-18 19 0,2-10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2.7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11071,'3'12'5501,"6"74"-5081,-2-28-566,-1 4 1,1 4 649,6 28-106,-1 4 67,2-3-358,-1-5-101,0-8-6,-2-10-45,1-9-394,0-12-843,1-9 1312,24-13 1,-23-14 0,16-7-1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3.2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141 1 11917,'-31'17'4957,"3"1"-4923,11 4-29,0 6 46,1 4-46,4 8 29,1 1-1,6 2-33,1-3 0,4-4-140,0-6-162,4-5-185,5-9 33,6-6 174,4-6 44,2-2-66,1-14 95,-3-5 145,0-16 62,-6-5 6,-3-6 173,-4-1 157,-1 3 505,-4 6 127,0 11-172,-1 11-248,0 7-77,0 8-336,0 9-12,2 9-16,1 10-63,3 7-44,4 4-100,3 2-668,3 0-599,3-4-386,2-7-969,4-6-3260,0-8 5982,1-8 0,-11-3 0,-5-6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3.6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190 2 12074,'7'-1'3052,"-1"1"-2671,-6 0 605,0 0-807,-49 2-61,28 1-112,-38 2-1,41 0-5,2-1-50,5 1-62,4 0-45,4 3 123,2 3 23,1 5 11,6 3 0,6 4 34,9 3-29,6 0-5,1-1 6,1 1 0,-1-2-1,-3-1 6,-4-1 846,-4 9-426,-9-14 258,-8 10-689,-13-20-476,-25 4-67,3-6-185,-12 0-762,14-3 1490,-4-1 0,18-1 0,1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4.0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128 14 13211,'-5'-7'3428,"0"1"-3098,5 6-509,0 0 117,-48 27 1,36-7-57,-36 24-5,53-14 117,7 0 6,7 1 56,6-3-44,0-1 55,-2 0 207,-7-1 62,-6-1-28,-6 0-78,-2-3-73,-8-1-157,-5-5-258,-9-4-436,-4-6-645,1-4-509,1-12-2129,4-4 3977,3-13 0,8 12 0,3 2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4.6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14152,'14'3'3304,"-3"0"-2660,-4 91-140,3-33-1116,-2 8 1,2 2 829,7 8-94,0-4 433,-1-10-552,-3-9 284,0-11-289,-1-11 0,-3-9-336,-2-9 557,-3-9-1246,-1-3-588,-1-8-1731,-1-9 3344,-1-6 0,0 4 0,0 2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5.0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11 13743,'-4'-6'1989,"0"2"-1945,4 4 52,0 0-85,72 22-6,-25-2 23,7-1 0,2 2 107,10 14 150,2 4-72,-7 4 67,-7 7 11,-12 0-27,-8 4-1,-11-1-56,-8 1-17,-8-2 118,-4-3-28,-11-5-77,-8-5-91,-14-6-28,-10-6-84,-5-6-34,-4-8-196,0-4-257,3-6-191,4-2-431,8-1-1126,11 0 2235,10-5 0,7 4 0,5-5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5.2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15564,'17'5'2760,"-3"0"-2204,8 68-108,-11-25-336,3 6 0,-1 3-68,-4 7-44,0-3-756,-3-8-1036,4-11-1474,-3-8 3266,2-15 0,-4-7 0,-3-10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5.3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16196,'10'14'-667,"-3"-3"-5202,-7-11 5869,0 0 0,0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6.2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246 32 11463,'5'5'2946,"-2"0"-2386,-3-5 337,0 0-572,-54-25-275,31 21-50,-42-8-45,45 33 17,3 16 28,0 6 0,6 5 0,4 1-140,4-3-257,3-7-97,11-9 186,4-10 163,13-11 66,5-5-66,0-16-6,0-8 151,-4-15 0,-5-8 778,-6-22 40,-9 18 201,-4-9 141,-5 30-370,0 9-566,0 9-224,0 5-106,0 12 94,0 15 12,5 19 87,4 7 0,2 6 187,9 38-435,-4-26 0,-1 0 248,-4-15 0,-1-3-45,-1 3 0,0-1-3,-3-3 0,-2 2 151,0 13 1,-2 0 84,-8 24-175,1-36 1,-4-4 17,-17-3-118,-10-15-84,-6-16-157,-6-12 350,-2-19-708,0-13-62,1-22-454,9-9-957,9-6 2072,25-8 0,4 1 0,-4 15 0,10 4 0,0-1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7.0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28 153 10657,'3'17'2543,"-1"-4"-2414,-2-13-79,0 0-11,72-41 84,-46 24 381,53-32 303,-69 34-23,-4 2-145,-5 1-40,-2 2-33,-8 0-6,-3 2-79,-9 4-290,-2 1-191,-3 6 5,-1 9 57,-1 10 45,3 15 50,4 8 11,4 5-51,8 0-117,3 0-44,5-6-214,6-3-73,6-9-5,6-4 112,7-7 22,4-5-61,1-5-90,4-5-280,0-2-95,0-4 179,-1-4 314,-3-4 235,-3-5 89,-7-1 836,-4 2-516,-7 4-79,-1 3-27,-4 3-57,1 1 101,0 0 510,1-2-442,-3-1-6,2-1-84,-4-2-157,3-6-146,-1-9-22,0-8-101,1-9-95,2-4 62,-1-3 33,5-10 90,-3 20 5,4-1 1,-3 24-51,2 7-17,4 3 73,1 4 90,6 11 251,11 28-139,-6 1-57,7 21-61,-12-15-84,-3-3-240,-1-3-662,-3-7-868,2-8-1188,-3-9 2958,2-9 0,-7-5 0,0-3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37.7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70 217 11318,'20'13'2397,"-4"-2"-2117,-16-11 1692,0 0-931,45-66-5,-34 41-156,26-50-191,-49 57-174,-6 5-134,-5 5-73,2 4-230,-1 4-78,2 8 0,0 7 34,0 14 56,5 9-90,1 7-6,6 0-218,4 0-353,3-5-296,10-6-349,6-8-183,13-7-578,9-10-1641,7-4 2851,10-10 611,9-11-729,6-11 286,3-11 5,-4-5 578,-10-2 22,-11 0 930,-18 1 1383,-11 6 505,-12 4-1003,-4 9-135,-9 8-369,-2 8-298,-15 5-1013,3 9-67,-9 11 62,8 12-40,-5 15-11,6 8-577,0 25 5,11-21-66,2 6-197,9-33 135,6-13 331,4-7 206,5-7-224,3-12-72,1-8 207,-3-16 196,-1-7 112,-4-3 1092,-4-10-27,-3 20-332,-3 4-369,-1 24-162,0 6 117,4 11-5,10 20-303,1 2-11,10 13 0,-2-14 0,2-3-90,2-3-481,1-7-1159,1-8 1730,4-5 0,-16-5 0,0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41.1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357 196 10959,'9'2'3165,"-2"0"-2678,-7-2 1093,0 0-768,-19-60 190,10 36-71,-16-47-142,12 54-190,-1 3-67,0 6-117,-1 4-191,0 3-180,2 1-44,-1 0-50,0 0 16,0 1-16,-2 6 5,-3 5 40,-1 11-63,-3 7 35,1 8 27,0 8-39,0 8 40,4 6-62,1 36 22,9-22 6,1 21-62,8-35-202,18 9 85,0-21 5,15 4 79,-3-29 0,3-8 94,4-8-55,25-27 6,-12-7 21,13-26 63,-26-3 44,-4-27 79,-18 17-12,-3-16-56,-13 30-50,-8 3-341,-12-8-242,-2 21-627,-6-2-3439,1 25 291,10 7 4358,-4 4 0,15 2 0,2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42.2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20 451 13519,'-11'-17'2218,"2"3"-1899,9 14 1255,0 0-1176,7 60-158,-2-28-100,8 47 51,-4-45 56,0-8 61,-2-4 84,-4-7 129,1-6 134,-3-5 11,0-3 113,-1-1-560,0-8-219,0-5-51,0-15-94,-4-8 4,-1-6 12,-4-1 34,3 2-73,2 7-286,3 6-212,1 6-95,5 2-254,7 2-402,10 0-78,7 4 72,7 6 191,3 3-616,19 11 1652,-11 6 196,10 8 72,-19 2 186,-4-3 5,-2-3 852,9-7-527,-13-3 95,6-5 34,-18-2 85,-3-5 49,-5-3-22,-4-7-146,-3 0-56,-1-6-21,0 4-130,-6-1-174,-5 6 107,-20 5-409,3 5-62,-12 17 17,11 9 6,-2 14-11,4 7-236,1 16-5,12-16-6,3 5-39,10-24-51,1-8-27,6-4 33,5-5-39,10-4 45,3-3-73,3-1 123,1-7 67,0-10-61,8-31 246,-14 1 73,4-21 6,-17 11 83,-2-5 51,-4 0 572,-2-23-427,-1 27 34,0-11 79,0 38 28,0 12-152,0 9-184,0 8-85,0 2 130,0 12 150,0 9 41,6 43-220,-1-5-100,5 24-6,0-21 0,0-2 0,2-4-207,1-2-589,1-5-2610,13 8-1164,-5-20 4570,8 1 0,-17-26 0,-6-7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42.7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4 154 10153,'8'6'2688,"-2"-2"-2402,-6-4 291,0 0-79,60-11 219,-42 3-39,42-11-230,-57 6-201,-3-1-35,-4-3 242,-5 2 56,-6 2 66,-5 6-83,-1 3-414,0 2-79,2 9-12,3 8-21,1 11-1,5 10 34,4 4-45,4-1-89,2-1-17,7-5 22,7-4 84,9-8 45,6-4 79,0-6 16,5-5 17,1-4 17,-1-2 27,0-8 579,2-18-282,-15-4-150,1-14 55,-16 8 168,-3 4-66,-2 2-236,-1 6-224,1 7-34,4 6-22,4 2-95,5 3-140,7-3-1619,23-5-1098,2-1-3741,17-3 6749,-9 1 0,-25 9 0,-7 1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43.6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387 164 12651,'7'6'3674,"-1"-2"-2604,-6-4 1367,0 0-2174,4-34-168,-9 16-73,-4-30-22,-13 27-5,-7-1-79,-5 6 17,-4 7 27,-3 4-27,-1 6 17,4 12-17,4 10-12,9 16-33,10 9-112,7 4-134,11 5 55,15 1 56,9 0 124,17 2 78,4-4 45,-3 2 84,-3 0 348,-11 0-17,-10 1-191,-10-2-40,-6-2 18,-8-7-79,-9-8-5,-8-10-1,-13-13-117,-7-8-33,-6-8-202,-1-14-157,0-9-107,5-14-666,9-6-644,9-4 95,12-2-482,15-6-1115,16 3 3311,10 1 0,-8 24 0,-4 7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43.8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13973,'13'71'1850,"0"-1"0,1 14 1,-2-5-1818,-3 4-33,-3-30 0,-1-2-285,3 11-719,-3-9-1118,0-9-2533,-2-10 4655,-2-12 0,-1-11 0,0-7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44.4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0 112 14034,'16'16'807,"-4"-2"-964,-12-14-308,0 0 146,74-58 168,-34 40 95,9-14 0,1 4 56,-8 24 162,-5 3 448,-5 9 169,-5 8 614,-3 40 0,1 26 0,-4-13-699,5-6-439,-6 8 1,2 11 0,-8-39 220,-12-43-123,-2-9-247,0-7-223,0-35-124,0 7-50,0-21 5,0 19-134,1 5-16,4 4-18,5 8-33,3 4-808,9-1 719,-4 10 128,7-2 67,-9 9 162,0 3 119,-4 1 100,-2 3 112,-4 1 280,-2 1 291,-1 0 795,3 14-889,0 1-247,2 17-180,1 0-100,-1 4-62,0 3 0,-2 0-504,2 0-964,-1-2-1770,0-3 3238,3-1 0,-4-16 0,-1-3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44.5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15440,'7'5'-59,"-2"-2"0,-5-3 0,0 0 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45.4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270 48 12304,'-6'-11'2469,"1"3"-1881,5 8 2297,0 0-2364,-44-21-471,22 27-50,-37-7-11,34 38-28,0 9-17,2 5-11,5 2-107,6-2-190,7-9-134,3-8 89,4-11 140,8-9 185,6-7 78,12-6 1,3-14-1,4-6 6,-1-16 51,-2-5 94,-6-4 124,-8-2 941,-4-16-392,-8 20-79,-2-4-252,-4 30-464,0 9-23,1 5-146,12 42 146,4 5 0,12 43 39,-1 2-294,-14-40 1,0 1 287,-1 2 1,-1 2 67,-2 0 0,-1 1 28,-2-1 0,-2 0-23,-2-1 0,-1 0-87,-2 44 116,-13-10-85,-9-16-50,-13-17-67,-9-17-280,-2-20-180,-6-10-335,0-28-399,-1-15-402,6-25-1003,8-22 2617,22 24 0,4 1 0,-1-6 0,5-7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0:45.8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35 167 9828,'22'8'2290,"-5"-2"-2104,-17-6-69,0 0 432,68-22 84,-50 10-28,50-20-34,-67 15 146,-6-4-106,-5-1 55,-8 1 174,-6 3 11,0 8-206,0 4-471,0 6-163,1 15 196,0 10 124,3 17-79,4 10-68,5 4-44,6 0-117,3-3-23,5-8-179,8-5-281,7-9-1192,30-5 280,-6-13-645,20-4-1439,-10-26 3456,11-21 0,-29 12 0,0-8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13.8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 10791,'10'2'2666,"-1"-1"-2430,-9-1 21,0 0 186,1-4 133,-1 3 136,1-3 3887,-1 4-4443,0 8 63,2 6-74,2 14-38,2 8-74,3 11-27,0 6-1,0 5 7,-1-1-7,1-1 1,-1-5-1,-1-5-5,-1-6 0,-2-8 0,1-8 6,-4-6 0,2-7-6,-3-5-96,1-4-469,-1-2-684,0-9-2616,0-9 3865,-2-16 0,1 13 0,-2 1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14.0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15205,'13'2'375,"-2"0"-2346,-11-2 383,0 0 1,0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15.0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52 749 10461,'19'20'4542,"-4"-5"-3573,-15-15 5013,0 0-5977,0 3-5,1-1 0,0 1 6,1-1 0,1-1 661,-3 0-454,1-4-169,-1-8-44,-6-10-39,-2-14-62,-8-9 34,-1-10 28,2-4 28,1-4-73,6 3-6,1 1-5,6 6-23,-1 1-90,2 7-77,2 0-6,5 6-17,3 1 95,7 6 56,2 6 34,1 5-11,2 5 16,3 5-22,0 0-101,2 5-817,11 0 155,-9 3-166,8 1 10,-14 1-218,-3 8 23,-3 1-3894,-4 25 5148,-5-13 0,-3 5 0,-5-19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15.8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77 11626,'14'3'2223,"-4"0"-2111,-10-3 23,0 0-51,80-26-51,-45 18-33,15-7 0,-1 2 0,-15 11 0,21 0 0,-24 1 0,14-1 6,-29 0 0,0-1 38,-4 0 595,0 0-303,-8 2-174,2-1 7,-6 2 2362,1 0-2324,-1 10-16,-4 2-85,-1 14-61,-5 5-45,1 6 5,-2 6-5,2 0 0,0 3 0,3-3-5,2-2-57,2-4 57,1-6-1,1-5-112,4-5 18,3-6 4,8-7 29,6-3 56,2-4-67,5-1-90,0-9-6,1-7 45,-2-9 68,-3-6 61,-7-1 0,-5-1 246,-6-16-11,-4 13-78,-5-12 33,-5 18-50,-5 3-100,-2 3-40,-1 6-398,2 5-515,1 7-1775,0 4 2688,0 2 0,5 0 0,1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16.5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34 319 10343,'9'17'3534,"-2"-3"-2806,-7-14 1171,0 0-1126,0 20 67,3-8-168,-1 16-189,2-14-108,-1-2-112,0 0-95,-1-5-84,-1-1-78,0-3 10,0-1-10,0 0 50,-1-1 95,0 1-95,0 0 1619,0-1-1602,0-8-73,-1-9-84,-6-16-23,-4-9 28,-4-8 74,2-3 5,3 5-6,2 6-5,5 10-90,1 8-78,2 7-280,0 2-241,10 0-157,4 0-678,15-2-447,3 1-1222,5-1 3204,10 1 0,-22 7 0,1 1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17.4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13821,'7'15'1367,"-1"-3"-1188,-6-12 505,0 0-343,2 88-27,2-39-211,-2 11 1,1 1 8,4-6 0,-3-4-22,2-10 5,-3-7 17,0-11 90,-1-8 167,-1-7 102,-1-5 145,1-1-476,-1-8-140,0-11-100,0-14-96,-4-17-46,2-11 147,-2-5 89,3-21 12,1 28 27,0-5-33,4 37-11,2 9-22,6 7-1,4 5-28,0 2 23,11 10 190,-8 10-3262,4 12 3386,-8 14-85,-4 4-128,0 7-51,0 19-11,-4-23 0,-2 8 0,-2-34 3487,-3-7-3375,1-10-56,-1-3-56,2-6-39,-2-11-213,3-12-617,4-43 567,2 7 206,7-22 85,0 30 11,1 9 51,-3 14 16,-2 12 6,-1 8 83,1 6 63,2 10-39,3 9-29,1 11-67,1 12-45,0 4 6,-3 4-45,-1-1-202,-1-4-644,-2-6-1265,4-9-4610,-2-10 6721,2-8 0,-8-7 0,-2-2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18.0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109 191 12337,'-10'-8'2067,"2"2"-1989,8 6-22,0 0 45,39-3 129,-15 0 78,32-4-90,-25-1 12,-6 0 11,-2-1 78,-6 0 157,-4-1 11,-6 0-263,-3-4-190,-2 1-34,-5-4 0,-8 0 28,-7 0 258,-10 3 111,-3 4-150,-3 6-63,0 1-10,-1 11-22,2 8-46,3 11-16,5 10-34,0 22-56,12-14 0,2 15-34,10-24-122,14 9-58,1-15-284,16 3-774,-2-17-918,11-8-3282,-1-3 5472,3-5 0,-19 0 0,-6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18.5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278 152 11704,'4'11'3148,"-1"-3"-2392,-3-8 969,0 0-1165,-9-38-67,-4 18 68,-13-29-80,-2 28-257,-4 5-112,-2 3-84,2 5-28,1 4-151,3 3-78,7 1-29,5 0-224,7 5 17,5 7 246,3 9 107,12 9 79,8 6 27,14 6 1,3 1-1,1 3 0,-4-2 6,-7-3 0,-8-2 84,-8-5 336,-6 6-95,-5-14-111,-10 2-80,-6-15-50,-10-4 62,-2-3 22,-1-3-34,1-2-386,-4-1-454,12-4-739,1-4-1826,15-14 3271,8-20 0,-2 19 0,2-7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0.1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359 190 11211,'15'-1'1899,"-3"1"-1714,-12 0 638,0 0-280,4-11 62,-2 6 90,4-10 78,-5 6 28,1-1-96,-2-1-223,0 0-162,0 0-146,0 0-90,-2-1-34,-3-1 17,-4 0 6,-6-1-6,-4 1 17,-2 3-22,-3 1-34,-3 3-28,-1 3-56,-3 2-11,2 1 22,-2 0 34,-9 6-29,12 0-21,-5 7-12,14-4 6,4 2-23,3 0-78,4 0-124,4 2-212,3 11 437,13-1 61,9 10 1,16-1 5,10 3 5,6 5 1,5 4-6,-2 0-50,7 24 50,-23-16 84,-3 16 72,-28-24 24,-6-2 44,-10-5-89,-6-6-46,-12-7-38,-8-10-40,-5-6-50,-24-14-135,16-7-39,-16-10-129,25-3-476,6 2-520,7 0-639,12-3-2442,6 2 4419,7-4 0,-1 14 0,2 3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0.7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288 189 10522,'5'8'3070,"-1"-2"-2566,-4-6 1434,0 0-1193,-26-67 28,10 42-12,-22-49-150,17 65-364,-3 5-247,2 6-39,-2 8 27,-3 9-44,2 12 45,-1 6-28,6 2 28,4 2 5,9-1-27,3-3-12,4-2-90,9-5-22,7-4-50,14-4-90,8-6-291,6-4-437,4-6-448,1-4-67,0-8-746,-5-9 85,-3-10 901,-10-12 343,2-32 750,-16 10-555,-2-24 762,-13 17 0,-2 29 0,0 6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1.1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 7218,'3'24'9662,"5"-56"-9590,-5 73 1,-1 45 0,2-8-37,5-21 1,2-7-32,5 24-5,4 8 0,-7-41 0,1-12 0,-4-13 40,1-7 27,-5-18-67,1-11-247,1-16-72,3-13 56,1-7 123,3 1 140,-3 9 179,-1 11 56,-3 14 6,-1 11 11,0 6 34,2 7 55,1 8 124,10 24-342,-5 2-89,5 14-34,-7-11 0,-2-4-286,0 0-626,0-7-959,2-4-2028,1-9 3899,1-7 0,-7-5 0,-3-4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1.3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12892,'12'10'3304,"-3"-2"-2828,-9-8 62,6 72-79,0-33-218,5 57-157,-2-52-84,-1-4-6,0-6-906,0-5-1262,3-9-3169,0-6 5343,1-8 0,-6-3 0,-2-3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1.4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 27 15715,'-9'-14'1764,"1"2"-3203,8 12-68,0 0 0,0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2.0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273 0 13054,'8'6'2201,"-1"-2"-2128,-7-4 67,0 0 56,-76 13-106,47-3-90,-56 11-56,70-8 45,8 2-62,4-1-6,7 4 79,10 3 34,9 2 45,10 2-74,2 3 46,-1 1-12,-4 2 330,-7 1 1,-8-1 0,-8-1 94,-4-4-66,-11-4-79,-9-3-179,-11-5-140,-10-6-560,-19-3-605,14-4-571,-7-13-2202,24-4 3938,10-12 0,8 12 0,5 3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2.5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13547,'16'15'3652,"-3"-4"-3143,-13-11-167,3 73-68,2-30-218,-1 8 0,1 2-22,5 1-28,-1-2 5,2-4-11,-3-7-6,0-4-515,-2-8-447,-3-5-853,-2-7-2004,-1-3 3825,0-8 0,0-2 0,0-4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3.0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32 220 13676,'-17'-11'22,"3"2"-979,14 9 262,0 0 695,72-68 745,-35 40-317,9-12 1,0 3 388,-8 21-167,-8 9-95,-4 3-118,-7 9-107,-4 10-78,-2 31-218,-7-2-34,2 22 0,-3-19-6,2-3-240,3-7-225,4-8 197,4-8 173,16-9 191,-6-7-17,12-9-23,-16-9 0,-1-8-16,-7-8-34,-6-5 50,-5 0 219,-5-1 330,-11 5 348,-23 1-947,-2 13-84,-18 4-594,15 9-941,2 3-2374,7 0 3993,5 0 0,13 0 0,5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3.6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402 12 12377,'-8'-6'2044,"2"1"-1748,6 5-60,0 0 44,-73 21-112,45-6-84,-54 21-5,69-10 122,6 1-33,4 2-33,3-1 16,10 2-28,4 0 11,11 1-94,1-2 10,1-1-11,-5-1 23,-6-5 117,-6-3 527,-5 1-561,-16-6-94,-6 0-51,-17-7-107,-4-4-94,-5-1-96,-1-2-224,3 0-2005,-7 0-1535,20-3 4061,2-1 0,21 0 0,3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3.9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93 0 14062,'4'13'2129,"0"-3"-1866,-4-10-213,0 0-50,-7 74-112,5-36-224,4 59-67,11-63 190,14-8 213,4-13 0,6-6 50,-2-6-44,-1-10-6,-4-5 0,-10-12 0,-7-6 0,-7-4 73,-5-3 146,-11 1 609,-28-5-828,-2 20-106,-23 1-404,16 20-1142,0 2 1652,-1 8 0,23-6 0,3 5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4.7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33 11469,'0'15'2145,"1"-4"-1960,-1-11-45,6 82 6,0-43-40,-1 13 0,0 0 208,2-17 16,-2-5-94,-1-10-1,-1-7 365,-1-7-57,-1-3-543,-1-3-17,0-10-28,0-9-84,-1-13-5,-4-11 11,0-4-12,1-2 12,1 2 95,3 9 28,0 8 6,2 11 61,3 11-28,4 4 34,6 4 117,12 21-27,-7-1 5,7 22-6,-13-5-33,-2 1-67,-2-4-62,-2-2 0,-1-8-34,0-2 90,-2-13 190,0-1-72,-3-8-146,1 0-28,-2-9-162,2-8-158,3-15-10,1-11 67,6-7-252,10-20 319,-3 25 196,5-3 56,-9 36 240,0 7 46,-1 12-23,0 10-61,-2 10 44,5 28-302,-6-11-274,3 14-751,-6-17-1059,4-3-3086,-1-5 5170,4-5 0,-8-14 0,-1-7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5.1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177 8 13390,'-3'-4'2739,"0"1"-2123,3 3-543,-57 68-6,34-31-67,-11 9 0,3 0-134,17-4-79,7-8-134,3-6-236,4-10-56,0-8 208,2-6 358,7-3 68,3-9-34,7-8-62,0-14 11,2-11 34,-2-5 56,-1-2 667,-5 6 448,-3 10-371,-4 14-424,0 10 195,0 11-101,2 12-156,4 9-152,4 15-67,5 2-39,2 2 0,5-5-313,1-4-796,9-13-5453,-1-8 6562,1-9 0,-18-4 0,-7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6.3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29 11463,'11'6'1776,"-3"-2"-1238,-8-4 1321,0 0-1483,16 86-180,-7-43-146,1 13 0,1 0 6,-1-12-16,-2-9 10,-1-6 0,-3-8 12,-1-8 39,-1-5 89,-2-5 365,0-1-791,0-13 40,0-6 40,-4-16-91,-3-9 102,0-8-12,1-4 17,3 1 39,3 1 95,0 11 1,3 7-29,1 11-5,5 8 5,2 8 34,2 4 0,0 3 56,3 11-16,0 6 4,0 14-4,2 6-35,-5 4 40,2 0-45,-3 0 6,-2-4-6,-1-5 0,-2-7-6,-1-7 6,-2-9 0,1-5-28,-2-12-45,-2-8-123,2-14-45,0-12-78,3-6-45,2-5 184,7-9 416,-4 24 144,3 2 19,-6 30 88,0 6-28,1 13-101,1 9-173,2 13-112,1 6-73,-1-1-806,6 15-483,-4-17-671,8 5-2745,-5-23 4705,5-10 0,-11-4 0,-2-5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6.8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112 1 13194,'11'17'2044,"-1"-4"-2044,-10-13 157,0 0-11,-41 58 168,23-23-73,-29 50-101,34-39-101,5-2-39,4-5-135,3-8-139,2-3-180,6-10 185,4-7 196,6-5 17,4-5-28,-1-11 23,2-8-40,-2-16 50,-3-8 51,-2-2 241,-5 3 477,-2 8 161,-4 11-302,-3 12-331,1 6 84,-1 12 85,2 8-152,1 14-162,2 8-96,1 5-5,2 1-918,2-4-1283,4-3 2201,7-11 0,-9-11 0,1-7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7.4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5 113 10982,'-3'-15'3019,"1"3"-2599,2 12-51,3 69-44,1-35-129,2 54-78,2-55-62,-4-6-51,0-4 46,-2-8 72,-1-5 493,-1-5 23,0-4-639,0-12-101,0-4-112,0-17-16,-1-7 139,1-8 40,-2-3 44,2 1 6,0 4 56,0 9 84,6 9 17,0 8-12,6 7 40,1 6 6,0 4 83,2 2 73,1 1-33,0 8 151,8 14-320,-4 3-44,2 8-101,-7-7-263,-2-1-807,-1-1-1053,2 0-2867,-1-5 4990,1-6 0,-8-6 0,0-6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7.8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258 1 12225,'10'9'2520,"-2"-2"-2424,-8-7-29,0 0 112,-70 19-22,40-4-28,-51 18-62,62-10-67,10 0-45,4-1-129,9-3-10,10 1 122,10-3 56,10 1 6,7-1 56,-1 0 84,-2 2 90,-4 0-11,-11 2-6,-9 1 89,-9-2-78,-10 1-140,-12-1-73,-13-2-11,-11 1-100,-6-4-432,-1-3-690,1-6 1222,-2-9 0,24 2 0,1-4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8.2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 1 11228,'4'4'2661,"-2"0"-2443,-2-4-140,-20 86-78,14-45-48,-6 14 1,3-2-395,16-17-45,6-10 313,11-11 174,6-8 11,1-6 96,-2-8 128,-4-3 17,-4-10 61,-5-2 163,-7-3-78,-3 2-107,-5-2 56,-1 3-27,-8 0-320,-6 4-297,-8 2-762,-5 3-901,-2 1-2958,5 2 4918,1 1 0,12 4 0,4 3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8.7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11368,'18'25'3002,"-3"-6"-2733,-15-19-51,0 0-72,16 83-56,-10-47 50,13 62 140,-13-72-28,-1-6-5,-1-9 195,-3-4 140,2-6-223,-3-1-359,2-2-112,-2-11 5,0-5-212,0-16-17,0-1 118,0-7 95,0 3 55,0 4 68,4 8 28,-1 9 28,6 7 62,-1 6-6,3 2-6,1 3 34,-1 0 68,2 7 94,-1 2 101,3 9 6,-4 3 5,1 2-122,-3 2-135,2 0-157,-4 0-958,3 6-705,-4-9-1480,4 2-3925,-4-15 7068,3-5 0,-6-3 0,1-1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8.9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11827,'5'4'3120,"-1"-1"-2436,-4-3 1203,0 0-1629,17 47-169,-11-27-89,15 37-45,-16-41-733,1-1-987,2-5-2043,-1-4 3808,0-4 0,-2-2 0,-2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39.1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15916,'3'14'1104,"0"-3"-3871,-3-11 2767,0 0 0,0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40.1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0 199 12298,'1'12'2750,"0"-2"-2375,-1-10 1138,0 0-1077,0-3-94,0 1 28,0-1 218,3 1-112,5 0-140,6-1 0,9 0-39,5 0 28,8 0-107,7 2-72,6-1-73,6 2-40,4 0-33,6-1 0,4 1 0,1-3 0,4 0-5,-2 0 5,-2-4-6,-4 2-5,-3-2-28,-4 0 5,-3 1 12,20-7 22,-19 6-6,15-5-39,-25 5-44,-4-1-7,-1 1-4,-5-2-23,1 0-62,10-2 179,-12 2 1,8 0 5,-17 4 33,0 2 1,-1 2-1,1 1-21,0 0-1,12 0-6,-10 0 1,6 0 0,-13 0-1,-3 0 79,2 0 45,-5 0 16,3 0 7,-5 0-40,-1 0-17,-2 0-95,-3 0-174,-1 0-503,-4-2-1290,-2-3-2334,-3-3 4301,-8-5 0,5 6 0,-4 1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2:42.0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0 301 13491,'13'9'1730,"-2"-1"-1618,-11-8 634,0 0-304,27-7 51,-7 4 0,25-3-107,-11 2-72,1 2-6,6-4 51,2 2-51,4-1-84,2-1-45,4 2-22,0-1-56,2 2-40,-4 2-27,-1 1 0,-2 0-29,-1 0 1,0-1 151,1 0-62,1-1-22,3 0 5,2-2 12,3-1 44,26-3-84,-19 1-44,17 0-1,-30 3 29,-4 2-34,-3 1 17,11 1-12,-13 0 35,7 0-35,-14 0 6,-2 0-5,1 0-6,-2 0 6,0 0-1,-1 0-5,-2 0 6,8 0-6,-11 0 11,5 0-11,-10 0 6,-2 0 27,3 0-27,0 0-1,3 0 29,0 0-28,2 0-1,2 0 1,0-1 5,17-1-5,-10-1-1,15-1 1,-14 1 5,1-3 28,0 3 28,16-3-33,-14 3-28,10 0-1,-18 1 1,-1 1-1,-1-1-5,-3 1 6,0-1 0,-2 0-1,1-1 1,-2 0-6,1-1 5,8-1 1,-5 1-6,7 0-6,-8 1 6,-3 1 0,-1-1 0,0 3-5,-6-1 5,1 1 0,-6-2 0,3 2 0,0-2 0,5 0 0,1-2 0,3 0 0,2-1 0,0 2 0,0-3-6,9 1 6,-10 1 0,6 0 0,-10 1 0,-1-1 0,2 0 0,-1 0 0,1 0-5,8-1 5,-8 1-6,20-5 6,-17 6 0,9-6 0,-11 5-6,2-1 1,-1 1-74,11-2 40,-10 3 6,7-4-12,-12 4 6,0-1 5,-1 1 28,-2 0 1,1 1-40,9-1 11,-8 2 29,9-1-3393,-10 1 3393,0 1-1,-3 0 1,-2 0 5,-3 0 0,-1 0 0,-2 0 33,-1 0 3449,-1 0-3286,-1 0-62,-3 0-6066,1 0 5932,-10 0 0,6 0 0,-6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47.0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64 82 6955,'-4'-11'313,"1"2"-302,3 9 79,0 0 55,-3 0 113,2 0 22,-3 0-101,3 0-123,-3 0 51,-1 0-63,-1 1-38,0 2 5,0 1 68,0 1 195,1-2 12,0 2-202,2-1-156,2-1-30,1 0 24,0-2 190,0 1-72,4-1-7,-1 1 29,6 1-29,-2-2 7,1 2-40,0 0 5,0 0 74,-1-1 173,1 0-45,-1-1 22,-1 0-21,1-1 83,-2 0 146,0 0 11,0 0 11,-1 0 40,0-1-18,-1-1 421,0-2-493,0-1 89,-1 1 73,-1-3 1,-1 1 27,0-3 689,0-7-733,0 5-1,0-6-55,0 6-168,-2 1-62,0 4-29,-4 0-38,3 5 56,-3-1-203,3 2-55,-2 2 6,0 6 33,-9 24-28,3 4 17,-8 21-28,6-5 0,1 3-5,4 2-1,3 0-27,3-2 27,1 18-44,2-18 5,5 7-22,3-24-40,5-8-195,3-6 78,3-6 50,1-8 90,18-4 84,-6-5 0,14-9 0,-12-4-61,2-13 55,-5-4 1,-1-5 5,-6-2 5,-4 1 1,-5 0 44,-3-13-44,-7 12 39,-1-10-12,-5 16-27,0-3 33,-4 0-33,-3-2 44,-5 0-44,-3 1-1,0 1 230,-6-4-95,5 13 6,-4-1-90,6 13-45,0 5-11,0 1 11,-1 2-11,0 2 45,-6 1-78,4 1-7,-5 0-100,5 2-246,-1 4-774,0 6-1058,-1 7-2028,3 2 4246,3 1 0,5-9 0,4-5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47.6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26 13390,'-4'11'2286,"0"-3"-2208,4-8 1260,0 0-509,-1 44-179,1-7-173,0 43-181,5-20-144,3 2-102,5-6 0,-2-6-44,1-9 44,-2-6-10,-2-10 83,-1-4 112,-2-10 140,-2-5 123,0-3-106,-3-3-207,1-5-185,-1-10-39,0-13-107,-1-15 85,-3-8 55,-2-28 6,-1 25 0,3-13-84,3 33-235,1 2-174,0 3-1154,13-14 331,0 13-101,14-6-202,-3 19 315,3 9-2,1 4-195,2 9 39,7 13 1462,9 22 0,-19-16 0,0 6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48.2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318 455 10494,'9'3'3568,"-1"0"-2700,-8-3 1222,0 0-1497,-3-22 90,-4 11 24,-5-17-175,-4 21-118,-5 3-139,0 2-236,-5 2-39,-2 7 0,-3 8 0,0 11 5,1 11-10,2 6 5,4 4-51,2 0 51,9 1-33,1-1 22,6-2-45,3-3-34,2-6 12,1-4-40,3-7-112,7-5-61,5-4-134,7-5-41,4-6-150,2-2-140,3-7-1333,17-28 1254,-14-2 135,8-30 62,-22 3 218,-5-8 285,-8-8 115,-4 16 1,-2-1 24,-1-35-163,-2 34 1,-2 1 504,-3-17 224,-6 14 174,4 15 129,2 17-225,2 17-223,2 7-202,2 8 1067,0 31-877,1 2 23,0 36-213,0 0-174,0 10-50,3 4-100,4 3-696,7-2-4120,3-27 1,2 0 4721,10 15 0,3-1 1,-19-51-1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49.1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80 291 11066,'-15'-8'1652,"4"2"-1646,11 6 128,0 0-27,15 0 21,-3-5-27,12-2 11,-8-6 45,-2 0-11,-4-2-34,-3 0 89,-4 1-5,-2-1-39,-1 0-45,0 1 106,-3-1 135,-4 4-73,-3 3 11,-3 5 63,-1 1-214,1 2-135,-1 3-5,0 6 6,0 7 0,0 9-1,1 8 102,3 6-23,1 4-84,5 1-6,1 13 12,6-15-6,6 6-40,8-21-27,8-3-17,3-5-33,18-3 117,-9-8 5,13-3-5,-13-5 0,0-1 28,0-7 45,-3-2-23,-3-7 85,-5 0 145,-5 0 465,-3-10-275,-7 6-140,-1-9-111,-6 5 290,-2-18-166,-1 5 21,-5-10 45,-2 15-34,-3 8-168,0 6-162,3 6-146,3 6-73,2 1-134,4 1-1059,25-15-27,1 2-696,30-17 2090,9-4 0,-30 17 0,4-3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0.8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11474,'14'8'1944,"-2"-2"-1748,-12-6 812,0 0-442,1-5-11,-1 4-23,2-4-112,-2 5-157,0 0 23,0 5 330,0 7-129,4 13-179,2 10-135,6 12-54,2 8 15,1 5-78,3 3-50,-4-1 39,2-3 27,-1-4-21,-1-6-18,-1-4 35,-4-6 21,-1-7-38,-3-6-51,-1-7 5,-2-5-5,0-7 0,-1-4-414,0-2-640,0-1-659,0-3-1004,0-5 2717,-1-7 0,0 4 0,0 1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1.2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20 10657,'-13'-10'1562,"3"2"-1551,10 8 712,0 0-303,38-2-56,-9 10 79,35 2-135,-20 10-163,0 1-38,-3 1-1,-7-2 51,-5 1 241,-11-1 252,-6 1-101,-8 1-197,-3-1-133,-6 2-130,-8-2-89,-12-1-207,-32 8-56,8-6 0,-16 5-107,21-9-482,8-1-536,11-4 1388,9-1 0,10-8 0,4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1.7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10018,'8'10'3355,"-2"-2"-2789,-6-8 1182,0 0-919,0 30-96,0-2-61,0 32-129,3-4-66,0 9-174,3 7-68,0 4-101,0 3-50,1-2-78,1-5 33,2-7-33,0-10-6,-1-9 0,-2-9-56,0-10 5,-2-7-313,0-6-751,0-8-1075,5-2-1137,-1-8 3327,3-9 0,-6 7 0,-2-6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2.7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253 131 9537,'-3'-19'2430,"0"4"-2122,3 15 1362,0 0-903,-15-40-230,6 27-77,-14-28-85,10 38-145,-3 4-129,-2 11-96,-3 8 51,-3 16 12,0 8 21,0 6-38,4 4-51,3 1-40,6-4 29,4-5-84,4-8-28,2-9-230,1-9-17,1-9 112,15-7 258,0-13 0,15-9-45,-5-16-111,9-32 156,-12 14 5,1-16 247,-14 30 421,-7 11 21,0 10-167,-3 10-264,0 4-84,0 3-112,0 7 51,0 20-113,0 3-5,0 18-3431,1-10 3190,3-1-498,5-2-510,6-5-112,5-4-532,13-12-3753,2-5 5646,6-8 0,-18-1 0,-8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3.2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181 14 11749,'2'-7'3540,"0"1"-3131,-2 6-364,0 0 0,-54 35-34,31-3-6,-41 34-5,45-13-44,5-1-52,7-5-162,3-7-111,4-8-152,4-9 179,6-9 309,5-7 33,8-6 72,0-11-32,3-10-35,-3-13 46,-3-8 318,-4-1 314,-5 5 270,-6 8-23,-2 9-410,-3 11-486,0 3-34,1 6 0,2 8 101,4 7 319,12 35-129,-3-3 247,16 47-190,-15-32-96,4 20-101,-12-23-28,-5-2-33,-1-1-46,-3-3-38,0-6 22,-13 8-241,1-21-78,-13 2-129,6-21-376,1-8-705,2-3-521,6-12-1893,0-9 3915,7-13 0,0 9 0,3 3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3.4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13877,'9'16'3087,"-1"-4"-2544,-8-12-95,20 70-179,-12-28-233,5 6 0,-1 2-36,-5 1-162,2-1-863,-2-4-919,3-1 1944,6-4 0,-8-18 0,2-5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3.6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12 15754,'-3'-6'823,"1"0"-3047,2 6 120,0 0 0,0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4.1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138 0 13110,'2'4'3204,"0"0"-2263,-2-4-908,-49 53 74,31-13-23,-11 2 0,3 3 28,15 15-62,5-2-11,4-4-33,2-7-6,4-8 0,6-9-140,8-9 50,8-9 90,4-7 101,2-5-11,0-12-34,-1-6 61,-4-16 124,-6-5 11,-8-6-17,-7-1 119,-4-1 4,-2 4-38,-15-5-320,1 17-387,-13-2-414,6 18-499,0 3-1383,-1 1 2683,-3-3 0,13 6 0,-1-1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4.7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13 272 11138,'13'24'2627,"-4"-5"-2296,-9-19 789,0 0-123,24 49 241,-18-36-141,17 36-295,-23-51-444,0-9-262,-5-10-91,-4-13 1,-7-8 44,-2-3 17,1 2-33,6 6-34,3 8-202,5 7-184,2 3-315,4 2-564,7-4-242,7 2-263,12-3-174,3 4-1057,9 5-2229,-4 5 5230,2 6 0,-19 2 0,-7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5.1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282 74 10842,'11'10'2991,"-1"-2"-2426,-10-8 1575,0 0-1334,-36-41 51,16 31-286,-30-30-469,22 40-96,0 12 38,-1 6-38,1 17 0,3 6 5,3 3 28,6-2-33,4-2-6,6-3-6,3-5-84,3-3 85,4-2-1,8-4-112,9-2-33,10-5-96,7-3-234,4-7-371,4-2-587,1-4-409,7-10-2381,-6-7 4229,0-12 0,-23 11 0,-9 4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5.6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25 11967,'1'-14'3165,"0"3"-2952,-1 11 958,0 0-455,-3 92-94,4-37-757,0 11 1,1 2 487,6 5-48,5 1-188,0-5-111,3-3 33,0-7-39,2-5-34,0-9 1,-1-6-1,-2-10 432,0-9-622,-6-8 87,-1-6 8,-3-5 40,-1-4 78,0-12-393,1-9-228,2-18 335,0-6 185,1-2 78,-1 5 163,-1 4 95,-3 19-56,1 5-45,-2 16 84,3 1 107,2 1 84,4 9 5,1 4-38,3 9-108,-2 5-72,7 13-179,-7-7-6,4 9-51,-6-15-644,1-1-414,0-3-621,4-2-556,3-10 2286,10-3 0,-13-8 0,2-1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5.8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14650,'7'3'3641,"-1"-1"-3109,-5 77-251,2-38-228,0 11 0,0 1-53,3-11-34,3-2-538,-2-8-850,2-4-1468,2-10-2482,1-7 5372,1-6 0,-6-4 0,-3-1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6.0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 22 15501,'-21'-12'410,"4"2"-4617,17 10 4207,0 0 0,0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6.4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18 12550,'-1'-10'2604,"0"3"-2189,1 7 1433,0 0-1165,-4 56-128,3-23-162,-3 49-153,4-35-122,0-1-118,1 1 0,3-7-50,1-2-432,4-9-835,0-5-923,1-12-3159,2-6 5399,-2-16 0,-4 7 0,-2-7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6.6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1 15081,'-6'10'0,"1"-2"0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7.3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188 527 12343,'12'6'2744,"-3"-1"-2217,-9-5 1052,0 0-1108,-37-13-292,19 9-129,-28 63 1,2 19-135,23-31-149,-7 41 1,13-9 19,25-63 11,10 1 79,1-13-106,14-5 61,-8-12-45,7-8-39,-14-14-67,-2-10-68,-6-10 48,-6 4 0,-3-4 205,1-35-350,-3 25 1,0 0 483,-1-31 252,-5 5 297,-1 13 790,-7 4-824,4 36-235,1 7-230,5 27-50,0 4-17,2 5 956,-2 9-771,3 14 807,-1 44-504,1-9-85,0 28-156,0-25-90,0-4-135,2-4-5,3-5 0,4-4 0,1-5-50,3-5-73,0-5-62,1-5-33,0-4-203,1-6-408,1-3-168,3-4-224,2-4-101,1-4-604,4-3-1587,6-5 3513,11-14 0,-18 10 0,1-9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5:57.7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88 105 7610,'32'-44'8043,"-18"27"-7214,5-22-84,-19 36 504,0 2-845,-5 1-371,-4 5-33,-7 7 0,-3 9-5,-3 8-63,1 4 56,0 3-44,5 0-16,4-2-7,5-5-44,4-4-84,2-7-129,1-4-39,4-6 55,5-4 119,6-3 50,5-2 11,1-10-6,1-7-61,-3-13-40,-3-7 107,-3-1 140,-5 1 633,-4 9 95,-3 9-353,-1 11-246,0 5-95,0 4 33,2 7-33,1 4-34,3 9 0,4 3 0,4 3 0,4-4-12,4-1-100,2-4-2246,18-5-6030,-10-4 8388,11-7 0,-27-2 0,-4-1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2.9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424 168 11631,'-2'-13'1558,"0"2"-1396,2 11 331,0 0-101,-44-53 196,28 36-17,-35-40-50,40 49 734,-9 4-522,-1 1-369,-3 2-33,-8 1-163,13 5-44,-10 1-35,9 7-83,0 3 0,0 4-6,2 3-6,-1 4 6,4 3 0,1 4-6,4 4 6,2 5 6,3 1 0,3 5-1,1 0 46,1 1-1,2-2-16,4-3-1,5-3-27,5-4-12,13 9 6,-3-14-11,12 5-23,-7-18 29,3-3-57,3-6-5,0-3-79,2-6-213,0 0-498,1-2-7189,22-29 8046,-19 8 0,1-12 0,-30 19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3.6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26 187 9895,'14'12'1574,"-4"-2"-1401,-10-10 517,0 0-253,33-25 33,-23 12 23,24-20 39,-32 18-67,-2 2-73,0 0-51,0 3 18,-4-1 11,0 7 5,-7 0 45,0 4-106,-1 0-286,-3 2-28,2 5 0,0 8-12,0 5 12,2 6-50,0 15 44,5-10-33,1 13 39,5-19 0,3 1-50,5-2-118,7-3-79,7-1-531,19-1 414,-7-7 111,12 1 125,-14-9 38,-1-1 90,-4-1 6,-1-2 83,-5 0 90,-1-2 108,-4-3 317,4-16-290,-8-1 78,2-13 34,-10 5 94,-1-3 18,-2 0 241,-1-7-700,0 14-79,0-3-213,3 15-281,4 0-363,9-1-330,8-2-577,16-5 1764,22-8 0,-26 13 0,5-1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4.3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108 9 10416,'-4'-4'2918,"0"0"-1798,4 4-689,-36 39 51,24-17-56,-28 30-79,35-27-95,1-3-44,2 0 4,2 0-72,0-1-67,0 2 39,1-4-5,2 0-7,1-4-27,2-3-11,0-4-45,0-2-17,1-3-51,2 0-50,3-3-61,2 1-247,4-1-453,5 0-600,4 0-1345,10-13-4656,1 0 7463,3-15 0,-18 15 0,-8 1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4.7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82 1 12466,'0'3'2683,"0"0"-2257,0-3-253,-27 57 7,16-24-108,-20 49-66,25-42-6,2-1-50,3-5-79,-1-6 6,2-5-141,0-8-111,3-5-40,1-5-50,5-4 157,3-1 84,1-4 0,2-7-112,0-10-50,-2-10 100,-1-5 286,-3 1 90,-2 4 666,-3 8-140,1 10-202,-3 8 354,3 5-202,1 11-191,4 6-185,2 12-117,4 4-73,1 0-235,13 13-667,-6-16-655,12 2-3552,-11-22 5109,-1-6 0,-10-4 0,-7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5.4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0 169 10382,'7'19'2885,"-2"-4"-2594,-5-15 180,0 0-102,9 60 158,-7-44 168,9 44 16,-11-59 465,1-1-756,-1-3-331,0-6-89,0-8-50,-2-6-28,-1-5-46,-2-3 18,2-1-17,2 1-73,1 3-11,0 3 27,0 6-83,0 1-101,4 4-45,2 2-6,4-1-33,2 4-117,1 0-12,0 2-218,2 2-830,5 2-587,0 2 2212,3 0 0,-10 0 0,-4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5.6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11654,'14'66'1415,"-1"1"0,-2-12 1,0-8-2543,-1-13-883,0-20-3490,-2-6 5500,2-5 0,-5-3 0,-2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5.7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12948,'6'5'-345,"-1"0"1,-5-5-1,0 0 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6.3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188 1 11715,'-5'1'2330,"1"1"-1854,4-2-246,-49 31-23,27-11-89,-36 27-107,42-19-11,6 0 0,0 0 0,5-3-11,-1-3 11,5-4 0,-1-7-107,2-5-195,0-3-17,0-3 207,4-2 106,3-6-83,4-7-1,3-8-28,-1-9 6,0-3 23,-2 0 89,-3 2 437,-1 11 218,-2 8-258,-2 8 130,1 5 28,-1 10-275,3 5-207,3 12-73,0 3 0,4 0-56,1-4-34,4-4-140,2-7-139,4-3-416,4-7-844,5-3-5115,3-11 6744,0-6 0,-16 3 0,-7 1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7.6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11743,'8'9'2286,"-3"-1"-2107,-5-8 442,0 0-223,7 36 45,-2-7-17,8 33-130,-4-15-116,1 2-108,1 1-32,-2-3-35,2-4-5,-3-7 0,0-7 0,-2-6 6,-2-9 55,-1-5-5,-2-6 157,0-2-213,0-1-196,1 0-28,1-1 84,1-5 140,2-3 0,4-10-207,17-17 123,-1 3 34,14-11 5,-4 16 45,16 2 5,-14 13 91,5 2 77,-23 11 62,-5 9 12,-7 3-6,-4 11-45,-4 2-23,-4 4-50,-9 2-55,-8 1-24,-12-1-167,-20 8-302,10-14-1082,-21 5 67,33-22-1556,-1 0-651,19-10 3647,7-7 0,2 5 0,4-4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8.2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150 73 9380,'16'0'1966,"-3"1"-1423,-13-1 1641,0 0-1551,0-24 39,0 14-72,-2-17-96,-3 20-11,-4 4-51,-1 0-111,-3 3-331,-2 4-23,-1 7 12,-3 10 5,1 12-27,-1 5 27,3 5-33,1 1 5,5-1 1,3-5-18,4-3-72,1-8-73,2-6-61,0-6-107,6-6 50,1-5 185,9-2 40,2-10-135,4-7-130,0-13 46,-1-8 56,3-21 252,-12 19 364,2-7 18,-11 30-220,0 8 56,1 6 365,10 21-426,-2 0-57,9 21-100,-6-5-16,1 1-567,0-1-784,3-6-2598,0-4 3965,3-9 0,-10-8 0,-3-5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8.7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17 12528,'0'-9'1517,"-1"1"-1108,1 8 151,0 0 96,6 76-68,0-32-381,-1 7 0,1 2-22,2-3-123,0-6-62,-1-6 0,-2-6-235,1-6-549,-4-4-645,0-5-817,-2-6-2067,0-4 4313,-3-4 0,2-1 0,-3-2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9.0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1 168 13015,'50'-54'868,"-30"29"-868,21-4 0,2 3 0,-12 12 17,-5 4 196,-6 4 100,-6 3 74,-2 2 10,-2 1-38,-1 0 44,1 0 34,1 5-45,2 4 34,0 8-29,0 3-61,2 4-39,-3 1-62,0 1-173,-1-1-56,-1 0-6,2-3-219,0 0-688,1-3-851,0-1-1121,6-8 2879,6-4 0,-11-6 0,2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9.4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12337,'9'15'4352,"-1"-2"-3831,-8-13 969,0 0-1176,-2 2-79,2 4-50,-1 3-6,1 7-5,0 3 5,0 9 45,0 6-90,5 7-61,2 3-34,4 3-27,1-1-7,0-2 1,0-3 5,-1-3 39,1-4 6,0-2-11,-2-3-45,0-2 0,-1-2 0,0-6-325,-2-4-408,1-5-774,-3-6-1204,1-1-661,1-6 3372,-2-7 0,0 6 0,-4-6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09.8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12673,'14'13'2464,"-3"-2"-2032,-11-11 363,0 0-358,11 70 17,-5-29-275,2 8 0,1 2 73,0 2-17,2 0 34,0-1 0,1 0-73,1-2-83,-1-5-74,0-3-39,-1-7 0,-3-6-140,2-5-404,-6-8-531,3-5-320,-5-5-408,1-3 516,-3-2 1,0-1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10.0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14 14829,'-12'-7'-268,"2"1"-3479,10 6 3747,0 0 0,0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13.5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118 45 10842,'-8'-17'1960,"1"4"-1629,7 13 245,0 0-374,-12-6 67,10 4 123,-10-4-23,10 6-27,2 0-73,-2 0-17,0 0-44,-1 0-113,0 2-28,-1 3-61,-1 5-1,-1 5 6,-1 4 1,0 6 16,-2 3-28,1 3 0,1 0-6,1-2-5,3-4 11,0-3 5,3-5-5,0-2 0,0-4-5,0-3-208,0-5 34,0 0-34,3-3 89,2 0 79,9-4 45,-3-1 6,6-6-6,-4-3-56,6-14 11,-4 5-16,2-11 61,-9 10 11,0-4 50,-4 10 46,-1 1 17,-2 13 27,-1 3 364,0 1-190,0 5 22,0 5-22,3 8-157,2 7-112,2 3-56,3 3-11,1-1-79,2-1-543,-1-4-695,2-2-604,5-4-2498,-1-4 4430,4-7 0,-11-4 0,-3-4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14.1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94 11099,'14'18'2011,"-3"-3"-1731,-11-15 174,0 0-23,15 68 95,-8-46 90,12 49 130,-16-65 105,1-3-5,-4-3 431,2 0-1109,-2-7-168,0-1 0,0-9-5,0-1-113,-2-4-16,2 0-40,-1 0-51,1 0-139,0 2-5,2-1-186,6 2-1214,10-8 631,1 9 158,6-3 101,-6 10-96,-2 7 230,0 1 152,-1 3 83,-3 0-611,5 0 746,-6 0 129,3 0 246,-8 0 319,-1 0 494,-2-2 60,0-2 18,-3 0 251,1 1-223,-1 2 128,-1 1-537,3 2-1,-1 8-128,3 8-5,1 9-90,4 5-163,0 3-78,1 2-45,-2 0-124,1-2-2480,4 3-1984,-4-14 4588,4-5 0,-9-14 0,-1-5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14.3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 25 13866,'-9'-13'-325,"2"2"-2750,7 11 2317,0 0 0,0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14.9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100 7 12393,'8'2'1686,"-1"-1"-1059,-7-1 914,0 0-1295,-8-9-167,2 12-65,-18 48 0,0 16-121,10-18 107,-7 22 0,3-9-67,18-48-263,0-9 72,0-4-16,0-1 144,2-4 125,3-6-96,2-8-56,4-8-22,0-4 16,-1-4 57,-1 2 100,-2 2 6,-2 5 112,-3 8 196,0 6-28,-2 6-100,0 3 39,0 2 27,2 3 56,2 4-61,3 6-78,0 7-12,2 2-78,1 1-73,1 1 0,0-3-40,1-2-60,0-5-449,1-2-415,-1-6-285,5-2-1619,-2-5 2868,3-9 0,-9 7 0,-2-6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15.3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1 119 11306,'11'4'2067,"-1"0"-1843,-10-4 236,0 0-225,56-10 50,-34 0-33,41-8-50,-49 3 22,-5 1 247,-1 1 162,-4 2-124,-2 4-223,-1-1-146,-1 3-67,-5-1 16,-3 1 410,-17 2-146,4 2-180,-7 1-3481,9 4 3314,2 6 5,2 8 28,3 7-5,3 4 219,6 15-181,1-12-72,8 6-191,18-15-229,1-13 2827,17 0-4575,-1-12 2168,16-22 0,-25 15 0,2-14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17.1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25 234 10427,'-14'-4'2090,"3"0"-2046,11 4 1272,0 0-744,9 0-1,0 0 17,9 0-67,-2 0-78,2 0-85,3 0-33,4-3-84,2 0-23,1-3-61,4 0-17,-1 1-6,1-1 17,-1 1 23,-2 2-12,0 2-27,1 0-11,0 0-7,1-1-33,4 0-28,2-2-5,20-2-46,-13 0 29,11 0 11,-20 2 11,-3 1 28,0 0 17,12 0-96,-7 0 1,9 0 5,-12 0-5,-3 0-1,-2 0 1,-3 0-1,-2 0-5,-2 0 0,-2 0 6,1 2-6,0-2 11,13-1-5,-5-1 27,11-2-33,-9 1 0,1-1 0,1 1 0,-1-2-5,-1 3 5,10-4 5,-10 4-5,4-3 0,-10 4 0,-3 0 0,1 0-5,1 1 5,-1-1-6,1 1 6,-2 1-50,9-1 44,-8 3 1,5-3-1,-9 3 6,-1-3-6,1 2-5,0-1 11,3 0 0,13 0 0,-7 0 0,10 1 0,-11 1 0,-2 0 0,-1 0 0,-3 0 0,-1 0 11,-5 0-5,-2 0 56,-1-1-57,-6 0 29,0 0-34,-5 1-1771,1 0-2916,-1 0 4687,1 0 0,-1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19.8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0 183 8836,'6'9'1171,"-1"-1"-969,-5-8 1030,0 0-706,5 0-66,-2 0-23,5 0-112,-4 0-62,1 1-22,1-1 11,-2 2 33,3-2 40,1 0-45,2 0 28,2 0 11,1 0-83,2 0-6,1 0-51,-1 0-73,1 0-22,-3 0-17,1 0 29,1 0-12,1 0 56,3 0 50,0 0-28,5 0 57,11 0-113,-5 0-27,8-2-74,-11 2 1,0-1-6,1-1 0,10 0-6,-9-2 6,9 0 6,-12 1-1,-2 1 1,-3 1 0,1 1-1,-4 0 1,1 0-1,0 0 1,9 0-6,-5 0 6,6 0-6,-8 0 0,1 0 11,-1 0-11,0-1 5,-1-1-5,8 1 6,-8-2 0,6 3-1,-8-2 1,1 1-6,-1 1 5,2-2 29,-1 1 218,14-1-118,-9 0-27,9 0-46,-11 1-21,-3 1-35,-1 0 6,-2 0-5,-3 0 0,1 0-6,0 0 16,8-2 40,-4 1 28,5-2 17,-6 1-28,0-1-34,-1 3-28,1-1-5,-2 1 5,6-1-11,-5-1 0,4-1 0,-5 0 0,1 0 6,-1 2-6,2-2 39,-1 1 45,2-1-28,-2 2 6,2-2-56,-2 3 33,8-3-39,-5 3 6,5-3-1,-7 3-5,-1-3 6,-2 2 0,1-1-1,0-1 29,9 2-23,-6-2-11,9 1 0,-7 0 0,1 1-11,1 0 11,-3 1 0,1 0 11,-3 0-5,1 0 33,4 0-34,-4-1 1,3 0 0,-5 0-6,0 0 5,3-1-5,0 0 6,0 0 5,8 0-5,-7 1-1,5-2 6,-7 3-5,-1-2-6,1 2 6,-2 0-1,2 0-5,-3-1 6,1 1-6,6-2 0,-5 1 0,5 1 0,-7-1 0,0 1-6,-1 0 6,1 0-5,0 0-1,4 0-5,-3 0 11,3-2 0,-6 1 0,-1-1 5,0-1-5,1 2 6,-1-2 0,1 0-6,-2 0 0,1 1 0,1 0 5,6 0 1,-3-1-1,4 1 130,-6 0 5,2 0-79,2-1 1,0-1-12,1 1 46,4-4-40,-6 3-45,3 0-6,-7 2 40,-1 0-34,-2 0-5,-1 0 56,-2 1-6,-2 0-6,-1 1-50,-2 0-706,-1 0-2061,0-1 2767,0-2 0,0 1 0,-1-1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31.0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11967,'4'10'2571,"0"-2"-2268,-4-8 318,0 0-234,0-3 95,0 3 2554,0-3-2969,0 10 56,0 5 12,0 11-18,0 11-44,0 9 11,0 8-22,0 6-23,0 5-34,0 3 29,0 0-28,0-4 27,0-2-27,0-9 39,0-6-40,0-7-5,0-9 6,0-7-1,1-7 203,-1-6-80,3-5-55,-1-1-73,1-2-6,1 0-38,2 0 44,4 0 33,6 0-27,25 0-1,-2 0-5,20 0 0,-11-2-11,1-1-106,-1 0-46,-3-2-161,-4 1-326,-4 0-560,-5 2-3685,1-5-1479,-13 1 6374,-2-7 0,-14 8 0,-3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31.3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0 105 11749,'3'10'2532,"-1"-2"-2336,-2-8-135,81-24-55,-34 11-6,9-3 0,2 0-151,-1 3-101,-5 4-213,-9 1-353,-10 2-1411,-9 1-863,-10 1 3092,-6 0 0,-6 2 0,-2-1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31.5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52 11866,'9'12'1334,"-2"-2"-1228,-7-10-100,0 0-146,86-29-314,-39 18-199,13-5 1,2 2-6333,-5 10 6985,-3 4 0,-24 0 0,-12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32.0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 10 11788,'-16'-5'2364,"3"1"-2230,13 4 1345,0 0-896,30 23-68,-8-5-106,27 23-129,-15-10-73,2 4-106,-1 2-62,0 0-34,-1-2-5,-2-4 0,-1-4 0,-3-3-117,0-5-712,-5-4-678,-1-5-694,-3-6-2353,-4-1 4554,-1-11 0,-7 6 0,-2-6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32.2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377 1 10741,'3'6'4553,"-1"-1"-4071,-2-5-28,-57 82-174,28-38-233,-8 12 1,0 1-42,5-4-6,2 1-207,-2-2-269,3-2-628,1-5-800,1-2-2460,8-10 4364,4-9 0,8-12 0,4-7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38.6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29 170 12617,'4'9'1574,"-2"-2"-1384,-2-7 186,0 0-281,58-25 101,-30 15 56,48-18-11,-47 20-22,-1 4-7,-6 0 1,-3 2-67,-5 1-29,-6 1-61,-2 0-44,-4 0 44,0 0 56,-1 0 56,0-2-112,-1 1-6,0-1 56,0-1 1,0 2 16,0-3-123,0-1-28,0-3 28,-5 0 0,-2-4 0,-6 2 0,-2-1 0,0 1 0,-1 3 0,2 0-6,0 2 6,1 1 68,2 2-29,-3 1-39,-4 1-56,1 0 56,-5 4-6,4 2 12,-7 11-6,6-2-6,-4 5-44,8-4-29,5 1 46,1 4 27,3 3 6,2 3 6,1 4 44,1 0 12,1 1 5,1-1 101,7 11-106,1-12 55,9 8-61,1-15-56,4-2-5,1 0-320,18 0-39,-7-6-163,12-1-195,-12-9-432,-3-3-229,4-1 1383,8-19 0,-19 13 0,1-13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39.0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1 169 11178,'9'19'2643,"-1"-4"-2256,-8-15 694,0 0-638,26 65 229,-20-48 263,22 49 34,-28-65 779,1-1-1418,-1-10-252,0-6-78,0-14-5,-2-6-1,-3-4 6,-1 2-5,0 3 5,3 7-51,2 4-156,1 5-252,0 3-258,0 0-409,4 3-157,5 1-17,6 2-150,8 5-578,9 1-1372,3 4 3400,3 0 0,-18 0 0,-5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39.5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198 116 9990,'8'-1'2879,"-2"1"-2705,-6 0 1321,0 0-672,-31-50 63,16 36-46,-24-36-303,24 49-385,1 2-108,-2 10 18,-1 6-12,1 12 23,0 5 62,4 5 77,2-1-77,4 1-40,3-2-50,2 0-45,1-3-6,2-2 1,7-4-1,3-2-145,6-6-112,2-3-174,1-5-1182,18-5 213,-9-3 1406,46-34 0,-51 23 0,22-25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39.8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9094,'10'50'3842,"0"-1"1,7 2-3765,-12 7 1,-2-1-57,5-15-22,0-5-90,1-5-1753,7 4-89,-3-16 1932,10 0 0,-13-15 0,2-4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39.9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6 13429,'-1'-3'-532,"1"0"-1434,0 3 0,0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0.6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445 75 9318,'-14'-7'3456,"3"1"-2801,11 6 1025,0 0-1225,-29-19-52,12 10-56,-27-14-78,17 17-23,-3 3 45,-4 2-89,2 1-202,-3 0-123,4 1 33,0 4-95,5 3 118,5 5 34,6-1-180,8 3 6,4-1 207,3 5 5,13 5 34,8 4 17,17 4 79,7 2-62,6 1-34,16 11 22,-23-12 57,4 4 425,-34-15 0,-7-5-139,-5 1-220,-13-4-144,-8 1-169,-40 1-101,7-7-100,-19-1-219,24-7-336,6-2-465,7 0-548,9-7-2813,8-4 4711,9-4 0,4 4 0,4 5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1.1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1 113 10970,'3'14'1899,"-1"-2"-1630,-2-12 274,0 0-235,77-7-145,-43 2-1,60-7 51,-68 4 106,-4-1-33,-7 0-73,-5 0-29,-4 2 30,-3-2 49,-2 3-263,-1-4-45,-1 1-56,-9-3-55,-4 2 156,-11 1 50,-1 5 56,-4 1-16,0 3-28,1 3-57,0 6-5,7 7 0,2 7 90,8 5 27,3 2 23,6 4 6,2 1 33,9 1-168,5-2-11,13-3-285,3-5-258,5-5-1905,22-8-5851,-14-5 8299,14-12 0,-35 2 0,-7-4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1.5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 12208,'15'-5'3103,"-4"1"-2963,-11 4 1199,0 0-421,0 46-50,0-12-296,0 43-174,0-22-196,2 2-146,-1-2-56,4-2-6,-1-3-28,2-6-358,1-3-493,-1-8-650,2-6-700,1-9-2576,-1-6 4811,5-8 0,-8-3 0,1-1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1.8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13211,'6'12'2946,"0"-3"-2464,-6-9 151,4 80-40,-1-31-280,2 22 1,1 3-196,3-4-79,2 16-28,-2-36-11,0-7-5,-1-9-113,0-7-431,-1-6-375,-2-6-594,-1-7-503,-3-3-2853,1-7 4874,-4-8 0,2 6 0,-1-6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2.0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1 126 10534,'95'-20'1463,"-1"-1"1,-17 5 0,-8 1-1935,21-3-302,-41 7-1182,-13 2-2564,-14 2 4519,-10 3 0,-8 1 0,-4 1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2.2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66 10965,'4'10'2700,"0"-3"-2415,-4-7-285,72-4-67,-28-3-292,9 0 1,2-2-2599,2-10 2957,-6 0 0,-23 8 0,-13 5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2.7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11407,'15'9'2907,"-4"-1"-2464,-11-8 1831,0 0-1367,7 68-140,-2-26-150,5 56-169,-1-42-56,-3-1-95,0-4-79,-1-4-33,0-4-62,1-7-73,-2-2-38,2-5-12,-2-2 0,2-5-34,0-2-386,0-4-420,0-1-1070,0-3-1636,2-6-4676,1-2 8222,3-4 0,-5 0 0,-2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3.0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13799,'3'9'3002,"-1"-2"-2957,-2-7-1496,0 0-285,1 8-3227,-1 0 4963,2 7 0,-2-7 0,0-3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3.2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13754,'1'21'0,"0"-5"0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5.0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21 12550,'-8'-11'1551,"2"2"-1517,6 9 1400,0 0-935,1 80-163,2-38-213,0 10 0,0 0 51,2-10-68,2-5 0,-3-3-10,1-8 10,-2-4-28,-1-7 1,-1-5 16,0-5 17,-1-3 78,0-2-537,0-8 134,0-4 90,-5-10 0,-2-6 11,-3-3-56,2-1 17,3-2 0,3 4 61,1 1 56,1 6 29,0 2-29,0 4 29,0 5-1,1 2-33,2 4 39,3 3 5,3 1 219,4 5 51,3 8-85,4 10 23,3 10-90,-1 9-33,-3 1-23,-2 1 0,-3-3 40,-4-5-18,-1-6-27,-4-2-57,0-13 57,-2-2-62,-2-10-84,1-1 45,-2-11-45,1-6-118,-1-15 34,3-9-101,0-6 135,3-5-56,2 2 94,0 4 29,2 8 67,-1 10 11,-1 8 34,3 10 56,-2 4 73,4 5 94,0 5 141,2 8-39,1 10-62,1 11-67,-1 4-85,-3 3-72,0-2-84,-4-3 0,1-4-1008,-3 6-392,1-12-1305,-1 3-3837,-2-14 6542,0-4 0,-3-5 0,1-4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5.5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10623,'16'13'2711,"-3"-3"-2375,-13-10 1546,0 0-1260,0 8-152,-1 8 169,-2 13-180,-2 12-252,2 5-100,0 5-29,3 1-72,3-4 150,8-5-116,5-8-35,8-9 85,12-5 27,2-12-117,-1-4-5,-5-15-135,-14-9-62,-2-12-5,-7-7 84,-4-6 89,-3-2-3358,-5-1 3426,-7 6-34,-5 6-39,-8 10-365,-4 9-234,-1 8-577,0 6-740,-4 2-2431,5 5 4386,-1 1 0,14 1 0,5-2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5.9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9968,'2'5'2756,"0"-1"-824,-2-4-1294,0 52-139,0-21-191,0 41-117,3-32-85,3-7-50,4 0-22,5-8 134,0-2-45,2-6-123,-2-7 0,0-4 17,-1-5 139,-2-1 24,2-3-57,0-8-50,0-8-1,-2-11-4,0-5-18,-5-2-11,-2 1 6,-2 4-45,-3 7-174,0 5-1097,-2 1-247,-2 8 1518,-4-2 0,3 10 0,0 1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6.5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285 1 10707,'16'15'3159,"-3"-2"-2890,-13-13 717,0 0-645,-41-9-167,18 6-28,-33 0 5,23 14-151,10 1-73,1 5-134,15-8 33,4 3 174,3 2 96,17 15-3270,0-4 3432,20 11 44,-2-10-179,2 0-117,-1-1 5,-6-1 45,-4-4 448,-10 6-33,-7-9-197,-10 3 3236,-15-8-3510,-9 0-219,-15-3-206,-4-3-365,-4-3-370,1-3-363,6 0-1647,5 0-1322,8 0 4492,6 0 0,11 0 0,4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6.9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6 188 8511,'18'-5'3994,"-4"1"-3378,-14 4-106,0 0-297,68-42 22,-46 27 90,49-34 140,-66 38-202,-3-1-151,-2 0 61,-6 1 30,-3 0 4,-7 2 84,-4 5 168,-1 1-268,-3 3-1,4 9 135,-4 7-17,4 12-112,0 7-73,6 2-39,6 2-78,4-3-6,4-2-247,8-8-178,7-2-152,11-8-314,7-4-924,9-7-3607,1-2 5422,5-7 0,-24 3 0,-4-3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7.8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241 446 12208,'7'-6'2168,"-2"1"-1849,-5 5 807,0 0-476,-55-35-157,32 26-292,-44-25 46,46 45-23,-1 6-12,2 15-27,3 5-84,3 8-101,6 2-73,4 1-145,3-4-62,2-9 0,7-6 45,4-9 134,8-7 22,0-7-72,1-4-504,7-12 173,-7-9-33,6-16 44,-11-12-134,0-44 477,-6 12 49,-6 25 1,-1 0 39,-2-25 218,-1-17 269,0 32 56,0-3 11,0 43-5,0 9-140,0 9-169,0 4 12,0 2 633,0 27-286,0 2-45,0 30-3458,0 0 3150,1 4-129,5 4-78,2-3-5,6-2-85,1-6-83,3-5-517,2-8-357,2-7-510,3-8 3252,3-8-4653,2-10-660,0-9 3618,0-12 0,-15 6 0,-4-6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8.0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12208,'9'75'2206,"-1"0"1,-1-15 0,0-7-2811,9 4-880,-3-27-1435,0-11-2637,1-6 5556,-1-9 0,-7-2 0,-1-2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8.1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12186,'3'11'-5803,"0"-3"5803,-3-8 0,0 0 0,0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8.6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250 1 10987,'0'16'2969,"0"-4"-2611,0-12 611,0 0-453,-28 0 66,14 3-201,-23 1-241,19 4-134,2 2-6,1-1-28,3 3-6,2-3-67,4 2-33,2 5 100,2-2 29,2 5 5,3-3 5,3 0 46,6 2 49,3-2-32,2 1-7,7 6-16,-6-5-11,5 6 27,-11-8 1,-1 0 16,-3 2 253,-4-3 21,-1-1-88,-3-1-80,0-2-94,-17-1-168,1-4-197,-17-2-38,5-2-203,-1-2-346,2 0-2767,-8 0-3987,13-2 7616,-3-3 0,17 2 0,4-2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9.0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247 1 11346,'7'9'2604,"-2"-1"-2240,-5-8 1149,0 0-1261,-51-12-174,25 13-78,-39-7-101,39 19 12,6 2 22,6 4 67,7 2 0,5 1 61,2 3 1,9 1 111,6 1-55,12 2-73,4-2-34,0-1 23,-3-1 27,-6-4 40,-7-1 112,-8-4 33,-5 0-83,-3-1-79,-10-1-84,-7 1-118,-12 0-397,-3-2-432,-3-2-537,2-6-2263,5-2 3747,5-3 0,12 0 0,6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9.5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41 161 9884,'15'15'2728,"-3"-3"-2543,-12-12-113,68-30-21,-40 16-18,51-24 1,-61 25 95,-8-2 39,-6 3-168,-3-2-118,-3 0 118,-11 1 224,-4 1 465,-12 5 61,0 3-251,-1 2-51,1 2 124,1 8-158,1 5-112,5 9-38,2 5-12,6 3-68,4 2-55,6 1-129,2-1-319,11 11-123,6-14-314,10 6-522,5-17-900,8-7-5908,-1-5 8086,2-4 0,-20-2 0,-5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49.9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200 44 11598,'5'5'1927,"-2"-1"-1804,-3-4 1092,0 0-408,-19-23-101,7 17-354,-18-18-49,11 32 117,-3 3-84,-2 12-107,2 4-27,3 5 11,2 2 11,6 3-39,2-2-95,6 2-90,2-5-6,1-1-235,8-5-168,7-2-162,10-5 28,9-3-85,1-5-363,5-6-1322,11-2 526,-12-11-487,8-15 297,-21-8 1977,-2-13 0,-12 22 0,-4 3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0.1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38 8702,'83'-37'9830,"-63"43"-9553,34 2 1,-1 9-239,-39 37-39,3 14-6,-4-27-195,-1-5-478,0-7-530,-3-7-483,-1-5-430,-4-9 2122,-2-3 0,-2-5 0,0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0.4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70 11374,'-6'-13'969,"1"2"-863,5 11-10,0 0 156,73-14 16,-39 9 40,56-11 28,-61 12-22,-4 1 28,-6 0 3853,29 50-3691,-27-12-420,19 31-84,-33-29-235,-3-14-2258,2 3-419,0-12 2912,4-1 0,-4-12 0,-1-1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0.6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0 13015,'-2'4'1428,"0"0"-1986,2-4 0,0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1.0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14107,'26'70'733,"0"0"1,0-4 0,-12-12-375,-27-23-102,4 3 12,1 2-22,4-4-85,2-1-28,2-5-78,4-2-16,6-4-29,5-2-6,6-2-5,0-5 12,0-2-7,2-5-5,0-2-33,-1-2-96,6-2 123,-11-4 6,4-3 51,-15-2-1,-2 0-50,-3-1-73,-1-4-156,0-3-46,-1-6-27,-6-2-488,-9-14 253,1 12-466,-4-8-291,10 16-1008,-1 4 151,2 2 2151,1 5 0,2 4 0,3 3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1.8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82 8892,'13'13'3927,"-3"-2"-3261,-10-11-195,0 0-113,12 67-5,-7-37-157,9 53-45,-8-58-16,-3-4-63,1-6-16,-2-7 17,0-3 50,-1-4 203,0-1-326,0-3-191,0-6-78,0-11 23,-1-11-202,1-8 156,2-6 57,3 0-17,3 2 107,1 6 139,3 6 6,1 9 90,0 5 27,2 8 46,1 2 122,2 5 124,1 1 695,11 15-572,-6 3 101,6 14-51,-13-1-134,-2 1-162,-3 0-113,-3-1-106,-1-4-27,-1 9-29,-3-10-11,1 5-431,-5-13-510,2-4-869,-1-2 1810,-1-3 0,1-4 0,-2-2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4.5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11945,'1'15'2453,"0"-4"-2279,-1-11 632,0 0-217,0-4 100,0 3 2716,0-2-3276,0 8-28,0 5-17,0 11-39,0 5-12,0 9-27,0 4 27,0 5-27,0 3 55,0 1-27,0 1-34,0-2 0,0-3 0,0-6-34,0-5 23,1-9-28,0-5 28,2-7 5,-1-2-27,1-5 27,-3-1 1,3-2-1,-3 0-56,1-1-442,0 0 342,1-1 28,0 0 38,0 0 57,0 0 0,1 0 39,2 0 0,3 0 6,5 0-1,6-3 1,6-1-1,6-4-5,7-1 0,2-1 0,3 1 0,0 0-358,-4 2-1496,13 3 274,-18 1-285,7 1-2705,-21 2 4570,-4-1 0,-9 1 0,-3-2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4.8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88 9660,'12'2'3691,"-2"0"-3405,-10-2-146,70-8-45,-33 4-28,58-9-61,-55 6-1,-3-2-5,-8 1-106,-7 1-331,-6 1-610,-7 0-533,-5-1-213,-2 1 1793,-2 0 0,0 3 0,0 2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5.0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11239,'1'11'1558,"0"-2"-1402,-1-9 12,0 0-168,87-3-84,-41 2-227,11-1 1,3 0-1376,2 2-4513,-5 0 6199,2 0 0,-29 0 0,-9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5.5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12662,'7'10'2089,"-1"-2"-2078,-6-8 1491,0 0-842,27 27-32,-8-7-164,24 27-100,-15-15-184,3 5-130,0 0-50,1-1 0,-1 1 0,0-4-314,-4-4-576,-2-4-471,-5-7-706,-1-5-2044,-3-7 4111,-1-4 0,-7-2 0,-3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5.7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407 1 11894,'3'3'4840,"-69"65"-4627,32-30-197,-10 7 1,0 1-17,8 1 0,0-1-386,4-1-555,1-4-695,3-2 1636,-1-3 0,14-18 0,1-2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6.5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20 232 9050,'-11'-11'3511,"3"2"-3191,8 9-136,0 0-133,75-14-51,-40 6 5,59-11 51,-64 9-22,-4 1 5,-8-1 51,-5 2 106,-6 0 22,-4 0-89,-2-2-62,-1-2-67,0-1 0,-7-3-5,-2 0 5,-10-1 33,-2 3 113,-2 3 123,-2 5-90,1 4-179,-2 2 5,1 8 40,-9 21-45,9 4 0,-1 18 6,14-8 39,6 1-40,3 1 34,5 0-39,7 0-11,9-4-62,10-1 73,10-6 0,4-5 6,23 0 0,-15-13 33,13-2 73,-25-11 185,-5-3 224,-5-3 129,-3-6 22,-6-6 0,-3-7-174,-4-7-229,-3-3 67,-4-6 174,-3-18-431,-2 15-79,0-8 0,0 22 0,-1 5-62,1 5-95,-2 4-213,2 2-1013,3 0 492,9 4 382,9-2-483,17 3-397,21 1-1932,4 1 3321,13 2 0,-37 1 0,-9 1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7.0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245 89 10377,'11'6'3416,"-3"-1"-3102,-8-5 733,0 0-537,-22-39 101,9 26 78,-19-29 117,13 38-459,1 3-218,-3 1-62,1 0-67,-3 7 0,1 6-78,-1 9 39,4 4-34,3 4 22,7 1 51,4 1 0,3 0 0,2 2-201,7-3-146,5 1-57,10-4-27,7-3-162,4-3-298,1-4-241,1-6 1132,30-5 0,-38-4 0,20-3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7.2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11021,'5'91'6497,"-2"-20"-6671,2-17-582,2-19-487,6-6-628,3-3 1871,6-7 0,-10-10 0,1-4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7.3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18 12208,'-4'-10'-192,"0"2"0,4 8 0,0 0 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7.8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269 1 11838,'14'4'2135,"-3"-1"-1581,-11-3 342,0 0-688,-43 9 5,22 2-141,-35 10-44,35-1-28,2 1-100,7-2 94,4 1-56,6-2 62,2 2 40,5 0 116,8 3 96,8 1-50,9 3-90,2 1-62,-1 0-50,-1-1 6,-6-4 39,-7-3 151,-4-3 526,-9-1-453,-5-4-118,-30 5-151,0-10-291,-23 2-303,10-7-486,2-1-383,1-1 1463,-2-5 0,21 4 0,-1-4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8.2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1 184 9173,'20'11'3327,"-4"-2"-3036,-16-9 303,0 0-359,65-7-84,-42-1-61,48-9-51,-60-1-34,-5-4 1,-2 0 84,-2-3 162,-2 1 151,-2 2 213,-3 4 124,-4 6-46,-5 7-268,-2 2-421,0 7 124,-3 10 218,1 9-67,1 12-45,3 3-72,5 4-85,5-4-78,3 0-263,6-6-241,6-2-409,8-5-913,11-7-2503,1-5 4329,5-8 0,-18-2 0,-4-3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9.0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11676,'13'5'4436,"-2"-2"-3864,-11-3 996,0 0-1008,0 3 73,0 9-134,0 8-91,0 14-156,0 4-151,0 8-95,0 1-6,0 1-6,0 2-128,0-4-415,2-1-459,3-4-499,3-4-403,2-6-767,1-9-1541,-2-7 4218,3-9 0,-7-4 0,0-2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9.2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14779,'13'2'3725,"-2"77"-3445,-11-31-168,0 7 0,0 2 6,0 3-118,1-4-6,3-7-61,2-8-354,3-8-458,1-6-375,-1-7-802,2-8-2352,-4-5 4408,-1-6 0,-3-1 0,-2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9.5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81 10489,'97'-18'386,"1"0"1,-38 1-1037,9 7 0,15 1 1,-26 3 649,-37 4 0,-13 1 0,-4 1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6:59.7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7 11284,'-10'1'2061,"2"0"-1893,8-1-134,0 0-34,75 0-129,-31 0-146,9 0 1,1 0-1681,6 0-2217,-7-1 4172,-5-2 0,-25 1 0,-7-1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0.5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5 136 10343,'-2'-2'2694,"0"1"-2313,2 1-190,53-47 173,-28 30 67,42-35-17,-43 43-44,-3 4-17,-3 3-95,-2 2 22,-3 2-34,-2 9-55,-4 6 21,-3 12-55,-2 5-50,-2 7 5,-4 5-28,-4 2-12,-6 1-38,-3-2-34,-1-4 34,2-6-23,3-6 146,1-5 22,4-7 45,2-1-174,3-8 40,1 0-34,2-7-56,0-1 0,0-2 0,4 3 73,4-1-6,7 1 0,4 0-28,4 0-33,4-2-6,1 1-51,2-2-413,1 0-348,3 0-420,0-2 1232,35-16 0,-41 12 0,22-12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0.8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12690,'7'16'3781,"-1"-2"-3540,-6-14-516,0 0-587,0 9-696,0 1-3068,0 7 4626,0-2 0,0-7 0,0-3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1.0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13026,'7'13'2442,"-1"-2"-2442,-6-11-740,0 0 1,0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2.7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372 14 15423,'-41'-7'1552,"1"2"-1272,14 3-202,-4 2-50,-3 0-28,-1 0 6,-1 0 2,1 7-13,3 1-32,4 7-58,8 1-3459,6 0 3341,7 3 17,4 2 162,9 1 34,10 4 34,12 1-34,10 1 5,5 1 7,0-3 3385,-2 2-3391,-10-4 33,-9-1-33,-11-4 100,-6-1 0,-5-2-55,-8-1-29,-6-2-22,-11-1-179,-25-4-101,9-3-213,-14-2-107,22-3-172,4-4-197,10-4-1753,8-9-886,6-4 3608,12-3 0,-6 10 0,6 5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3.2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1 127 10136,'2'33'3411,"1"-6"-3069,-3-27-141,0 72-78,0-45-39,0 52 62,1-66 229,1-7 51,1-3-169,-1-3-257,0 0-78,1-8-292,-3-6-44,4-11-45,-1-10 112,4-5-118,4-8-22,2-1 33,4 0 376,3 6 78,-2 10 369,-1 9 410,-2 11-63,-3 7-21,-1 12 61,-2 8-145,0 13-85,-2 9-212,2 6-208,-3 1-212,4 15-499,-3-15-471,4 3-604,0-21 1680,6-6 0,-7-10 0,1-2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3.7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92 0 11346,'11'8'2963,"-2"-1"-2532,-9-7 1053,0 0-1344,-5 8-106,-3 4 56,-6 12 27,-3 5-10,1 5 21,0 3-100,3-2-28,2 0-134,4-5-96,4-4-128,2-5-68,1-6-11,4-7 151,3-3 124,5-4-303,13-9 140,-5-6 185,7-11 140,-9-6 101,-5-1 386,-1 1 393,-6 7-29,-2 7-167,-3 9-169,-1 4 106,0 4-413,0 8 32,0 4-116,0 11-124,3 2-40,2 2-598,2-1-370,5 0-594,1-4-353,8-4-2016,2-5 3971,2-7 0,-11-3 0,-5-3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3.9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11945,'14'55'6721,"-2"-25"-6710,-9 46-11,1-40-78,4-3-409,2-3-527,0-3-397,3-4-287,-1-5-1556,4-7 3254,1-6 0,-6-5 0,-1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4.2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12326,'15'1'3546,"-3"0"-3132,-12-1 1311,0 0-1260,2 69-22,2-30-74,2 58-83,3-47-2062,4 11 1,1-2 1775,-5-19 0,14 52 0,-23-98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4.3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26 7787,'-17'-14'1232,"3"3"-55,14 11-1752,0 0 0,0 0 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5.2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246 211 13995,'2'2'2638,"0"-1"-1876,-2-1-51,-31-27 113,17 20-578,-29-20-128,24 32 5,-4 7-33,-2 9-79,0 8-11,1 5-90,5 1-402,4 11 20,8-15 58,3 3-17,4-20 33,6-4 68,2-2-533,15-5 224,-5-1-49,7-2 94,-7-5 247,1-5 117,-4-9 197,0-8 33,-4-4 61,0-7 18,-1-3-7,-3-6 35,2 0 722,0-16-174,-3 23-11,0-4-67,-4 29-45,-1 8-123,0 4-6,-1 3-184,0 13 145,0 5-34,3 17-38,0 4-130,3 8-150,1 4-12,2 0-12,1 0-301,2-5-282,1-2-1712,8 5 408,2-18-3001,6 1 4900,-3-23 0,-12-5 0,-5-4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5.4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13077,'14'59'1795,"-1"-1"1,1 5 0,-1-7-1723,-4-14-73,2 9-140,-2-23-599,0-6-515,-1-5-791,1-6 2045,2-6 0,-4-3 0,-1-2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5.6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38 13715,'-2'-21'1400,"1"4"-2850,1 17 115,0 0 0,0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6.1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190 0 9654,'9'10'3703,"-2"-3"-2768,-7-7-336,0 0-358,-33 0-79,18 2-95,-41 10-67,37-4 0,-8 9-140,17-9 140,5 3-11,2 15 0,9-7-34,1 15 40,9-12-1,19 20 6,-11-17 6,10 12 33,-19-21-6,-3-4 1211,-5 2-488,-2-6-246,-5 2-510,-9-3 0,-6 2-2409,-36 7 460,18-8-3439,-21 2 5388,34-10 0,9 0 0,5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6.5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126 0 3457,'12'8'868,"-3"-2"1437,-9-6 205,0 0-3921,-23-5 1831,9 3 823,-19-3-1119,16 5 1221,1 0-1435,0 4 90,8 4 84,0 6 3504,9 5-3028,18 20-2685,-3-6 2232,16 13-74,-10-14-22,-3-2 45,-4-5 1093,-5 3-987,-6-13-162,-8 0 1733,-8-12-1733,-48-13 0,37 7 0,-28-7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6.9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0 169 9374,'17'6'3355,"-4"-2"-3131,-13-4 28,0 0-3680,70-38 3809,-53 24-129,52-31 798,-69 31-972,0 0-67,0-3 701,-12 1 212,4 5-61,-12 2-404,6 8-112,-3 5 735,-16 31-1049,14-10 3359,-8 26-3470,21-22-185,3-1-1777,20 22 1368,-1-22-549,17 16-532,2-31-2235,-2-3 3140,5-5 0,-18-4 0,-6-1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7.3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147 9 8601,'14'0'4683,"-2"-1"-2079,-12 1-347,0 0-1887,-25-7-3624,-10 36 3394,-6-15 843,4 37-944,21-17-39,5 1 0,5-1-706,5 24 241,10-23 3313,7 16-3436,9-33-2823,45-5 1137,-25-13-627,37-18-2395,-39-9 5296,-1-15 0,-20 20 0,-8 4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7.5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8394,'17'81'9830,"4"-19"-11253,-9 28-397,3-43-471,-11-31 2291,-1-5 0,-2-6 0,-1-4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7.9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31 128 4985,'-17'-15'258,"4"2"1992,13 13-3442,0 0-398,70-30 1590,-33 18 747,11-7 0,0 1-338,-2 8 1159,2 0 6829,48 31-7949,-55-6-174,28 29 96,-65 20-365,-2-23 2649,2 23-2654,0-33-6,1-5-2498,11 12 264,-2-18-1826,7 6 4066,-6-22 0,-7-2 0,-3-2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8.1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22 13536,'-6'-12'-1362,"1"2"-2642,5 10 4004,0 0 0,0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8.4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12785,'28'62'1391,"1"-1"0,-12 33 0,-12-12-1357,-11-48 22,-17 61 16,28-66-21,5-4 89,38 5-135,-14-16-5,24 2 0,-26-15-5,-2-5 72,7-36 6,-20 8-17,2-31-11,-23 22-17,-7 0-269,-21-11-235,3 18-286,-11-5-532,12 22-16,3 7 462,-15 20 0,23-7 0,-9 11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08.8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1 342 2033,'13'13'3848,"-3"-2"-316,-10-11-2456,0 0 1513,4-9-2712,-1-5 444,5-14-724,1-7 2600,3-8-2830,16-24 549,-4 18 84,8-11 84,-10 31 185,-1 9 717,4 11-409,-5 7 11,5 12 219,-6 7 38,1 11 18,-2 5 442,3 16-896,-7-11-230,0 9-134,-7-20-45,-2-3-6537,-1 11 6537,-2-18 0,-1 6 0,-1-21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45.5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8959,'10'11'1339,"-2"-3"-1053,-8-8 548,0 0-358,-1-5 46,-1 2-7,1-2-56,-1 3 1641,2 2-2049,-2 0-12,1 6 1,-1 3 10,2 8-50,0 7 6,0 5-1,0 6 57,0 4 11,1 2 55,1-1 52,2-2-24,-1-3-38,1-4-23,-1-3-22,0-7-23,-1-5-38,0-6 27,-1-4 17,0-4 112,-1 0 67,1-2-179,1 0-50,0 0-6,-1-5-146,-1-3 6,0-7 67,0-4-44,-4-4-85,0-5-44,-4-3-320,2-16 353,1 14 39,3-11 68,2 21 10,0-1-27,0 5-6,0 2 45,2 1 28,1 1 45,5 2-45,2-3 56,-1 7 0,1 1 6,-1 7 117,-2 1-17,3 3 74,7 19-96,-3 1 22,4 20-28,-6-6-22,-2 2 6,-1 0 16,-2-3-21,-1-5-23,-1-4-34,-1-7 5,-1-4-5,0-5 51,0-6-1,-2-2-50,0-3-6,1-1-44,-2-7-56,1-9-119,-1-9-5,0-10-307,3-22 363,0 12 96,3-12 67,1 24 5,0 5 6,1 7 6,-2 6 38,1 5 7,-1 6 5,-1 2 246,4 3-83,-1 10-29,5 4-33,0 12-51,0 5-11,0 3-38,-3 0-51,0-1-1,2 10-168,-6-12-335,4 5-286,-6-15-627,4-2-1995,-2-4 3406,1-2 0,-4-7 0,0-2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46.0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 0 11077,'7'9'2246,"0"-2"-2011,-7-7 146,0 0 101,-6 73-40,5-38-28,-4 58-21,5-58-130,0-4-84,1-3-55,6-6-57,4-3-28,6-5 0,4-4 34,1-4-6,3-3-11,0-2-5,0-1-18,-1-8-27,-4-4-1,-2-12 51,-5-4-11,-4-5-6,-5-4 51,-3-17-34,-8 13-22,-4-6-34,-10 22-96,-2 9-133,-4 5-46,-1 5-329,-3 3-1755,-12 2-508,10 1 2867,-12 3 0,30-2 0,0 3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46.5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12421,'13'12'1787,"-3"-2"-1658,-10-10 173,0 0 180,2 69-118,3-35-106,4 55-62,3-53 0,2-5-34,4-5-78,2-6-50,3-5-29,0-6 46,1-5-12,-1-3 17,-1-1 6,0-3-23,-3-8 17,-1-5-6,-5-9 1,-4-3-46,-5-3 46,-2 0-12,-2 2-39,0 2-280,-6 4-286,-1 1-694,-7 3 1260,-11-12 0,14 18 0,-6-6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47.0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200 3 10634,'12'7'1563,"-3"-2"-1451,-9-5 1479,0 0-902,-34-7-342,14 5-28,-29-3-145,24 10-135,2 6-39,2 2 0,3 1 0,5-1-56,3 0 50,5 0 6,3 2 123,3 2 52,10 2-13,6 5-39,12 1-67,4 0-45,3 0-5,-3-1 44,-2 0 90,-6 11-61,-13-10-12,-3 6-11,-14-12-157,-21 1-380,0-7-450,-16-2-513,7-8 1444,-6-11 0,19 6 0,-1-6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47.5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10 114 10668,'10'12'2941,"-3"-3"-2622,-7-9-50,0 0-180,69-13-27,-38 3 111,51-11 130,-59 8 94,-6 0-66,-7 2-23,-4 1-100,-3 3-208,-3-2-196,-3 2 67,-8-1 84,-7 1 45,-10 4 118,-3 0 44,-1 3-16,2 8 61,1 6 151,5 11-67,2 7-55,6 4-40,4 3-40,5 0-49,4-1-107,2-2-39,7-3-101,8-3-896,26 0-337,-3-13-822,21-3-3155,-18-12 5350,1-4 0,-19 1 0,-7-1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47.9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50 12494,'-17'-6'1831,"4"1"-1483,13 5 111,0 0-386,69-4-40,-35-1-33,56-2 0,-53-2-190,-3 4-359,-6 0-241,-6 3-565,-8 1-1541,-6 1-610,-4 1 3506,-5 5 0,0-4 0,0 3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48.1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 10679,'87'17'3383,"-39"-5"-3540,40-16-823,-55-2-3238,-7-3 4218,-6 1 0,-11 4 0,-4 1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49.2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397 120 9352,'11'14'2442,"-2"-3"-1899,-9-11 1081,0 0-1153,0-23 5,-2 13-135,-6-18-122,-5 16-118,-6 1-95,-5-2-1,-2 1-5,-2 2-5,-3 0 5,0 3 5,-1 2 40,0 3-39,1 1-6,-1 1-67,3 5 16,2 5 17,4 10 6,7 5 28,7 4 129,5 3-73,4 2-56,12 0 0,7 0 0,16-2 51,8-1-12,7 0 17,27 11-50,-18-8 27,10 7-27,-34-10 95,-13-6-23,-9 1-16,-8-4-23,-3-1-39,-27 4-118,2-9-83,-23 3-153,6-13-323,0-2 16,1-2-493,1-2-1697,1-4 2851,-1-15 0,18 10 0,2-9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49.9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 11256,'6'17'2442,"-1"-3"-1943,-5-14 1271,0 0-1289,30 78-33,-16-39-283,6 12 1,0 0 58,-3-12-51,0-5 74,2-5 61,-6-8 0,2-5-79,-6-7-93,-1-5-30,-3-3-39,0-1 68,-1-6-130,2-7-5,-1-14-151,2-10-96,-1-8 6,0-7 84,0 0 51,-1 5 95,-1 9 5,-1 11 6,0 11 0,0 9-78,0 5-34,1 2 112,2 7 112,10 19-62,-1 3-44,8 13-6,-4-10-6,0-2 6,2-7 129,-1-2 22,0-8 179,4-3-211,-9-5 32,1-3 6,-8-2-79,-3-10-78,-1-6-134,-2-13-219,-2-5-1440,0-20 416,0 16-612,0-10-2111,-1 26 4100,-1 5 0,1 9 0,-1 3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50.2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12673,'0'16'3389,"0"-3"-3064,0-13-135,0 0-78,14 74-78,-6-45-34,10 56 0,-11-65-387,-1-6-840,0-2-1561,-2-8 2788,2-1 0,-4-3 0,0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50.4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13 12483,'-2'-7'0,"1"1"0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50.8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124 1 11766,'8'4'3545,"-2"0"-3343,-6-4 5,0 0 152,-31 8 184,12-1-56,-25 8-263,22-4-134,0 1-846,37 69 761,12-43 1,0 10 0,4-4-1,15-20-5,-14-4 45,-19-8 11,-7-1 78,-3-3 6,-3 1-112,-4 0-28,-6 0-218,-8 1-392,-6-1-427,-3-3-262,2-1-1003,-2-3 2302,-4-1 0,14-1 0,0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51.3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263 1 10500,'-2'4'3730,"0"-1"-3623,-71 12 38,43-4 34,-55 13 107,63-10-68,6 1-5,4 0-16,5-1 10,4 0-117,2-1-18,1-3 1,7 1 11,7 0-28,10 2 0,5 2-45,2 1-5,-1 3 28,-2 0 134,-8 2 16,-4-2-27,-7 0-6,-5-4 57,-2-1 38,-11 3-168,-5-4 96,-13 4-62,-2-5 106,-4-2-38,4-1-180,1-3-152,7-3-1264,2-2-276,11-3-2951,2-4 4643,6-5 0,0 4 0,0 1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54.7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64 10679,'1'5'3523,"0"0"-1629,-1-5-1334,4 4 156,0 8-4,6 11-124,-1 11-212,4 7-169,0 3-90,3 3-83,-1-1-28,2-2 5,-2-5-11,0-5 39,-2-6 11,-4-9 275,2-7-235,-4-6-29,0-5-27,-4-1 39,2-11 0,0-4-73,5-17-157,4-33 90,-1 12 61,1-20-5,-5 31 11,-3 8-6,-2 11 6,-2 9-5,-1 7-124,1 6-84,-1 1-22,2 0 235,4 9 28,1 4-17,6 10-5,1 4 27,4 1-33,0-1 0,1-3 0,-2-4 6,-3-6 134,0-4-17,-6-5-17,0-2-10,-6-3 60,1 0-32,-4 0 10,3-8-274,-2-28-78,1-1-214,-1-23-442,-1 15-470,0 4-667,0 3 2011,0 1 0,0 16 0,0 3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55.2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12 155 11038,'4'2'2296,"-1"0"-1467,-3-2-756,49-6 16,-26-3-16,38-4-22,-40-5-51,-5 2 0,-4-2 0,-5 2 0,-4 0 0,-2 3 0,-2 1 50,-7 2 124,-5 4 78,-6 1 67,-3 4-190,0 1 44,-1 8 220,-1 7-74,2 12-140,2 7-106,3 4 101,6 0-12,5 0-61,3-2-101,3-5 0,20 5-67,0-12-40,21 1-251,-2-18-572,2-3-1014,9-9 1944,11-23 0,-28 17 0,2-15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55.8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15249,'4'66'297,"0"-1"0,0-3 0,1-6-33,7 4 116,0-2 12,0-4-128,-2-7-68,1-4 28,-1-8-28,-2-6-62,0-4-61,-3-7-28,0-5 11,-1-6-84,0-4-79,0-2-190,0-6 163,0-8-140,3-11-247,2-12 106,7-7 124,1-5 179,12-10 196,-4 20 6,6-2 50,-6 27 0,0 5 89,1 6-33,-2 2 146,-2 9-12,-6 5-38,-4 11 72,-6 23-174,-4-12-11,-11 15-77,-4-20-102,-11-4-74,-6-7-351,-2-5-309,-5-6-1579,-11-5 649,9-3-2889,-4-1 4553,20 0 0,11 0 0,5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56.3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204 1 11155,'9'7'1927,"-2"-2"-1843,-7-5 1467,0 0-783,-27-2-253,11 1-167,-24-1-152,19 2-96,-1 0-100,5 0-28,3 0-240,8 0-1,2 4 207,4 3 62,8 6 34,4 5 55,13 3 85,5 2-68,4 1-66,-1 1-7,0-2-22,-8 1 118,-5-2-6,-9 0 45,-6-2-28,-3-1-61,-13-1-79,-6-2-79,-15-3-324,-7-1-1613,-18-2 515,14-5 1501,-12-2 0,35-4 0,3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56.6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13508,'6'17'2358,"-1"-4"-1876,-5-13 201,0 71 17,1-28-493,0 8 0,1 2 129,4 4-45,3-1-200,1-6-80,2-5 17,1-7-28,-2-5-247,1-7-369,-4-4-420,1-7-466,-5-5-323,-1-6-2297,-1-3 4122,-2-8 0,0 5 0,0-6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7:57.4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0 318 10091,'62'-21'1526,"-1"-1"1,-11 1-1147,37 0 1,0 5-185,-38 7 213,7-3 146,-25 1-382,-5 0-94,-5 0-68,-3 1 34,-9 3 146,-2 1 195,-6 3-50,1 1 918,-2 2-1254,-3 3-100,-2 0 27,-1 3 22,-2 1-5,0 0 12,1 1 38,-1-2-33,3 3 39,-1-2 0,1 2 5,1 0 7,1 2 27,-1 0-34,1 3 1,-2-2 0,2 1-1,0 0 29,-1-2-29,1 6-5,0-7 0,2 3 0,1-5 0,0 0-11,0 0-67,2 1 27,5 0-61,15 4 112,0-3 0,12 1 6,-4-4 56,4-1-62,-2-1 5,2-1 113,-5-3 44,-1 1 135,-4-2 638,3 0-542,-8 0-68,2-7-96,-8-1-5,0-11-44,-2-1-91,0-8-33,-4-2 420,-3-14 45,-3 13-12,-1-8-61,-2 18-116,-2 1-131,-2 3-61,2 4-78,1 3-62,2 3-62,1 3-190,4-2 34,6 1-270,9-5-688,8-1-1776,17-7-3584,0 0 6536,12-7 0,-27 12 0,-7 2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3.2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44 12253,'1'3'2520,"0"0"-1848,-1-3-363,0 68-46,5-30-117,0 53 16,5-48 12,-1-6 16,-2-6-11,-1-7-22,-1-7 56,-4-6 106,1-6 112,-2-3-223,0-2-292,0-9-96,0-6-38,0-15-96,0-8-83,-4-6 61,1-7 145,-1 2 29,3 0 78,1 8 28,0 9 56,1 7 0,9 6 6,0 11 33,6 2 17,-1 6 78,-1 10 79,3 7 269,6 35-309,-5-8-16,4 19 0,-8-19-45,-1-4-45,-4-5-56,-1-7-5,-2-5 11,-1-6 27,-1-8-44,-2-4-5,-1-5-85,-1 0-33,1-9-34,0-7-95,3-13 28,-1-8 11,4-7-100,7-19 313,-1 17 0,4-4 56,-3 28 78,-3 10 34,1 7 51,0 3 49,-1 6 315,9 25-292,-6-2-112,5 23-95,-8-10-84,-1 0 0,-3-2-493,-1-2-515,-2-3-661,-2-4-577,1-6 2246,-2-6 0,1-9 0,-1-3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3.6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16 11827,'-3'-9'3618,"1"3"-3275,2 6 743,0 0-711,-6 65-44,5-29-135,-4 52-79,5-48 6,4-5 17,2-6-50,4-5-45,3-7-45,1-5 0,0-5 0,2-4 5,2-1 1,0-2-6,1-6-6,-1-4 1,-2-9-1,-2-6-5,-2-3 5,-4 0 1,-4 1-40,-3 4-1181,-1-8-293,0 7 1519,-4-14 0,3 23 0,-3-2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4.1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187 14 10158,'7'2'3249,"-1"0"-2891,-6-2 1160,0 0-840,-25-8-62,9 6-336,-23-6-28,16 10-129,0 2-123,6 2-44,4 4-40,7 1-28,4 2 28,6 12 84,7-3 56,20 24 0,-1-15-23,10 9-27,-15-11 55,-6-3 119,-7 0-12,-7-4-6,-3-2-22,-9-2-50,-7-3-90,-11-6-129,-6-4-286,-1-3-363,1-2-376,4-4-308,6-8 1462,6-12 0,7 9 0,5-4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4.8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68 10063,'5'9'3086,"-1"-1"-2643,-4-8 1130,0 0-934,-42-39 106,25 29-392,-33-25-202,34 47 247,-2 11 55,0 12-16,-1 7-78,3 3-185,1 2-129,6-2-45,4-2 0,3-4-67,2-3-57,20 4 40,-3-12-84,18 1-230,-5-17-1187,19-5 207,-10-8-436,19-20 966,-5-21 0,-24 14 0,2-6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5.1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51 12130,'60'78'1551,"-1"0"1,-12-7-1,-4-20-1506,5-45 39,-24-8 79,-7-7 27,-4-7-67,-7-10-39,-2-6-39,-4-6 17,-1-1-62,-6-1-208,-4 6-615,-4 5-835,-3 6-1943,2 4 3601,2 4 0,6 7 0,4 3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5.4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13754,'11'7'2487,"-1"-2"-2173,-10-5 291,0 0 123,0 73-118,0-26-333,0 6 1,0 2 165,1 8-85,3-5-33,1 0-135,2-7-106,-1-1-84,1-5 0,-1-1-313,3-1-477,0-5-768,0-3-1113,4-5-1457,-1-8 4128,1-7 0,-5-8 0,-3-5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5.8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13116,'18'48'1705,"-1"0"1,13 9-1670,-13 0 1,0-3-37,8-12-79,-6-23-10,2-8 49,-2-6 40,0-3 0,-1-6 6,-2-9-12,3-25-5,-8 1 11,-1-17 6,-8 17 61,-2 1-67,0 6-45,0 4-453,0 7-768,-4 3-1496,-2 4 2762,-5 1 0,4 5 0,0 1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6.1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139 1 11810,'-50'39'4347,"34"-12"-4347,-44 8-33,53-16-46,4-1-22,3-1 101,9 2 12,5 2 94,13-1 23,4 4-6,3-3-73,0 0-44,-4-1 28,-3-1 145,-9-3 286,-8 0 83,-6 0-44,-16 5-504,-5-3-50,-14 2-538,-3-9-1916,-16-4-4125,16-5 6629,-7-9 0,27 5 0,6-5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6.6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10175,'3'12'3310,"-1"-3"-2828,-2-9 1339,0 0-1306,56 20 45,-29-1-23,47 21-139,-42-2 39,0 6 95,2 5-83,-2 4-102,-2 2-28,-2 3-28,-6-1 6,-5-1-12,-5-3-27,-6-3-62,-3-2-73,-3-2-123,-2-4-50,-7-2-404,-5-5-783,-12-5-2040,-12-4-2587,-1-7 5864,-7-7 0,22-5 0,7-6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0.2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100 1 12455,'11'7'3355,"-2"-1"-3142,-9-6-17,0 0 95,-23 78 168,12-32-182,-5 9 1,1 2 310,2 5-73,0 1-111,3 0-119,1 0-89,3-2-67,3-3-90,2-2-39,1-4-5,0-7-113,7-4-123,3-8-151,10-4-353,3-8-442,4-4-740,11-9-5711,0-3 7638,10-5 0,-23 0 0,-6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1.1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1 642 12673,'13'14'3238,"-3"-3"-2908,-10-11 701,0 0-891,1-16-6,-1 3-67,2-19-61,-2 2 39,-3-8-45,0-7-118,-2-7-84,1-5-33,2-5-6,1 0 68,1 1 100,0 6 39,0 7 34,0 11 0,0 10 51,0 10 10,0 10-61,1 3-39,1 4 39,2 0 129,2 11 134,3 8 45,3 18-106,2 8 27,11 36-161,-7-17-35,7 19 6,-10-30-5,0-7-23,-4-8 6,1-3-11,-5-16-1,1-3 118,-5-13-123,-1-2-72,-1-1 21,0-9-50,0-7-285,-1-18 78,3-10-302,0-42 486,0 18 57,3-25 67,-3 35 0,3 8 0,-2 12 73,1 10-23,0 11-5,-1 8-45,0 5 185,3 10 112,-1 10 11,7 13-34,-1 12-78,4 6 28,-2 7 17,1 2-101,-3 0-84,5 21-17,-4-23-39,1 11-330,-4-29-577,-1-5-701,0-7-632,1-9-4353,-2-7 6593,2-7 0,-7-1 0,1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1.6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12785,'15'19'2958,"-3"-4"-2409,-12-15 828,0 0-772,14 78-174,-8-42-133,12 61-147,-11-64-73,-1-1-16,3-5-28,-2 0-29,2-4-5,1-2 51,0-3-51,2-5 0,0-3-51,0-4 6,-2-3 40,2-1 5,-2-2 0,2 0 0,-1-7 0,1-4-6,0-9-27,-2-5 33,-1-3 0,-4-2 11,-3 2 28,-2 1-28,0 1-5,0 2-40,-1-9-223,-3 7-360,-1-6-453,-2 8-447,2 2-646,2 1 2163,2 1 0,1 10 0,0 1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2.1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201 40 9834,'11'10'3304,"-2"-1"-2973,-9-9 598,0 0-492,-17-26 39,4 19-167,-18-19-225,6 26-84,-2 0-6,0 4-61,5 4-46,7 4-66,7 3 45,5 2 134,4 1 28,10 4 100,5 1 7,10 3-39,4 1-12,-1 1-79,-1-2 40,-4-1 11,-8-1 190,-6-4 79,-6-1-67,-2-2-163,-14-3-95,-4-1-168,-16-4-874,-18-1-84,13-5-980,-7-3-2823,24-9 4929,9-3 0,5 2 0,5 1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7.5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21 11094,'86'-2'1643,"0"-1"0,-1 1 1,1 0-1,-22 1 1,-1 0-1615,25-2 0,21 1 1,-5-1-1,-28 1 44,-18 2 11,3 0 168,-36 0 241,-11 0 106,-8 0 280,-4 0-2743,-2 0-2808,-5 0 4672,-1 0 0,-1 0 0,2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09.4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70 9806,'-7'-6'3943,"2"1"-3109,5 5 3479,0 0-3601,4-1-455,5 0-5,6 0-11,5 1-6,2 0-45,2 0 1,1 0-46,0 0-38,3 0 16,-2 0-28,3 0-22,-2 0 89,24 0-156,-19 0 44,21 0 62,-22 0-72,4 0 16,41-1-23,-27 0-27,26 0-6,-38 1 33,-5 0 131,22 0-108,-18 0 5,15 0 6,-25 0-3341,12 0 3308,-8 0-29,8 0 12,-3 0-11,-9 0 16,26 0-11,-24 0-5,17 0 5,-18 0-5,2 0-1,9 0 2916,-7 0-2916,7 0-5,-10 0 0,0 0 6,30 0-6,-20 0 0,20 0 0,-26 0 0,-2 0 0,25 0 5,-21 0 467,20 0-472,-26 0 6,1 0-6,14 0-6,-11 0 6,10 0 0,-13-1 0,-3-1-3392,14-2 3392,-11 1 0,9-2 0,0 1 0,-10 1-2268,17-3 2262,-24 3 6,7 0 0,-12 1 2268,2 1-2273,1-1-2269,9 1 2274,-5-1 2268,5 1-2268,-7 0 6,-5 1-6,15-1 0,-14 0 0,10 0 0,-15 1 3392,-1 0-3398,3-1 6,-2 1 0,2-2 0,-7 2 0,0 0 0,-2 0 51,-1 0 49,-2 0-4245,-1 0-3075,-7-1 7220,-5 1 0,2-2 0,0 2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3.3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12517,'10'2'2430,"-3"-2"-2144,-7 0 22,0 0 51,0 41 660,0-14-431,1 25-34,2-24 191,3 3-403,12 37-336,-6-21 61,7 22-11,-10-43 62,1 3-34,-1-7-84,-2-5-34,0-8-72,-1-8 100,0-6 1,1-6 5,1-8-3583,4-27 3134,1-5 382,0-2 56,-3 8 45,-5 30-79,3 3 45,-2 13 101,16 21-45,16 22-56,-6-5 5,8 7 130,-22-30 3845,5-6-3851,-12-4 67,5-3 0,-12-11-67,7-40-308,-5 11-174,2-29-1339,-6 20 1692,-2 8 0,0 10 0,0 11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3.7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 16 10735,'11'-9'5904,"-2"2"-5585,-9 7-123,-7 81-34,3-41-92,0 10 0,0 3 311,4 3-314,4-26-27,4 6 16,2-31 627,27-15-571,-15-4-27,17-13-24,-23-2-22,-6-4 68,-4-27-107,-6 25-847,-19-18-4389,-30 43 5236,-3 20 0,4-3 0,25 14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4.8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62 11010,'3'17'3069,"-1"-4"-2638,-2-13-95,0 0-241,7 90 348,-2-59 162,5 68-112,-7-84 509,-1-5-587,-1-6-124,0-1 359,-1-3-3856,0-4 3094,0-5 324,-3-8-504,-6-20 197,0 4-521,-1-37 431,6 34 28,5-18 17,5 32-157,14-3 292,-3 13 5,10-1 67,-10 13 79,2 11 38,0 7-2295,1 13 2234,0 8-50,-3 0 2279,4 18-2318,-6-17-2247,1 9 2353,-8-25 118,-3-3-152,-2-10 2264,-2-3-2364,-1-9-152,0-9 45,0-9-224,0-30-285,0-36 475,1 17 3454,4-8-3319,2 49 6,5 11 274,3 7-11,-2 17 106,8 27-3605,2 40 3230,-4-13 6,-1 11-6,-10-38 0,-2-14-140,0-5 6,-1-12-57,-3-9-2564,5-39 2581,-2 10 2246,5-31-2318,3 16 324,2 17 258,6 3-39,-5 20 252,7 21-387,2 29-206,-5-8-337,2 21-442,-14-29 823,12 18 0,-13-26 0,7 11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5.2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213 0 12813,'6'12'3322,"-1"-4"-2880,-5-8 437,0 0-5096,-39-1 4256,20 5 820,-31 0-915,34 8 0,4 2-45,6 0-2290,6 15 2447,12-8 2296,5 13-2229,9-12-11,3 1 12,21 19 223,-24-16 112,9 12 3303,-31-22-3487,-3 2-90,-33 10-527,9-12-325,-27 6-560,17-18-8604,-26-9 9042,26-3 0,-11 0 0,37 1 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5.6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35 9680,'12'5'1887,"-2"-1"-189,-10-4-1468,0 0 1292,68-14-1388,-37 8 197,53-11-320,-53 13-2789,6 2 2010,-11 1-520,2 1 1288,-15 1 0,-6 0 0,-3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5.8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34 11021,'0'6'5030,"82"-2"-4952,-47-9-78,16 4 0,-2-3-89,-18-5-974,4-2 0,-18 4 0,0 1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7.1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412 203 10231,'14'8'3781,"-2"-1"-3585,-12-7 683,0 0-363,-2-37 705,-10 12-667,1-23-84,-10 23-145,1 7-146,-3 0-83,-17-1-455,9 7 404,-13 1 67,15 8 6,-2 1-118,2 4-51,-11 18 18,12-1-1,-7 18 415,18-6-465,3 0 5,8 1-5,5 15 79,13-10-1,8 13-39,13-15 12,7-1 21,-1-3 1,2 0 6,7 8 5,20 21 28,-47-29-17,-10-4 151,-10 12-89,-13-19-39,-11 7-34,-9-21-56,-5-3-135,-21-2-83,14-7-174,-10-3-202,24-5-324,7-1 974,9-22 0,6 24 0,6-16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7.6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232 73 10270,'7'10'3053,"-2"-2"-2795,-5-8 649,0 0 1401,-49-41-1407,28 30-604,-37-28-230,40 49 129,1 9 202,-15 47-393,15-21 7,-7 30 60,19-39-38,3-2-40,8 9-50,6-15 23,10 4-23,7-16-67,4-7-902,21-3-876,-10-9 238,13-10-1396,-17-16-380,-2-8 3439,-5-8 0,-14 21 0,-7 6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8.1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10998,'1'71'2087,"-1"0"1,1-14-1,-1-4-1902,2 38-73,1-32-106,2-6-1,2-7 1,1 6-12,-2-19-100,1-1-101,-2-22-90,-1-6-22,0-3-224,4-10 498,1-5-302,3-14-18,1-4 91,-1-4-3247,7-9 3560,-7 15 168,6-1 62,-9 21 45,1 6 28,1 3 436,3 11-369,-1 6 3308,1 13-3521,-4 5-62,-2 3 152,4 28-286,-6-26-118,5 16-733,-8-37-846,2-5-454,1-6 2151,4-5 0,-4-2 0,0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8.3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12578,'5'13'3971,"-2"-3"-3248,-3-10 167,0 0 623,4 108-1390,0-65-106,-1 22 0,1-3-17,2-31-286,1-5-5879,1 0 2967,1-14-3286,-3 0 6484,1-12 0,-5 0 0,0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8.5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13793,'0'5'125,"1"-1"0,-1-4 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9.3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223 62 9565,'1'7'3988,"1"-2"-3484,-2-5 257,0 0-358,0-26 892,-3 14-551,0-17-251,-5 24-185,-3 4-145,-2 1-3544,-10 0 3319,7 1-16,-7 2-1,12 0-139,2 3-157,5 0-348,2 9 595,7 0 3452,5 10-3324,11-2-5,4 3 10,16 12-5,-12-10 34,3 6 33,-19-16 112,-7-4 96,-3-4-152,-33 6-246,5-9-168,-27 3-269,13-9-186,2-1-1175,-7 0-795,20-5-494,-3-2 3210,23-4 0,1 4 0,3 2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19.6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4297,'17'4'3293,"-4"-1"-179,-13-3-1809,0 0-1307,11 82 299,-5-35-227,2 9 0,0 1 1032,2 0-1102,0-5-173,11 29-415,-9-34 2077,5 17-3114,-12-40-1287,-2-7 2912,-2-6 0,-1-6 0,0-3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0.1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12 115 12202,'-6'-5'1412,"1"1"-1210,78-34 89,-35 25-123,10-9 0,0 1 190,-8 15 174,4 2-330,-16 2-28,2 2-95,-18 0-1,1 4-5,-3 4 145,6 12-100,-3-1-6,1 8-6,-5-5-44,-1 2-62,-1-1-6,6 10-27,-3-10-23,6 4 0,-4-14-6,-1-6 62,1-1 0,0-5 50,0 1 18,-1-2-35,1-3-27,-1-5-1,-1-3 107,-2-15-22,-3 8-28,-1-7-6,-4 7 16,-2 1-60,-4 0-12,-11-3-73,1 9-190,-7-2-230,5 10-169,-2 2-2553,-17 1-2139,9 0 5354,-12 0 0,26 0 0,3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0.9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281 2 11564,'11'7'3534,"-1"-1"-3097,-10-6 275,0 0-343,-31-7 203,12 6-225,-25-6-140,21 7-3397,-9 7 3190,12-2-101,-3 5-174,17-1-111,2 0 201,4 2 107,19 16 78,-1-4 5,19 12 7,-8-8 3419,0 1-3398,-7-2 242,-3 10-158,-10-10-33,-4 6-39,-14-13-45,-6-1 0,-14-3-353,-27-4 51,13-4 16,-15-3-262,26-4-405,7-6-2346,9-8-6,12-2 3305,12-7 0,-2 13 0,3 2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1.2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11687,'13'3'2762,"-3"-1"-2264,-10-2-156,0 0-163,1 76-39,6-45-33,13 67-12,1-76 163,30-1-219,-25-15-39,15-7 33,-25-8 12,-5-6 45,-5-17-51,-3 4-39,-10-9-17,-5 13-212,-9 4-444,-4 2-3901,-1 6 2457,-2 2-3910,4 6 6027,2 1 0,11 3 0,5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2.0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92 10410,'3'8'3176,"-2"-2"-2924,-1-6-162,7 78-4274,0-43 4312,5 62 995,-2-69-630,-3-4-90,-1-8 6,-3-6 476,-2-6-638,-1-3-460,0-11 56,0-5 3269,-2-15-3526,-3-28 257,1 9 55,1-19 46,3 23 34,1 7 185,12 1-40,-4 20 23,9 0 44,-7 18-5,1 10 218,12 23-207,-7-1-45,5 18 62,-9-15-45,-1-2-84,-1-4-45,-1 1-33,-4-13 67,-2-2 28,-1-13-45,-3-2-118,4-11-100,-3-5-12,4-14 23,-2-6 22,4-6-67,10-21 196,-5 19 22,9-4 163,-9 28 67,3 10 34,-3 5 627,7 13-453,-5 8-158,3 10-168,-7 8-78,-3-1-1568,3 26 16,-4-25-638,4 11-2358,-1-31 4492,1-9 0,-3-2 0,-2-4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2.5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154 33 8791,'4'-13'7316,"-1"13"-6734,-12-20-95,0 20-257,1 4-90,-12 16 39,2 4 6,-6 15-11,5 0-85,2 1-89,3 0-11,2 8-140,6-18-135,2 5-27,4-23-79,0-3-286,8-6 460,1-2-23,8-8-107,1-7-150,-1-14 5,3-11 218,5-25 315,-7 19 581,0-7 197,-11 34-286,-3 10-285,-2 7 688,3 19-599,-1 1-90,4 21-106,1-4-89,2 4-51,8 7-112,-3-13-532,7 1-689,-5-19-672,2-9-5243,-2-3 7248,1-4 0,-9 0 0,-4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5.6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11306,'14'14'3518,"-3"-2"-2891,-11-12 617,0 0-863,-3-9 95,1 5 11,-1-6-34,2 9 259,0 1-443,-1 0-129,0 4 28,1 19-162,1 2-1,0 20-5,0-6-5,0 4-1,0 1-11,0 16 17,1-17 0,1 10 0,1-25-5,-1-2 5,-1-7 0,-1-5 0,0-6 11,0-3-11,0-4-162,0 0 5,3-1 118,-3-6-96,3-5-150,-3-11 71,0-6-21,0-8-286,0-26 291,1 12 68,3-14 67,4 26 39,1 6 56,2 4 5,0 6-5,1 3 0,-2 3 0,1 5 0,-3 3 6,2 5 84,1 4 22,0 12 22,5 8 40,-2 13 5,-1 7-78,0 1-29,0 14-66,-4-18 5,0 4-5,-5-23-1,-2-7 7,-1-5 4,0-4-16,0-2-252,1-2 73,-1-8-129,1-8-168,1-31 258,2 7 27,2-19 29,6 4 156,-2 19 12,7-6 72,-8 30 46,2 4 60,-4 9 91,2 5-29,1 8-27,0 12-63,1 11 57,4 30-174,-5-15-39,3 19-823,-1-13-56,-3-18-802,6 3 1681,4-23 0,-8-10 0,2-4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6.2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99 1 9240,'9'12'5024,"-2"-3"-3551,-7-12-722,0 3-113,0-3-296,0 2 78,0 1-314,-9-2-106,2 11-39,-10 4 39,2 13 0,0 5 50,-1 5 17,0 20-67,6-16-5,2 11-90,7-26-174,1-5-560,0-8 437,4-5 252,3-4 22,5-11-33,3-7-106,1-12-214,4-29 319,-4 11 102,3-14 50,-10 22 286,-2 12 173,-3 9-223,-2 9-96,-1 6 190,-1 8 40,0 8-191,1 11-90,2 6-89,6 15-56,-1-12-347,5 5-521,-3-19-516,6-6-1948,-2-8 3388,4-3 0,-9-4 0,-1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6.7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33 11648,'-4'-1'2756,"0"0"-7969,4 1 5594,0 69 1330,0-33-1413,3 54 797,0-53-855,3-3 96,3 6-207,-6-19 3543,3 3-3313,-6-21-1,1-2-375,-1-7-498,2-23 140,-2-4 140,0-22 61,0 7-67,0-3 56,0 3 129,3 5 56,4 10 73,4 10 56,1 12 291,9 5-140,-6 11 62,8 10-6,-8 12 11,2 11-6,-3 6-21,5 27-276,-6-18-44,3 13 0,-6-29-5,-1-5-533,0-7-565,0-6-662,2-6-1612,0-7 3377,2-3 0,-7-3 0,0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7.2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255 88 12040,'2'3'3064,"0"0"-2229,-2-3-527,-26-40 185,9 29-34,-22-30-78,14 40-208,0 1-66,0 0-107,1 2-17,6 4-274,5 12 184,7 0 57,4 11 44,8-4 6,6 4 0,10 2 45,17 16-39,-8-13-1,5 10 29,-16-18 39,-8-2 78,-5-4 62,-5-2-79,-5-3-78,-10-2-56,-8-2-174,-10-2-122,-3-1-925,-10-5 106,12-2-403,0-1-1652,22 0-672,5-5 3842,5-2 0,0 1 0,0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7.6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1 10926,'13'1'3831,"-2"49"-3826,-8-25 34,2 40 191,9-37-73,5-4-90,6-4 79,4-8-34,3-4 67,12-5-61,-12-1 44,2-9 247,-16-14-302,-10-4-63,-1-10-44,-12 4 0,-8 3 45,-10 1-3437,-9 8 3247,-4 6-135,-2 7-466,3 3-340,1 3-773,6 5-1990,5 5 3849,6 6 0,9-6 0,4-1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8.1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72 10573,'8'14'3428,"-1"-3"-3104,-7-11 29,0 0-11,20 76-57,-10-47 18,14 57-73,-17-67-28,-2-7 128,-2-4 163,-1-5 128,-1-1-828,0-13-347,-1-17 235,0-8-12,1-14 23,3 7 11,4 1 101,2 2 145,7 1 191,-5 16 74,3 6 71,-4 14 29,-1 3 5,3 4 56,0 6 152,1 8-90,-1 6-85,-3 2-44,0 2-151,-2-1-90,0 0-55,-1-1-12,0-2-325,-1 0-605,-1-2-828,1-1-505,3-3 2263,3-1 0,-5-8 0,1-2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8.3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10875,'14'0'6352,"-2"0"-5725,-5 73-313,-4-40-169,5 56-100,-4-60-45,1-5 0,1-4-510,-1-6-335,1-2-2549,5-7-1065,-2-2 4459,2-5 0,-6 1 0,-3-1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28.6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15048,'12'7'1613,"-3"-1"-2139,-9-6 526,0 0 0,0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30.4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51 126 9918,'-15'-15'3159,"2"4"-2728,13 11 1165,0 0-940,-8-11 660,5 9-700,-5-9-68,5 11 1699,3 0-2057,10 0 28,1 2-50,13 1-3442,-3 0 3347,4 2 0,-1-1-6,2 0 17,-1-1 17,1 0-23,1 0-22,-1-2 6,2 2 3335,0-1-3346,3-1-40,1 2-6,2-2 35,18 2-40,-13 0 0,14-1 5,-21-1 1,0 1-1,-4-2 18,12 1 10,-11-1-33,10 0 6,-11 0-6,2 1 6,-1 0-1,2 0 1,0 0-6,1 0 5,2 0 7,-1-1-7,4 0 6,16 0-5,-13 0-6,11 0 0,-19 0 6,0 0-6,-2 0-6,15 0 6,-9 0-6,11 0 6,-12 0-5,0 0-1,-1 0 6,1 0-5,-4 0 5,0 0 0,-4 0 0,0-1 0,-1 0 11,16-2-6,-9-1-5,13 0 6,-15-1 5,-1 2-11,-2 1 6,9-1-1,-8 1-5,6-1 0,-7 2 0,1-2 6,4 0-6,1 1-6,2 1 6,-2 1-5,1 0 5,-2 0 0,-2 0 0,12 0 5,-9-1-5,11-2 0,-12-1 6,2-1-6,-2 2 0,12-4 6,-11 3-6,8-1 0,-13 2 0,1 0 0,-1 0 0,1 0 0,-1 0 0,0 0 0,-2 0 0,-1 2 0,-2-1 0,9 1 5,-5 1-5,7-3 0,-7 3 0,0-2-5,3 2 5,-2 0 0,2 0 0,-2 0-6,1 0 0,-2 0 6,0 0 0,-1 0 0,0 0 0,1 0 0,-2 0-5,11-1-1,-9-1-3386,7-1 3392,-12 1 0,1-1 326,55-6 27,-50 5-449,39-3-2245,-66 6 2341,-23 1 0,15 0 0,-16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32.3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1 102 11670,'12'12'2840,"-2"-2"-2257,-10-10 5432,0 0-5830,7 4-45,-1-2-6,10 4-27,-1-4-23,4 0-17,2-2-3392,2 2 3364,3-2-33,1 0 0,0 0-6,-3 0 5,0 0-5,1 0 0,0 0 0,2 0 3398,1 0-3398,4 0 33,0 0-33,3 0-3392,-4 0 3387,1 0 5,-5 0-6,-1 0 12,9 0-6,-6 0-2263,11 0 2269,-8 0 2262,3 0-2268,1 0 0,0 0 0,-3 0 0,-3 0 0,-3 0 3392,3 0-3392,-8 0 0,3 0 0,-6 0 6,14 0-6,-6 0 5,13-2-5,-9 1 0,1-2 0,1 1-3392,11-2 3392,-10 4 0,8-4 0,-14 4 0,0-3 0,-2 1 0,25-2 0,-18 1 3392,18-1-3392,-24 1-3397,11-3 3397,-10 2 0,8-1 0,-12 2 0,-2 1 0,-2 1-12,11 0 12,-12 0 0,9 0 3392,-11 0-3392,1-1-33,33-7-23,-19 3 22,23-5 29,-27 6-12,10 0 6,-14 3 5,5-2 6,-16 3-6,0-1-5,18-2 6,-12 0-1,13-2 0,-16 4 1,-2-1-3393,4 1 3398,-5-1-5,4 3-1,-5-3 6,0 3-6,10-4 6,-8 4-5,9-3 3397,-12 3-3398,1 0-5,13 0 5,-9 0 6,9 0 0,-13 0 0,-2 0-5,-4 0 5,0 0 0,-5 0 134,1 0-263,-1 0 129,-38 9 0,28-7 0,-28 7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2.3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 41 12410,'-11'-6'2912,"3"1"-2839,8 5-73,0 0-84,-4-11 84,3 7 123,-4-6 208,4 7 420,-1 3 318,0-2-72,1 2-207,-2 0 509,3 0-1299,1 6 6,9 4 5,6 11-11,10 7 6,4 5-1,2 6 1,2 0-6,-2 2 6,0-2-6,-4-4-12,-2-3 7,-4-6 5,-3-2-6,-4-6 1,-2-2-90,-4-6-281,0-1-928,-5-5-2,-1 1-520,0-4-196,-3 1 2022,3-2 0,-2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2.7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306 0 9638,'9'12'4559,"-1"-2"-3546,-8-10 657,0 0-1458,-4 8-178,-2 2 0,-7 11 27,-3 3-10,-5 7 100,-1 1-3431,-3 5 3325,0 0-40,-1 2 1,1 0-6,0-1 0,3-3 0,1-3-84,4-5-151,2-4 3324,2-5-3352,4-4-1188,-1 1 286,6-6-476,0 0-1086,4-6 2727,3-2 0,-2-1 0,1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3.0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9806,'11'0'5438,"-2"0"-4553,-5 27-78,0 1-113,4 28-123,1-3-184,1 4-51,1 2-162,0 1-101,-1-5-62,1-4-5,-1-7-6,-2-6 0,-1-7-196,-3-7-427,1-7-2429,-4-6-376,0-6 3428,-1-12 0,0 4 0,0-7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3.2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1 135 12505,'59'-25'3428,"-25"9"-3428,17 7 0,5 2-179,7-3-1115,11-3 1294,-23 1 0,-1 0 0,4-1 0,8-4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4.3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0 612 12612,'9'-73'8395,"-4"9"-8546,-8-18 45,0 13 16,-1 0 23,2-10 67,1 29 73,1 1-28,0 35-45,0 8-152,0 5 152,4 13 152,7 6-24,9 20-44,10 8-5,5 9-74,4 3-5,1 0-5,0-4 5,-3-5 0,-4-11 0,-5-7 50,-6-9 460,-2-9-208,-11-6-32,0-4-46,-9-4 11,1-10-84,-1-9-319,0-48-67,-1 8-107,-2-33-101,-3 26-178,0 6-359,-1 7-1071,4 13-1399,0 7-2062,3 11 5512,0 8 0,0 8 0,0 4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4.7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0 9092,'9'4'3254,"-2"-1"-1270,-7-3-1581,0 0 431,-11 87-392,6-8-336,-1-15 1,0 1 92,7-9 0,2-6-71,8 4 254,9 3-135,23-26-96,-7-17 836,15-2-903,-17-12-17,0-9 45,1-20 6,-13-2 34,-3-16-52,-15 8 24,-8-4-85,-10-3-45,-27-18-201,1 18-186,-14-6-402,19 29-403,6 9-931,2 8 1281,1 3 0,13 3 0,0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5.3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10185,'2'13'2570,"-1"-3"-792,-1-10-675,0 0 559,13 93-1225,-3-47-238,0 15 0,1 0 262,2-11-377,0-4-90,2 6 1,-4-20 408,-1 4-1081,-5-23-487,-2-3-729,-1-5 1894,-1-4 0,-1-1 0,0-1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5.7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0 119 12550,'84'-42'1535,"-37"22"-1482,9-1 0,4 2-5355,13 10 5515,-26 4 1414,5 3-1397,-32 4 898,-11 8-814,-4 5 341,-23 38-515,-2-18-67,-20 24 17,0-26-917,-8 0 1,0 0-1078,5-3-2745,-33 20 5497,70-45 0,5-2 0,1-3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6.1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8442,'13'4'3193,"-3"-1"-942,-10-3-1535,0 0-1829,6 85 1786,0-38-410,-1 10 1,1 3 1198,6 19-1311,-4-24-134,6 24-17,-7-43-364,4 3 374,-6-21-1673,1-8 1663,-4-9 0,1-1 0,-3-6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6.3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86 12645,'75'-8'-336,"1"0"0,-16-10 0,18 4 0,-10-4 0,-52-2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6.6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50 59 2090,'-20'-33'5225,"3"7"-1937,17 26-2157,0 0-515,-9 13 1499,7 14-1028,0 54-1408,12-13 0,3 3 346,-3-14 1,1 0-10,4 12 1,-1-7 2257,2-9-2274,-2-6-123,4 4-549,-8-24-824,3 2 1496,-10-29 0,-2 1 0,-1-4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7.0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 0 15956,'-13'56'395,"0"-1"1,-3-5 0,11 0-55,46 32 1,18-17-684,3-55 300,-1 40 0,-5-15 37,-15-105 5,-35 22 341,-29-38-212,-1 37-129,-23-20-73,9 53-291,1 6-291,5 7 655,-14 5 0,27-1 0,-8 3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7.7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11990,'9'14'3686,"-2"-3"-2617,-7-11 701,0 0-1120,-1 65-39,6-24-1910,-1 19 1,2 2 1483,7-2-62,3 16-51,3-9-239,-8-24-309,4 2-656,-10-32-912,-4-11-6750,-1-22 8794,-4 2 0,3-5 0,-3 10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8.5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39 11962,'85'-10'769,"0"-1"0,-22 3 0,-6 1-304,20 4-17,-43 3 757,12 0-1099,-22 0-27,10 0 105,-27 2 852,2 1-722,-6 0-101,1 1 61,-2-1-33,-2 0 191,1 1-309,-1-1-22,0 0-34,0 0 17,0-3 129,0 4-45,0-2-11,0 4-28,0-2 27,0 3 130,0 17-208,0-5-33,0 15-39,0-5 38,0 3-3436,0 29 3392,0-15 0,1 19-39,8-10-11,0-18-68,30 14 51,-13-36 56,22 3 5,-14-18-162,51-49 129,-41 15 22,-4-2 1,-5-3 3408,-18-9-3247,-7-34-67,-13 32-44,-7-20 11,-26 36-180,-21 10-133,8 5-404,-7 11-567,29 8 1239,-15 9 0,23-6 0,-8 6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9.0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235 32 12427,'12'0'4010,"-3"-1"-1753,-48-13-2151,18 11-106,-35-10-5,30 19-3611,-7 10 3319,14 2-106,2 6 151,31 21 392,25 2-319,5 10 219,14-11 27,-9 0 190,-17-2 197,-6 10 3083,-33-17-3358,-34-4-330,-36-20-175,14-2-290,-4-8-543,45-3-6371,6-5 7530,8-2 0,3 1 0,5 1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19.8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 0 13177,'4'6'3014,"0"-1"-2678,-4-5 532,0 0-415,-21 47-49,12-16-74,-16 42-78,21-26 62,4 39-308,10-34 28,6 22-34,11-49-3331,17-9 3342,-7-7 29,10-6 27,6-38 118,-21-32-135,4-5 23,-32-13-28,-17 39 100,-10 5-2206,-35-2 1977,21 21 2056,-18 0-2841,34 21 869,-10 53 0,19-39 0,-9 40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0.2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14118,'3'14'3574,"-1"-3"-3020,-2-11 68,12 71-101,-2-18 0,1 2-440,-1 1 0,1-1-31,1 5 1,0-10 67,-2-17-3499,5 4 3381,-4-17-291,5 2-297,-8-16-757,1-3-1288,-4-2 2633,1-21 0,-2 16 0,-2-16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0.4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0 123 12332,'81'-17'3052,"-37"13"-3783,29-21 0,-1-4-2198,-25 13 2929,30-10 0,-65 22 0,-6 2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0.6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91 7162,'-1'-10'1955,"1"3"716,0 7-2603,93-12-1950,-42 3 1815,10 1 0,4-2 328,23-7 0,-49 10 0,16-3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1.8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1 546 14230,'11'18'3702,"-2"-3"-2715,-9-15-735,0 0-174,1-25-67,0 2 1,0-53-1404,-1 20 1358,0-28-155,0-3 116,0 25 68,4-18 44,0 51 34,1 5-45,-2 20-28,0 2-2699,5 9 2934,3 8 929,8 10-805,15 31-165,-8-10-189,11 18 1,-5-5-12,-11-20 12,6 12 3391,-15-30-3385,0 1-7,-7-14 74,-2-2-35,-1-5 96,-1-1 135,1 0-208,0-1-17,0-2 29,2-31-247,-1 4 28,3-29 0,-1 9-39,1-5-3538,3-16 3666,-4 23 18,2-6 33,-4 33 5,0 6 1,0 10-6,0 6 0,2 9 157,3 8 145,9 29-167,-3-7 21,6 21 281,-1 4-247,-5-14-2256,6 27 2071,-11-36-5,3 5 12,-7-23-12,0-6-224,-1-5-454,-2-5 1462,0-4-4599,-1-3 3815,0-1 0,-1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2.1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1 13603,'-15'0'3232,"4"0"-2683,11 0 89,0 0 6,0 85 1160,5-4-1617,-3-22 1,0 0 109,6 21-124,0-43-55,-2-5-68,9 14-358,-6-19-369,5 8-617,-7-24-1742,0-5 3036,1-4 0,-3-2 0,-1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2.6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264 166 9871,'4'13'3646,"0"-2"-2693,-4-11-308,0 0 844,-29-80-839,14 56 106,-25-57 37,22 76-429,-34 34 93,23-2-389,-22 28 27,34-10 207,5 41-235,6-30-27,3 28-35,11-44-610,44 20 57,-15-32-596,35 10-860,-23-35 2004,19-21 0,-30 13 0,4-13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3.0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12959,'1'71'1764,"0"0"0,0-1 1,2 13-1,-1-13-1618,1-8-12,1-44-89,22 1-78,-9-11 33,18 1 0,-10-9 44,50-11-38,-32 4-6,33-9-78,-49 6-1272,5 0-90,-15 3-739,7-2 2179,-14-1 0,-5 4 0,0-2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3.2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21 13978,'75'-3'-816,"-1"0"0,-6 1 0,-17-2 1,-39-1-1,-7 1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3.4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47 13362,'-15'-4'1703,"2"0"-1703,13 4 0,83-12-639,-45 7-2293,21-3 0,-1 1 2084,-25 3 0,-2 2 0,-22 2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4.0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20 11323,'4'-11'4269,"-1"2"-3413,-3 9 897,0 0-1310,0 12 61,0 7-11,0 16 398,0 56-1042,2-32 302,3 37-34,1-51-44,1-8-6,4 7-67,-5-23-84,4 2-448,-7-20-644,0-3-7612,5 0 8788,-1-2 0,0 2 0,-3-1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4.3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20 15928,'9'8'4178,"-2"-1"-4178,-7-7-2504,0 0 1441,13-15 0,-10 11 0,11-12 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5.9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9957,'1'12'4984,"1"-3"-4137,-2-9 928,0 0-22,-1 5-1400,0 7-28,0 10-45,1 10 137,8 19 0,2 3-316,0 4-79,2-3 1,0-3-18,-4-17-3385,2 2 3380,-5-16-28,1 1-1008,-3-16-499,-3-3 1535,1-16 0,-1 9 0,0-10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6.3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40 11217,'10'11'2739,"-2"-3"-7313,85-33 5027,-58 18-231,18-7 0,0 3 1948,-25 9-1403,-10 13 182,-2 1-910,-13 11 1,-17 16 10,-23 20-50,3-8 3364,-11 4-3515,23-30-2919,-4 9 1189,13-16-2052,-1 6 3933,14-18 0,0-3 0,0-2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6.9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11564,'2'10'2829,"-1"-3"-2034,-1-7 320,0 0-712,6 76-33,0-30 94,2 33 1,2 4-168,0-15-160,-3-16 0,-1-2 43,1-2-119,-4-14 63,1-8-51,-1-16-73,0-10-174,0-9-207,1-15 62,1-7 61,1-9 73,0 9 129,3-2 107,-2 15-12,2 0 28,-5 15 56,0 2 140,2 1 101,2 4 393,6 15-499,-3 1-124,3 13-123,-4-5-503,3 9-2714,-3-8 1554,3 4-605,-1-16-2907,2-4 5164,2-7 0,-6-2 0,-4-4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7.3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70 0 11917,'-5'67'1512,"1"0"1,0-10-1,6-12-1551,9-27 39,8-13 45,1-4 5,7-1-3431,10-9 3415,-9-4-17,5-10 67,-18-4 28,-3-1-6,-8 0 51,-6-7-146,-11 11-11,-10-1-280,-8 15-140,-3 6-6032,-32 18 6452,29 1 0,-12 4 0,40-8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7.6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12875,'16'15'2717,"-3"-4"-2051,-13-11 745,0 0-940,6 72-214,-1-33-170,1 18 0,1 2-82,0-12-5,4 11-588,-1-11 588,0 4 0,-3-18 0,-3-3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8.1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16 117 12931,'-16'-6'700,"78"-31"-5672,10 16 5182,-21 2 0,0 1 1586,18 4-1371,-41 13 811,-6 1-469,11 31-672,-17-9-39,9 28 3353,-4 15-3364,-5-34-40,10 20 1,-8-44-3370,18-4 3403,-14-7-5,12-7 55,-19-8-22,-3-6 197,-5-15-136,-2 11-38,-4-8 3302,-9 17-3437,-4 2-1512,-50-3 50,26 11-2430,-27-1 3937,42 11 0,11 0 0,5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8.5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219 0 5441,'14'11'3674,"-3"-2"-1050,-11-9-2658,0 0-22,-37 4 1071,24 1-1334,-27 6 912,36 0-593,1 5-582,16 10 1064,17 11-376,1-2-72,7 2 5,-16-15 1109,-7 16-929,-6-15-46,-16 11-78,-10-16 3297,-14-3-3828,-24-1-442,12-7 32,-11-2-454,21-6-2240,8-9 3540,3-1 0,11 0 0,4 3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9.2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15 13939,'-11'-8'2397,"2"1"-2397,9 7 152,0 0 55,-29 79-17,19-43-117,-6 12 0,3 2-12,17 0-117,5-22 56,9 3-5,3-25 16,20-17 56,-15-3-5,14-17-57,-25-1 113,-2-55 50,-7 43 11,-5-31-179,-7 60 0,-3 8-3187,-15 17 1182,9 10-840,-6 23-857,15 2 2854,5 5 0,1-23 0,0-8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9.5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89 655 11816,'12'8'4122,"-18"-64"1,-13-25-4078,0 0-294,5 15 1,-2-10 0,4 10-492,0-8-44,10 0-39,9 42-23,3 4-4971,15 10 4462,-3 8-124,12 28 1479,7 28 0,-18-13 0,4 7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29.7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50 9839,'74'-9'0,"0"0"0,0 0 0,15-2 0,0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0.5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311 20 13037,'7'4'3859,"-2"-1"-3758,-5-3 140,0 0 543,-30-12-202,-3 9-419,-16-8-96,10 13-67,18 1-39,4 5-756,8 24 755,12-11 40,11 24 0,13-18 6,30 29-6,-26-18-45,12 19 45,-36-28 39,-7-1-3274,-28 5 3274,2-12-39,-25 3-44,9-18-102,0-2-3254,-7-4-946,16-11-2482,5 1 6828,20-9 0,8 10 0,0 2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1.1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11463,'1'16'3305,"0"-3"-2857,-1-13 577,0 0-622,8 82 51,-4-43-135,3 20 0,0 1-139,1-14-108,-1-2-10,-2-20 28,-4-16 616,2-5-560,-3-4-113,3-7-33,-3-10-622,0-30-1272,0 4 1720,0-22 62,0 19 23,0 3 89,1 10 291,7 7-201,-1 14 33,7 4 1675,-2 9-817,16 36-729,-11-11-89,9 31-96,-16-22-56,-2 0-829,1 14-106,-3-20-286,0 7-695,0-24-2435,0-7 4340,2-1 0,-4-3 0,-1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1.8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124 34 8976,'10'3'3440,"-3"-1"-2617,-7-2 1647,0 0-2050,0-20 538,-15 14-958,6-7 0,-15 24 61,11 12 12,-2 3-6,-10 37-72,10-24-85,-4 25-139,15-35-477,3 1 241,1-12 61,5-1 130,3-14 78,8-2-3554,9-11 3397,4-18 207,0-4 107,-6-12 39,-9 11 616,-1-3-45,-5 15 46,-1 3-203,-5 14 146,-2 4 3969,0 14-4182,0 0-117,0 15-124,1-3-3627,4 14 1421,7-1 269,2-1 1831,9-9 0,-14-19 0,3-2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2.0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11514,'9'29'6934,"-1"-9"-6469,-8 32-196,5 19-437,1-33-326,4 26-508,-1-45-404,-1-3 1406,13-4 0,-13-6 0,7-2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2.4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10954,'3'56'4472,"1"0"1,6 39-4814,-8-28 0,0-2 627,6 14 277,-2-45-423,3-5-3139,1 7 2675,3-6-360,0-2-873,-1-10-1205,-1-8 2762,-1-3 0,-4-2 0,0-2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2.9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263 6 11441,'4'-2'3360,"-1"0"-2609,-3 2-594,-70-1 6,45 1-113,-52 2 56,67 24-100,7-6 112,11 20 66,6-17-3100,20 13 3196,-9-12-72,9 7 492,-14-8-56,-8-9 140,-11 7-1187,-15-13-432,-11 4-834,-7-7 1669,-43-3 0,44 0 0,-25-2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3.1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23 9019,'-10'-13'2285,"3"3"-151,7 10-3217,0 0 0,0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4.1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104 0 7957,'16'9'5271,"-3"-2"-4386,-13-7 907,0 0-1125,1-3 861,-1 2 926,2-1-2337,-2 11-61,-2 6-44,-3 16 77,-2 10-14,-3 12 1,0 3-76,-2 15 0,2-14 0,0-1 6,1-5-6,-2-7-1053,-3 10-683,6-24-1759,-5 6 3495,6-25 0,3-5 0,1-2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5.1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 9453,'6'13'3293,"-1"-3"-2822,-5-10 1550,0 0-1035,-2-13-34,1 9-112,-1-9 208,0 20-852,1 6 40,0 12-102,2 10-67,6 7-3414,10 23 3353,1-16-6,4 11 0,-8-27 0,-3-6-6,-1-7 381,-3-9-341,-1-5-34,-2-6 0,1-3-17,8-40 3325,-2 12-3381,6-31 28,-8 29 40,-2 8-135,-2 11-23,0 7 102,0 8 55,3 6 1,23 27-29,-12-14-5,17 15 39,-24-26 437,0-5-213,-5-1 22,0-3 45,-4-4-151,2-9-140,1-8-291,7-26-151,-4 11-376,2-12-706,-6 20-7738,7-6 9262,-4 14 0,1 0 0,-5 15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5.5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62 0 10707,'-26'70'7785,"11"-19"-7701,-3 8-56,16-26-28,2-5-33,19 8 106,-3-19 33,19 4-44,-8-19-3420,1-2 3515,13-15 16,-20 0 35,5-13-52,-22 2-245,-18-29-275,-3 23-242,-12-16-351,0 35 2937,2 7-10090,-11 17 7262,14 4 0,0 1 0,18-5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6.5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0 246 11318,'10'28'4105,"-2"-6"-3589,-8-22 430,0 0-3416,16 45 3316,-11-34 730,11 33-1049,-15-44-220,-1-4-251,0-4-2458,0-26 2211,-3 1 2269,0-20-2296,0 9 28,0 0-370,3-12-997,4 21 1143,2-5 2856,5 24-2689,2 3 29,0 4-291,16 5 402,-9 1-27,12 3 1861,-14 0-1772,1 8-3297,6 13 3443,-8 5 39,7 11-28,-14-4-5,3 0 206,-3 16-2380,0-15 2196,-2 7 2240,-3-19-2301,-2-6-18,-1-3 84,-2-5 80,3-4 55,-1-3-112,-1-1 3319,1-2-3476,-2-8-3902,0-22 3492,0-3-71,0-17 184,0 10 135,0 1-29,1-1 191,7 15 6,1 6-1,6 14 3393,-1 7-2894,17 46-375,-11-14 0,12 39 167,-12-12-72,-3-3-173,-4-12 27,-4-14 69,-9-26 65,1-8-436,-1-6 11,0-9-129,0-8-78,0-6-67,3-27-633,3 12 902,3-11 123,9 20 95,-3 18-2780,9 5 3071,-10 14-28,3 12-22,-5 7 535,-1 9-636,4 25-2408,-5-13 2201,1 15 1002,-8-9-2649,0-14-8117,-3 15 9485,0-28 1,0 1 0,0-16-1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7.0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346 23 10140,'-9'-4'2212,"1"1"-1072,8 3-1000,0 0 436,-77-11 160,45 11-462,-60-4 13,68 13-338,5 20 609,10-8-570,14 17 12,12-13 264,60 35-259,-37-29 29,32 21 22,-58-38-3011,-21 7 3061,-12-10-61,-21 7-45,-4-12-11,-2-3-846,-11 0-538,19-3-778,2 0-2779,25-6 4952,8-1 0,3 0 0,0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7.6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161 38 14565,'0'-21'4044,"0"4"-3623,0 17 5,0 0-385,-46 29-2,24-8 24,-34 29-13,36 15-91,10-22-60,4 20-45,15-36-5,7-3-3359,7-6 3404,21-5-17,-11-7-29,11-4 45,-16-6 107,-6-6 191,-3-18-78,-10-1-41,-2-11 3354,-8 7-3370,-8 1-3930,-24-13 2737,7 20-465,-15-4-403,18 25-5467,3 7 7472,1 4 0,10-3 0,2 3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38.0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12236,'8'10'6536,"-1"43"-5997,-7-17-153,1 43 101,9-7 0,1 0-453,1 8-34,1-8 0,1-6 0,-1-21-1652,10 10-152,-7-23-1360,6 1-2152,-12-27 5316,0-6 0,-5 0 0,-1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41.7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287 14 4818,'-14'-7'2117,"3"0"19,11 7 7694,0 0-9129,-4 2-533,-15 11-163,1-2 319,-13 10-324,9-5 914,-1-1-925,-19 13 5,16-13 1,-9 8 5,22-15-17,1 0-34,7-4 18,0 0 27,5-3-313,0-1 308,0 8 16,-2-4-5,2 6 0,-2-5 0,1-2-548,0-2-2956,15 12 3498,-1-4 6,13 11 0,-6-6 0,2 0 6,26 17-6,-22-15 5,18 9 3393,-34-17-3006,0-2-230,-6-3-67,-1-1-66,-3 0-3306,0-2 0,0 1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42.3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172 21 10696,'11'4'3764,"-3"-2"-3087,-8-2 959,0-11-1087,-5 8 162,-2-9-296,-4 12-354,-4 2-66,-10 19-1,-6 15 6,-1 6-6,5 5 1,11-13-3499,6-3 2983,3 5 241,4-14-17,1 2-44,6-17 44,4-2-196,22-8 314,-8-8 16,21-22 4440,-17-18-3890,-7 15 21,-6 2-94,-13 33 201,0 2-386,0 6-23,0 4-61,0 6-1019,18 36 100,-4-25-201,17 24-292,-8-39 1367,39-17 0,-38 5 0,24-13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42.8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86 11206,'34'47'2487,"1"-1"0,-2-10-2930,6 9 0,1-9-6052,-13-30 5739,6-13 2165,-10-8-1297,1-13 989,-14-7 1503,-3-55-1674,-3 46-57,-2-29 3203,-2 64-3387,0 11-476,0 13 50,0 11 359,-5 45-186,-4 21-1235,-1 5 900,-2-2-40,5-34-55,0-3-113,-3 25-184,5-36-134,-3 15-343,6-43-711,1-7-359,1-6 1838,0-4 0,0-2 0,0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43.0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14695,'18'4'6508,"-2"0"-6508,-16-4-134,0 0-1523,7 13 1657,-5-7 0,6 7 0,-8-10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49.9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80 11326,'9'8'1456,"-1"-1"-1087,-8-7 213,0 0 1362,0-28-902,0 18-6,0-21-145,0 22 37,0 4-362,-2 0-107,-1 2-73,0 1-84,-1 1-55,1 1-62,-1 0-107,-1 0-28,-5 0-50,2 0-33,-3 0-1,-1 4-16,0 3 5,-4 8-5,-9 19 44,6-3-3431,-4 12 3381,11-11-22,3-1 22,3-5-196,3 10 145,2-13-5,1 5-11,3-12 3364,2-2-3482,15 2 152,-2-5 10,11-2 46,-7-6 33,2-3-6,2 0 1,9-8 5,-10-1 5,4-5-5,-13 0 6,-4 1-1,1-1 51,-1-12-44,-4 5 27,-1-9 11,-6 7-11,-1-1-27,0 1 88,0-6-66,0 11 5,0-3 6,-3 11-6,0 3-89,-7 1-68,4 3-106,-6 2-196,5 1-857,-2 0-2062,-1 3 3339,-4 11 0,6-6 0,-1 5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52.6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216 17 7755,'-2'-5'1210,"0"2"1803,2 3-1886,0-4-131,0 3 3356,0-3-4301,0 13 16,0 0 34,3 20-101,0-9 11,2 10-6,0-9 1,-2-2-6,2-3 11,-3 1-11,0-8 6,-1-1-1,-1-6 1111,0-1-1049,-6-7-6,-1 2-61,-6-6-5,1 3 5,-1 1 0,0-2-6,-1 0 6,0 1 6,2-1-6,-2 3 5,2-1-5,-1 1 0,-6-3 0,6 4 6,-5-1 0,7 2-1,3 3 1,0-3-6,2 1 0,2 1 0,0-2 0,2 3 0,-1-3 5,3 3-1355,-1-1-196,1-2 1546,0-3 0,0 2 0,0-1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53.5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0 166 9369,'14'12'2021,"-3"-2"-1897,-11-10 1209,0 0-1036,0 3 0,0-3 1304,0 3-1590,0-2 1,2 1-1,-1-1 22,4 2-33,-2-3 124,1 2 105,-1-2-71,0 0-52,-1 0-44,-1 0-57,0 0 102,1 1 100,-1 1-84,2 0-73,-1 1-16,1-1-23,0-1-5,-1 1 33,0-2-28,1 1 2128,-3-1-2133,3 0 44,1 0-50,3-5 0,5-1 6,4-9-6,3 2 0,18-13 0,-7 8 0,12-7-6,-11 7-55,-1 2-34,-1 0-34,0 0 123,-10 5 1,-2 1 5,-12 7-118,-3 2-347,-1-1-380,-1 2-696,0-4-2570,0 2 4111,-5-3 0,3 3 0,-3-1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1:54.3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186 16 10114,'-12'-9'2223,"3"2"-2172,9 7 2894,0 0-2664,0 4-63,0 0-94,0 5 49,-2 2-83,-1 3-34,-3 4 0,-1 1-51,-2 3 29,-2 2-23,-1 1-5,-3 2 55,-1 0 7,0 2-57,-1-3-6,3 0 1,2-5-6,2-3 0,4-4 0,0-4-381,4-4 79,1-3-1177,1-2 0,1-11-487,5-2 1966,2-11 0,-2 11 0,0 2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07.0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 8377,'4'13'1473,"-1"-2"-1271,-3-11 162,0 0 224,-1-12 353,1 8 639,-3-8-987,3 11 4807,-1 1-5271,6 3-56,1 2-6,7 4-11,1 0 145,7 6-100,-5-3-45,5 6-5,-5-4-1,-1 0-3364,8 5 3359,-8-5 17,3 1-57,-9-6 40,-1-2-34,1 2-5,-1-2 0,2 1 3453,-3-1-3448,3 1 62,0 1-23,-2-2 40,2 3-40,-3-5-5,0 3 11,-2-3 56,0 1 297,9 6-325,-8-4 5,8 4 23,-12-7 11,1-1 113,-2-2-146,0 0-3035,-1-1 1,0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15.5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0 273 11642,'8'3'2039,"-2"0"-1915,-6-3 5561,0 0-5691,8 0-5,0 0 11,12 0 0,2 0 0,6 0-5,6 0-85,3-1 0,2-2-10,3-5-24,-1 1 46,-2-6 5,-2 2 6,-3-2 27,-6 1-22,-3 2-10,-6 0-63,2-4 23,-7 2-73,3-6 23,-6 3-6,0-3 22,-3 1 85,2-3 66,-5 7 1,-1 0 5,-3 9-5,-1 2 543,0 1-583,0 5 0,0 0 29,0 3-6,0-1 11,0 1 0,0 2 0,0 1 0,0 2-6,0 1 6,0 7-6,0-4-5,1 6-28,4-5 33,1 0-27,4 0 27,-1-4 1,3-2 5,-2-3-6,2-1 6,1-2-6,0-1 6,3-2 0,2-1-5,0-1-1,11 0 1,-7 0-1,6-3-5,-1-5 5,-10 1-27,5-3 27,-12 6 0,0 1-5,-1 1 6,4-3-1,-5 1-33,5-2 5,-8 1 29,1 0 5,-2 1 0,0-1 0,-2 1 5,0 1 1,-1-4-1,1 2-5,-1-3 6,1 0 0,-2 1-6,2 1 5,-2 3 90,0 2-95,1 6 0,3 1 0,2 6-3386,6 2 3386,-1 0 0,3 2 0,-2-3 6,2 2 66,1-4 46,1 1-28,5-3 33,1 2 3392,5-4-3470,6-1-45,2-3 11,7-2-5,0-1-1,5-1 6,14-12-5,-17 0 0,9-8-6,-23 6-3387,-5 2 3393,-4 2-6,-4 1 0,-4 2 50,4-3-5,-7 2-11,3 0 10,-9 2 3400,0 1-3405,-1 2 11,0-2-16,-1 2-29,-1-2 1,0 0 11,0-2 33,0 1-39,-1 0-5,0 1 28,0 3-34,0 0 72,0 2-72,5 6 6,2 0-6,5 7 6,1-2-6,-1 2 0,2 0 5,-1-2-5,1 0 0,0-1-5,-2 0 5,3-2 0,-2 0 5,3-1-5,0-1 0,3-1 11,0-2 23,3-1 5,11-1-33,-7 0-6,9-3 11,-10-3-5,0-3 5,-1-2-3398,-2 0 3393,-3 1 0,2 0-1,-8 2 6,2 1 62,-10 1-39,2 2 5,-2-2 3415,1 0-3370,-2 0 22,-1 0 0,0 1-10,-3 0-91,1-1 34,-1-1-33,0 2 0,0-2-6,0 6-56,0-1 11,3 2 45,2 3-6,5 1 6,2 5 0,2 2 0,2 0-5,-1 0 5,3-1 0,-2-1 5,0 1-5,0-1 0,-1 0 0,-2-2 0,0-1 0,-1-2 6,-2-1 33,-1-1 11,6-2 6,-4 0-11,7-4-39,-3-2 39,0-6-6,2 0 28,-2-1-17,0 0 68,1-5-68,-5 4 34,1-2-17,-6 6-16,-2 1-46,1 1 63,-4 0-12,1 0-12,-1 1 24,-1 0-29,2 0-28,-2 1 28,0-3-33,0 5-6,0-1 0,0 4-174,0 1 141,3 0 33,1 4 0,3 1 5,2 5 1,0 2-1,3 1-5,1 0 6,-3 2 0,3-3-1,-3 0-5,2-1 6,0-1-12,1 1 6,0-1 0,2-1 0,0-2 6,1 0-1,0-2-5,4-2 84,4-2-28,5-1-39,27 0-11,-8-2-1,17-2-5,-18-2 6,-4 2 0,-4 0-1,-6 1 1,-5-1 246,-3-4-67,-10 1-1,0-2 24,-10 2-57,-2 2-66,-2 2-29,0 2-4767,0 1-4375,0 2 9086,-1 4 0,0-2 0,0 1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18.7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1 152 11894,'10'12'3658,"-1"-3"-3232,-9-9-247,0 0-61,5-6 240,-1 3 359,7-5 56,-1 2-101,5 0-106,5-4-112,3-1-135,6-2-61,0 1 16,5-1-73,1 3-49,2 0-46,1 2-22,3 1-50,2 0-29,5 1-5,5-3 0,3 2 6,3-1 5,-3 2 84,-2 2 40,-7 2-7,-3 1 80,6 2-158,-14 5-11,8 2-33,-14 5-6,0 0 5,1 3 1,16 11 0,-11-4-1,9 9 1,-14-7-1,-3 3 1,-2 2-6,-1 2 6,-2 0-6,9 19 0,-8-13 0,5 13-6,-8-16 6,0-1 0,-2 1 0,0-3-6,-2 2 6,0-1-5,-1 0-12,5 16 11,-6-13 1,4 12-1,-7-15-5,0-2 5,-2-1-5,0-3 6,-2-1-35,2 5 40,-5-6 0,2 3 0,-4-9 0,0-2 0,-1 2-50,1 1 16,-1-1 29,-1 1-1,1-2-5,-2 1 5,1-1 1,-1 11-1,0-3 6,0 9-78,0-3-62,0 0-62,0 1-50,0-2 67,0-1 73,0 5 112,0-10 0,0 4 0,0-13-5,0 0 5,0 0 0,0-1-6,0 0-5,0-2-23,0-3 29,0 2-6,0-4-23,0-1 28,0-4 1,2-1-1,-2-1-55,1 0 61,2-1 0,-3 0 0,4 0 0,-3-3 0,0 0-6,-1-4-50,0-2-61,0-4-18,0-6-5,-1-3 17,-4-6 73,-2 0 50,-1 1 0,-2 4 5,4 4 29,-1 4-29,1 2-5,-1 1 0,-1-1-5,-2 0-6,1 0 5,-1 0 6,3 2 6,-2 4 27,4 1-33,0 4 11,3 1-548,1 1 526,1 4 5,4 1-5,3 6 5,5 1-5,4 3 11,1 1-6,-1 0 6,0 2 6,-3 1-6,0-1 0,-2-1 11,-1 1-5,-3-5-6,2 2 0,-4-4 0,1 0 0,-1-2-6,0-2 6,-2-3 6,-1-1-6,-2 0-112,2-3-112,-1 2-96,2-2 107,2-4 157,2-4-78,2-4-57,1-5-33,3-2-50,0-2 11,2-2 72,-2 3 85,2 0 72,-4 3 34,0 3 6,-2 2-1,-2 2 1,-1 2 5,-2 1 28,-1 3 62,0-1-50,-1 4 201,-1 0-224,-3 4-28,-3 2 0,-3 4 0,-2 0 5,0 1 1,-2 0 72,-1 4-33,1-1-45,-1 3 6,1-1 27,1 1-27,0-1-6,0 1 50,2-1-16,-3 2 5,2-2 6,-1 0-6,3-2-33,2-3-6,1-1 5,4-2 1,-2-3-1,3 1-5,-3-1-179,3-2-319,-1 1-561,-1-3 1059,-2 0 0,2 0 0,-2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27.6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9694,'11'2'3287,"-3"0"-3096,-8-2 3125,0 0-2751,0 8-128,4 6-174,2 9-100,6 8-63,2 3-66,1 3-28,1 1-1,-1-3 1,0 0-6,-2-6 5,-1-5 1,-3-6 0,-2-5 27,-4-4-27,1-4-6,-4-3-174,2-2-2206,-1 0 649,-1-6-3781,2-4 5512,-2-6 0,0 6 0,0 2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28.1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0 100 7319,'9'8'1405,"-2"-1"-799,-7-7 2009,0 0-1903,36-42-203,-19 26-223,29-30-57,-28 39-66,-2 4-74,-1 2-16,-2 1 34,-3 0 77,-1 5 175,-4 1 27,-3 5-61,-2-2-128,0 2-85,0-1-28,0 0-34,0 0-50,-2 0 0,-4 2 0,-3 0 0,-4-1 0,-1 1-11,0 0-96,-1-2-44,2 2-146,0-3-151,3 0-202,1-2-296,4-3 946,-2-1 0,5-1 0,-1-2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28.8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8007,'17'12'1015,"-4"-2"-433,-13-10 2465,0 0-2145,0-9-253,0 7-139,0-7-90,0 9-129,0 0-179,-3 2-112,1 4-11,-3 5-28,0 5-12,0 2 51,0 4-33,3-2-130,-1 2-44,3-3-11,0-2 55,0-4 46,0-4 72,3-5 39,8-1 6,1-3 6,6 0 5,-2 0 34,-1-3-45,0-4 11,-3-2 112,-3-4 56,-4-1-44,-2 1-12,-1-8-123,-2 5-50,-2-6-62,-2 9-124,-2 1-105,-4 2-214,1 3-117,-1 1-2867,-1 3-337,5 2 3876,-1 1 0,5 0 0,1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29.2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1 7845,'3'9'2375,"-1"-1"-1921,-2-8-180,0 0-184,-16 24 167,12-7-38,-12 21-7,16-16-10,0 0-90,0-3-101,2-1 34,5-5 101,2-3 0,7-5 50,0-3-34,3-2-22,1 0-45,0-5 1,-1-4 27,-1-6 78,-3-4 96,-5 1 0,-4-1-45,-4 3-78,-2 0-174,0 3-56,-3 1-213,-4 3-319,-6 0-588,0 3-538,-6-2 1714,-3-1 0,10 4 0,-1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29.8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1 266 8489,'10'14'2789,"-2"-3"-2262,-8-11 756,0 0-925,30 63 96,-19-42 89,22 45 6,-27-57-174,-4-6-122,2 1-29,-3-4 868,0 1-1092,-1-8 0,0-5-152,0-11 12,-8-6-39,0-8 56,-10-6 67,5-2 6,-2-1 38,6 2-44,2 6-39,4 4-62,2 6-5,1 6 22,4 3 67,4 6 67,6 4 6,6 4 68,10 3-35,-5 1 40,5 1 0,-13 5-28,-5 3 61,-3 6 73,-6 3-33,-2 0-23,-1 1-123,-7-1-409,-10 4-442,-2-7-673,-11 0-2727,7-9 4251,1-2 0,10-2 0,4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48.1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639 327 6574,'3'8'1198,"0"-2"-1036,-3-6 6431,0 0-6414,0 3-67,0-1-45,-2 1-61,-1-1 61,0 0 17,-3 2-11,2 0-34,-2 1-22,-1 0 33,-1 1 46,0-2 27,-1 2 17,1-3 6,0 2-12,0-1-22,0 0 112,-5 0-162,3 1-17,-4-1 11,4 2-51,-1-3 1,0 1 0,2-1 38,-3 0-4,3-1-7,-1-1 40,1-1 56,0 0 72,-3 0-195,2 0 28,-2 0-23,5 0-6,1 0 35,1 0-35,-3 0-5,2 0-5,-2 0 10,1 0 34,0-1-33,1-1-6,1-2 6,-1 1-1,-2-4 1,2 3-6,-1-3 0,1 3 0,0-2-11,1 0-23,-3-1 0,1-1 1,-2-2 22,0 1 5,0-2-61,1 0-51,-2-4 79,2 3 33,-1-2-33,3 6 34,1-3-40,-1 2-17,0-2-33,0 0-17,0 0-6,0-1 46,2 0 66,-2 0-5,3 1 5,-3 0 6,3 2-5,-1 2-1,1 1 0,0 1-33,0-3-28,0 2-11,-1-2 5,1 2-50,-3-7 89,1 6-22,0-5 39,-3 1-16,3 2 27,0-1 0,2 1 1,0 2-1,0-2 1,0 2-7,0-1 12,0 3 12,0-1-12,0 1 5,2 2-5,0 2-163,1 1 163,0 5 0,0 2 0,3 7 0,2 1 0,5 4 6,0-1-6,1 2 0,-3-2 5,2 10 1,-5-8 0,0 7-1,-2-10 1,-1 0-1,-1-1-5,0-2 0,0 0-5,1 0 10,2 8-5,-1-5 0,2 7 0,-5-8 0,2-1 0,-1 2 0,-1-3 0,1 0 0,1 0 0,-2-6 0,1 0 6,-1-5 5,0 1-11,0-1-11,0 3 5,0-2 1,0 2-1,0 0 1,-1 0-35,-2 0 35,0 0-34,-1-2 27,1 1-21,0-3 33,0 3-6,0-1 1,0 2 5,-3 1 0,3-2 50,-3 2-50,2-4 0,1 3 0,-3-3 0,2 1-11,-5 1-40,3-1 46,-1 1-113,0-1-16,2 0-6,-2-1 39,-1 3-106,2-1 28,-2 2 89,2 0 84,-3 1 1,2 2-1,0-5 6,2 0-5,3-2 5,0-3 67,1 2-62,6-6 1,2 0 44,8-3 1,-1 1-12,3 0 17,0 2-22,1-2-18,1 1 24,1 0 16,1-1-51,2 0 130,6-3-79,-6 4 0,3-3 67,-8 5-17,-2-2 34,0 4-11,-1-2-16,-2 2 4,2-1 12,-3-1 28,1 2-17,-2-1-17,1 0-28,-1 1-28,-1 0 23,-2 0 11,3 0 72,-2-1 57,1 1 184,1-1-279,-1 1-96,1 0-28,-2 1-5,1 0 5,2 0-5,1 0 27,2 0-33,-1 0 0,1 0 6,0 0 50,6 0-23,-6 0 1,5 0-28,-7 0-1,-1 0 6,1 0-5,-2 0 0,9 0 10,-5 0-10,8 0 39,-7 0-12,0 0 7,0 0-29,-3 0-6,1 0 1,-3 0 33,1 0-33,0 0 5,-1 0-5,3 0 27,5 0-33,-2-1 6,3-1-6,-9 1 0,1-2 5,1 3-5,-1-3 6,3 3-6,-2-3 0,0 3 0,2-3 0,-2 1 0,1 0 0,-3 0 0,2-1 0,-3 3 6,1-1-6,0 1 0,2 0 5,-2 0-5,1 0 6,-4 0-6,1-2-6,5 2 6,-1-3 0,1 3 0,-4-3-5,-1 3 10,-1-2-5,0 1 0,0-1 0,1 1 0,1 0 0,1 0-5,1-1 5,7-1 0,-6 0 0,1 2 5,-4-2-5,-5 3-5,2-3 5,-3 3 0,1-2 5,-1 2 1,-2 0-12,-1-1 1,-1-1-63,0 1 12,0-2-44,0 3 32,-3-3 35,-1 3-51,-6-3-6,-1 3 23,-3-1-6,1 1 17,0-2-45,2 2-5,-1-3-12,0 2 34,0-1 34,1 0 50,0 1-6,2 0 1,2 1-40,3 0 11,-1 0 29,1 0-12,-2 0 11,-1 0 6,-1 0 0,0 0 6,0 0 39,1 0 5,0 0-50,1 0 101,-1 0-101,2 0 0,-1 0 0,3 0-6,-1 0 6,1 0 0,-3 0 0,0 0 0,0 0 0,-1 0 12,-1 0-7,1 0 1,-1 0 55,0 0 12,2 0 11,-2 0-78,-1 0-1,0 0-5,-9 0 6,7 0-6,-7 0 0,10 0 6,0 0 27,2 0-33,0 0 6,2 0-6,-2 0-168,3 0-930,-1 0-594,-1 0 1692,1 0 0,0 0 0,2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31.2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10091,'7'8'2027,"-2"-2"-1841,-5-6-3861,0 0 3675,0-3 0,0 3 0,0-3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31.6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10035,'14'14'3215,"-3"-3"-2828,-11-11 94,0 0-1472,0-3-2006,0 2 2997,0-3 0,0 4 0,0-1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34.1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8662,'7'6'2342,"-2"-1"-1995,-5-5 1351,0 0-3530,4 0-296,1 0 2128,4 0 0,-4 0 0,-1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35.0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11564,'0'10'2425,"0"-1"-2240,0-9 22,0 0-341,3 0-661,0 0-1412,4 0 2207,-1-3 0,-1 2 0,-3-1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37.1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1 150 9475,'5'4'1512,"0"-2"-1400,-5-2 437,0 0-319,2 0-23,2 0-67,3 0-33,0 0 10,3 0-16,0 0-39,1 0-1,-1 0 12,1-2-17,0-3 17,-2-1-17,0-1 0,-2-1-17,-2 1-39,-2-3-5,-1-1-91,-1-2 12,0 1 73,-1-2 6,0 2 5,0-1 0,0 2 16,0 3-10,0 2 28,-4 1-34,-3 3-34,-4 0 17,-1 1 12,1 1 5,0 0-6,1 0-72,-4 1 5,4 4 34,-3 3 33,6 7-5,1-2 11,2 5 28,2 3 28,1-3 28,1 3 5,0-8-10,0 2-29,1-5-44,3 3-1,3-4-5,7 4-5,-4-5-34,4 1-17,-4-6-107,0-2-27,2-1-164,0 0-530,1 0-679,3 0 1563,6-3 0,-10 3 0,1-3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37.8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124 21 7867,'6'13'1939,"-1"-3"-1200,-5-10 414,0 0-811,-22-14 23,12 10-46,-18-10-157,18 14-162,-1 3 0,0 2-5,2 6-29,-1 2 17,1 4 12,3 0-46,0 3-106,4-2-173,1 0-1,1-3 79,7-4 90,1-3 100,6-4 62,0-3 62,5-3-62,-4-7-68,4-6-60,-8-7 83,-2-3 45,-3-1 549,-3-5 0,-2 12-140,-1 1-404,0 14-10,0 2 5,4 13 56,2 3-23,7 12 57,4 5 56,2 2 22,2 2 61,-2 0-50,-3 0-67,-3 0-44,-5-1 32,-4 0-88,-3-4-12,-1-3-236,-14 3-340,-1-11-612,-15-1-867,1-14 2055,-7-7 0,17 2 0,-2-3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38.5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102 1 8136,'11'14'1591,"-3"-3"-790,-8-11 442,0 0-1198,-36 4-45,23 4-6,-30 7 1,34 6-1,0 1-67,3 2-72,3-2-253,2-2 96,1-3 55,4-4-5,3-6 135,7-3 117,2-2 67,2-4-17,-1-6-50,0-4 0,-3-9 28,-2-1 79,-6-1 117,-2 0 257,-4 3 343,0 4 111,0 1-817,0 9-118,0 1-22,0 7 22,1 8 33,5 8 270,14 29-63,-1-5-66,11 18-96,-7-15 12,-3-1-6,-2 0 95,-5-1 146,-4-6 336,-5 8-482,-3-17-179,-8 3-213,-4-20-554,-10-5-639,-4-3 1406,-7-23 0,15 16 0,-2-16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39.0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85 18 11077,'-14'-10'1826,"2"3"-1764,12 7-57,0 0-122,-26 24-163,20-16 61,-20 18 219,27-21 157,7 0 56,5 3-6,8 2 45,3 1-90,1 2-38,-1 1 200,-5 3 35,-6 1-57,-4 2-16,-6 0-85,-2 1-201,-6-1-162,-7-1-196,-6-1-141,-7-3 499,-20-5 0,26-4 0,-12-3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41.3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467 84 7498,'1'5'448,"0"0"-1462,-1-5 745,13-16 269,-7 9 286,10-13-40,-11 13-10,-1 1-24,-1 0-66,0 1 44,0 0 230,0-1 140,0 3 68,-2-1-68,2 1-123,-3 0-179,2 2-74,-2-1 4421,1 2-4605,-1 4 5,2 0-5,-4 4 6,-2 1 5,-1 1 0,-3 3 1,0 1-7,-1 0 1,1 1-6,-1-1 5,0-1-5,0 0 0,0-1 0,-1 2 0,0-2-5,-2 2 5,0 0 0,1 0 0,0 0 0,0-1 0,2-1 0,0-3 0,2 1-6,1-6-39,0 3 12,-1-3 22,-1 0 5,-10 3 0,5-1 1,-10 6-1,7-2 1,-6 6 10,6-5-5,-2 2 0,8-6 0,0-1 0,1-2 6,-1 1-1,-1-1 1,-2-1-6,1 3 0,-7 1 0,5-1 0,-4 3 0,7-3 0,3-2 6,0-1-6,4 0-6,-2-3 0,3 1 1,-4-1-1,0 0 6,-1 0 0,1 0 6,4 0-1,0 0-649,3 0 549,3-1-62,3-2-28,3-3-28,2-2 17,1-6-22,-1 1 78,0-5 33,-3 3 12,-1 1 50,-3-1-11,-1 3-22,0-2-12,-3 2 6,2-1 40,-1 1 38,-1 2 0,2 1 6,-2 3 6,0 3 352,0 2-307,0 7-46,0 0 1,-3 8 5,0-2 0,-5 3 23,2-2-28,-1 1-6,1-3 0,2 2 0,-1-3 0,3 1 5,-1 0-5,1-2 6,-1 1-1,3-1 1,-3 0 11,3-2 16,-2 1-27,1-2 78,0-3-6,1 1 6,0-4 157,0 1-207,0 2 67,0-2 459,0 1-488,5-2-16,2 2-16,3-2 27,3 2-34,-3-1 7,5 1-35,-2 0 29,2 0-1,0 0 7,-1-1-1,1 1 11,0 0-44,-2 0 27,0 0-21,-1-2-12,-2 2 0,0-2-572,-1 0-699,1 0-3501,-1-4 4772,0-5 0,-4 3 0,-3-2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43.5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0 370 8562,'10'8'2190,"-3"-1"-1921,-7-7 61,0 0-83,34-13 27,-19 3-33,26-11-28,-28 6-101,0 0-39,-1 1-23,2-1-50,-2 0 6,3 2 0,-3-1 5,1-1-6,-1-1 40,-1-3-45,0-2-56,-1-1-45,-1-1 62,-3 0 39,1 4 51,-4 2 44,1 5 134,-2 0-223,0 5 0,-1 0-6,1 2-6,1 0 6,1 0 6,1 0-6,1 1 39,3 3-34,1-1 85,10 2-40,-4 0 23,15 5-73,-10 1 6,4 4-1,-4-1 40,6 5 34,-6-3 10,6 6-22,-10-4 12,-2 2-12,0 1-28,-4 0-28,0 3-5,-3 0 5,1 2 28,-2 6-39,1-7 6,-2 3 11,-3-9 39,-2-1 17,0-1-23,0-1 40,0 1 78,-1 1-17,0-1-84,0 8-61,0-7-1,0 5-5,0-7 6,0-1-1,0-1 7,0 0-7,0-2 51,-4 7-45,-1-4 1,-5 4-1,1-2 22,-4-3-27,2 0-6,-2-2 0,0-1-11,1-2-45,-1 0 61,-4 1-5,3-1 0,-3 1-5,1-1 5,2-1-6,-2 0-44,3-2-23,0 1 23,1-2-6,2 0 33,-3 0-33,5 0 56,-2 0 0,6 0 6,-3 0 5,2 0 23,-2-3-34,1 0-12,-3-7-21,3 2 27,-1-5-33,4 2 5,1-4 29,2 0-6,0-2 5,0 2-33,0-1 33,0 2-27,2 0-7,2 2 35,2-2-29,4 0 29,-1-1-7,3 2 7,-3 1-12,0 5 11,2 0 1,-4 5 5,4-2-6,-2 4 6,0-2 0,2 2-5,-1 0 5,1 0-6,6 0 0,-7 0 6,5 0 0,-6 2 0,4 6 0,-5-1 6,3 6-6,-6-4 6,-1 1-6,-2-1 0,-1 5 0,-1-4 0,0 1 0,0-4 0,0-1-34,-1 0-28,-5 0-100,-3 1-84,-11-1 78,4-1 100,-5-3-10,7-2-12,3 0-10,1-2-29,2-4 73,2-2 45,2-5-79,2 5-504,1-3-913,1 1 1507,1-3 0,0 4 0,0 1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44.5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9268,'10'15'2458,"-2"-4"-2413,-8-11 409,0 0-129,16 3 34,-5 0-18,14 2-89,-9 0-11,-2 0-51,2 1-94,-1 0-12,2 0-28,-2 1-23,1-1-27,-2 1 78,-1-2 78,-4 0-11,1 0-89,-5-1-56,0 1-6,-2-4 0,0 0-325,0 1-532,0-2-1893,0 2 2750,-1-2 0,-1 0 0,-1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52.4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25 8920,'4'13'2577,"-1"-3"-2364,-3-10 437,0 0-180,3-5-11,-3 3-50,3-3-101,-3 5 907,0 0-867,0-3-157,0 1-119,0-2 1,0 0 17,-3 1-23,0-1-17,-4 1-44,-2 0-6,0 0 0,-2 1-6,0-1-44,-1 3 50,1-1 0,0 1 39,1 0-39,1 0-45,2 0-111,-2 0-68,3 1 94,-1 3 7,2 1-34,2 4-95,2-3 90,1 2 106,0 1 50,3 2 6,5 2 45,5-1 11,4 2-22,11 7-29,-6-4 1,4 4-1,-11-8 1,-6-4 33,-3 1 101,-3-2 23,-3-1-163,0 0-45,-7-1-6,-2 1-122,-9 1-29,-1 1-50,-2-1-353,2 0-246,2-1-2269,1-1-1136,6-3 4256,3 0 0,6-3 0,1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53.3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38 7934,'7'9'2941,"-2"-2"-2526,-5-7 700,0 0-1009,15 56-56,-8-31-16,12 45-23,-10-47 17,-1-2-22,-1-5-6,-3-4 50,-1-5 202,-1-4 639,-2-2-981,0-14-28,0 0-16,-3-16 72,-2 1-44,-1-3 33,0-1 34,2 3 28,2 2-23,1 7 29,1 3-7,0 4 7,0 3 5,0 1 0,0 2 0,4 2 0,0 2 0,4 2 5,0 1 7,0 0 32,3 0-4,-2 0 10,1 0 12,-3 1 10,0 1 18,1 2 11,-2 1 78,0 0 151,-2 1 6,-1 1-134,0 1-79,1 3-84,1 1-33,-1 6-6,2-2-73,-3 3-106,3 5 0,-5-6-152,3 2-89,-3-8-156,1-5-461,-1 0-520,1-2-73,0-2 1630,1-1 0,-2-1 0,1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53.9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0 2942,'16'15'2269,"-3"-4"60,-13-11-2021,0 0 921,-5-5-557,1 4 670,-4-5-647,2 6 1576,1 0-1868,0 3-302,0 3-96,-1 4-5,0 5 0,2 3-11,-1 2 5,3 1-66,0-1-29,1-1 6,1-4-62,0-2 6,0-4-6,0-4-39,0-3 11,4-2 101,0 0 84,7 0-45,3-9-5,-1-1 11,0-11-6,-5 1 45,-2-3-6,-3 3 129,1-2 107,-4 10 56,2 1-79,-2 10-28,0 1-134,0 5 0,0 3 95,0 8-90,1 3-44,2 3-1,0 2-5,3-3-162,-2-3-281,1-4-374,1-5-959,-1-5 1776,4-5 0,-4 0 0,1-2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54.3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9666,'6'7'3287,"-2"-1"-2962,-4-6 269,0 0-163,1 10 45,0-4-11,0 6-17,-1-6-72,0-2-96,0 3-107,1 1-44,1 2 22,1 2 28,0 1-44,1 3-34,1 2-68,1 0-27,0 1-6,-1-3 5,0-1-5,0-4-5,-1-2-51,0-3-45,-1-3-185,-1-2-386,0-1-840,0-2 1512,1-17 0,-2 11 0,1-10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54.5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18 12146,'-11'-10'0,"1"2"0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55.0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11547,'28'91'6206,"-5"-17"-6066,-7-15-78,-5-21-6,3 13-23,-1-16 18,-1-1 22,2-3-3365,-3-3 3421,2-5 11,-5-3 23,4 1-163,-8-12-913,4 1-638,-7-12-4515,0-7 6066,-1-6 0,0 5 0,0-1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2:56.8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60 29 886,'-17'-16'2296,"3"4"493,14 12-2179,0 0-279,-7 0 1257,3 0-1492,-5 1 808,6 3-899,0 4 3455,1 4-3332,1 1-4,1 2-35,0 1-83,0-1 11,0-1-17,0-2-157,7-3-6,-3-5 91,7-1 66,-5-3 6,1 0 0,1 0 0,-4-6 0,3-1-6,-3-9 6,-1 4 124,-2-3 88,-1 4-32,0 2-85,0 1-56,-4 5 23,0 2-6,-4 1 39,2 0-62,-2 0-33,4 3-22,-2 8-101,4-1-51,0 6-33,2-9-28,0-1 72,0-4 74,0-1 89,2-1 179,2-1-89,0-2 162,0-3-140,-2 2-112,-1-1-432,-1 5-3404,0-3 3836,0 1 0,0 1 0,0-1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01.1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971 386 12438,'12'14'1210,"-3"-3"-1210,-9-11 6430,0 0-6262,0 3 22,0-3-61,-2 3-123,-2-2 55,-4-1-5,-1 2 84,-3-2 308,-8 0-325,5 1-55,-6-1-35,7 2-33,-1-1 6,0-1-1,1 2-5,-2-2 17,-7 0-11,4 0 55,-4 0-55,5 0 28,2 0-34,-1 0 0,-1 0-6,0 0-5,1-2 5,-1 1-5,-7-4 5,5 4 6,-5-3-5,7 2-57,2-1 6,1-1 6,1-1 39,2 1-1,-7-4 1,6 2 6,-4-2-29,4 2 0,1 0 29,-2 0-1,2-1-50,-2 1 6,3-3-34,-2 3-112,-1-5 84,2 4 17,-3-4 22,5 4 6,-2-2 5,-1-1-117,-6-5 134,5 4 40,-5-3-29,9 6 28,0 1-5,1 1-28,0 1-6,0-1 12,2-2-46,-2 2 1,3-1 27,-2 0-145,-2-4 96,0-1-12,0-1 33,3 2 29,1 2-29,0-1-27,2 2-12,-1 1 12,2 1 0,2 0-69,-1-2 142,2 1 21,-1-1-21,1 3 27,-1 1-5,1 2-28,0 1-320,0 0 365,-2 0-6,1 1-56,-2 3-22,0 3 38,1 2 35,-1 3-1,2 1 6,-2 3 0,0-2 0,1 0-39,0-3-11,0-1-46,-1-1-10,0 1-157,-2 7 117,0-2 40,-2 5 61,1-4-11,1-3 0,1 0 6,1-5-107,1 0-39,0-2 33,1 0 63,-1 0 60,0 2-10,-2 6 44,2-4 1,-1 3-107,3-9-28,0 0-90,0-3 163,0-4 61,0-2-5,0-7 6,3-5-1,2-3 0,1-5-50,1 1-11,-3-2-1,1 3 29,-2 1 22,-2 3 12,2 1-29,-3 3-39,2 1-50,-1 2-90,0 1 68,1 2 55,-1 0 73,1 1 6,-2 4 11,3 1 6,-3 4 5,1 0-11,2 0 6,-1 0-1,3-1 1,-1 0-1,0 0 46,-1 1-18,-2 0 40,2 0 0,0 0 0,2 0-6,0 0-28,3 0-33,0 0 33,2 0 28,1 0 56,-1 1 96,2 1-6,0 1-39,0-1-17,-1 0-34,2 0 0,1-1 0,2 2 0,10 0-111,-5 0-7,8 1-5,-12-1-140,0 0-689,-4 2 829,-1-2 0,-6 0 0,-2-2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23.3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82 8898,'-8'-6'1216,"2"1"-796,6 5 313,0 0 1009,0-9-1406,-2 7-61,2-8-29,-1 9 12,-1 0 772,1 0-638,-2-1-206,0-1-63,0 0 269,-1-1-269,-3-2-117,1 1-6,-2 1 5,4 1 74,-6-1-68,3 0 62,-3-1 27,4 3 7,2 1-18,-2 1-89,3 0-5,-1 0-1,1 1-67,-1 2 40,-1 3 33,-5 20 39,3-8-39,-1 16 0,4-12-45,2 12-3397,1-7 3436,1 10-5,0-9-23,0-3 34,0 3-67,9 10 28,-3-14 5,7 7-16,-5-20 44,-1-3-72,11-1 3375,-5-4-3488,11 0-133,-8-3-2130,21-7 426,-9-5-868,14-6 2896,-16-1 0,-12 8 0,-5 4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24.1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1 164 8490,'9'18'1955,"-2"-3"-870,-7-15-979,0 0-10,34-3 367,-21 0-351,25-3 170,-28 0-108,-1-6 414,-3 3-549,0-5-22,-5 4-84,-1-14 11,0 7 50,-4-11-78,-2 11 79,-5 1 5,-7 0 5,7 8 1,-4 0 78,10 8-39,0 0 134,-2 22 140,4-6 45,-2 21 6,3-12-169,1 3 292,0 20-403,1-16-46,3 13-38,0-26-62,9 4-11,-4-10-140,4 3-90,-5-13-62,2-1-1505,16-4 149,-7-6 299,13-5-3243,-12-6 4659,-1-1 0,-8 10 0,-3 2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24.7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94 8982,'5'18'4683,"-1"-3"-3496,-4-15-1030,12 63 22,-7-44-39,9 47 112,-11-60 1725,-1-3-1215,-1-2 347,0-1-627,-1-3-482,0-4-67,0-4 33,-3-4 29,-1-1 5,-4-3-3471,0-7 3326,3 4-186,1-7-269,4 7-201,0-3-162,4 2-824,8-6 723,0 11 6,8 3 2601,-4 11-4786,2 4 3243,2 0 0,-8 0 0,-3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25.4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142 79 8920,'3'9'2935,"-1"-2"-2259,-2-7 992,0 0-794,-14-38 151,6 26-235,-11-28-59,10 37-233,0 2-229,-5 3-532,-1 10 358,0 1-157,1 8 62,0 39 6,7-24 0,-2 31-1,9-36-3520,4 17 3319,2-20-207,6 9-180,3-24-44,1-5-723,12-4-1503,-5-3 1576,10-7 1342,-6-8-2143,0-5 2078,0-4 0,-13 11 0,-5 4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26.1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48 21 8528,'8'-10'2353,"-2"2"-1160,-6 8 454,0 0-970,-13-3-190,8 7-268,-11 0 223,7 35-402,3-12-34,-4 25 5,9-22 146,-1 21-163,2-24-84,2 11-84,2-31 6,1-3-117,6-2 161,-3-2 7,5-6-29,-4-4-39,2-9-128,0-43 565,-5 31 73,-1-22-309,-5 45-312,0 6-68,0 2 296,0 5 68,2 4 34,1 6-28,3 4-3382,6 7 3455,0-8 55,5 3-134,-3-14-78,1-2-247,10-4-1809,-1-7-1104,1-1 3238,-6-6 0,-12 6 0,-3 2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26.9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1 204 7433,'0'14'1859,"1"-3"-707,-1-11-172,0 0 1242,4 38-1359,-3-29 132,2 29-396,-3-38 329,0-2-928,0-4 5,0-5 1,0-2 0,0-3-46,-1-9-4,0 2 4,-1-6-27,-1 6 34,3 2-3455,-1-14 3388,1 16-80,0-10-100,0 17-89,0 0-1116,0-5 914,0 8-263,0-1-858,0 8 2922,0 2-1230,4 0 0,-3 0 0,2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27.3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33 8562,'-8'-18'3657,"2"3"-2391,6 15-1014,2 73-123,3-39-62,3 56-61,2-50-2900,-1-14 2396,-2 1-1222,0-18-3225,-4-6 4945,3-4 0,-4 1 0,1-1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27.5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0 11637,'-9'5'0,"3"0"0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28.2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28 10203,'-8'-12'3355,"2"3"-2593,6 9 1159,0 0-1674,-16-7-180,6 9-67,-10-3 0,9 12 677,-3 23-391,4 7-241,-1 8-45,9-7-67,2-17-3482,0-4 3056,0-4-5,1-8 257,2-3-331,15-39 320,-8 11-11,9-30 784,-12-11 3515,-3 35-3705,-2-16-225,-2 42 112,4 22-206,0-5 27,4 19-34,-2-10-5,3 1-2447,8 6 856,-2-13 1591,11 1 0,-15-17 0,1-2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28.8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 87 9492,'1'9'4038,"0"-1"-3898,13-28-17,-10 11 62,10-15 106,-14 10-246,0 4 0,0-4 1109,-6 6-403,0 4 817,-15 4-1563,9 7-5,-6 6 6,9 6-1,2 18-5,4 6 6,0 1-6,3-3 6,4-14-40,26 6-123,-6-15-280,22 3-666,-11-19 255,11-15 0,-21 10 0,3-10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04.5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117 93 8556,'-4'-16'3154,"0"4"-2594,4 12 168,0 0-291,-28-24 213,18 18 38,-22-17-144,28 23-85,-2 0-106,1 0-123,1 0-118,-2 0-112,3 5-34,-1 2 1,1 6-1,1 3 28,1 3-33,1 3-101,0 3-78,3 0-6,5-1-12,6-3-27,6-3 61,2-5 96,3-4 22,8-4 11,-8-4-50,3-1 0,-12-1 67,-3-14 56,-5 2 0,-3-12 0,-5 4 5,0 0 1,-6-2 50,-3 2-51,-7 1 35,0 1 16,0 3 5,-3-2-10,8 8 49,0 1-44,8 7-56,1 1-156,2 1 150,0 4 0,0 4 6,0 6-5,0 4-1,3 3 1,3-2-51,2 0-146,3-4-11,-2-1-56,0-5-50,-2-2 84,-1-4 129,-1-1 156,-2-2 12,-2 0-57,-1-3-5,0-4 6,-4-4-6,-3-5 106,-5 2 269,-6 0-330,5 8-45,1 0-61,5 6 5,2 4 50,2 5 6,0 6-11,3 3-84,-1 0-51,1-4-16,0-3-1,0-5-27,1-4 190,1-2 39,-1 0 0,1-1-39,-2-6 0,0-2 0,0-7 0,-6 1 6,-7-4 27,-1 9-27,-5 0 50,7 9-56,5 1-146,1 0 57,5 4 16,0 2-257,1 7 167,2-3-106,4 1 101,3-8 84,2 0 78,-3-3 1,0 0-1,-4 0 6,0-4 0,-2-2 67,-1-6 168,-1 5 91,0 1-35,0 6-235,0 0-50,0 4-6,0 3 0,0 5-45,0 2-34,0-3-77,0-2 111,0-4-6,2-3 1,0-2 50,4 0-45,2-2-89,1-4-40,1-2 90,-1-2 168,-2 4 118,-2 2-101,-4 2-393,-1 2 342,4 0 68,-2 0-17,4 0-22,-3 0-23,0 3-12,-1-3 18,0 4-23,1-3-39,-3 0 6,1 0 44,-1 1 51,0 2 33,0 1-22,0 2 0,0 0-11,0 4-39,0-2 44,0 2-55,0-2-35,0 5-16,0-5-5,0 1-34,0-6-68,0-1 74,0-2-23,2 1 50,2-1 0,9-1 12,-3 2 5,7-2-5,-9 1 5,0 1 123,-3 2 107,-2 0-11,-2 3 5,-1 7-201,0 0-34,0 4 0,0-4-34,0-1 23,0-4-23,0-2-55,0-4-382,0-2 466,0 0 5,5 1 0,2 2 0,3 3 0,1 1 16,-2 4 18,0-1 112,-2 1 5,-3 1-28,-2-1-17,-2 0-38,0 0-68,0 1 0,0 7 0,0-7-12,0 5-167,0-12-118,0-1 157,3-4 79,3-1 55,2 1 6,2 2 84,-1 3 6,-1 3-1,1 1-27,0 3 100,-2 0 118,-1 2-190,-3-5-51,-1 0-33,-2-5-6,0 0-67,0 1-73,-4 2-40,-1 1-105,-3 3-62,1 0-1625,1 2 1972,3-4 0,0-2 0,3-5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06.3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104 43 11071,'-17'-11'2610,"4"3"-2341,13 8-123,0 0-113,-15 26-33,12-9 0,-12 21-5,15-19-85,0-4-33,0-5 28,5-4-17,2-4 45,5 0 67,1-2 11,1 0-11,2-8 0,1-3-34,-4-10 1,1 0 33,-7 0 5,-3 1 57,-2 4 55,-2 2 79,0 5 73,-3 3 11,-3 3-67,-2 3-213,-3 7-106,0 3 94,-2 23-32,5-5 38,1 9-84,6-14-66,1-4-12,1-5-185,11-7 353,0-3-6,9-7 6,-5-6 0,-3-7-5,-1-6 5,-5 0 0,-2 0 0,-4 4 123,-1 2 364,-11 3-257,1 7-29,-9 1-134,4 5-117,-3 14 44,6 0-50,-2 13 45,8-3-45,4-2-123,0-3-286,7-3 336,3-8 118,6-3 11,0-10-5,0-5 5,-1-8 0,-5-5 5,-3 0 34,-3-8 17,-6 10 51,-4-1 44,-7 16 146,-1 4-297,-3 3-73,1 10 67,3 4 1,-2 25 5,9-9-6,0 8-72,6-17-62,2-8-34,4-6 62,4-4 112,5-4 0,3-4 0,1-6 0,-1-7-5,-4-7-12,-3-12 17,-5 8 0,-3-9 45,-9 16 16,-3 4 68,-8 6 173,-2 6-167,2 3-208,-5 18 67,9 0-78,-2 15 6,13-3 11,1 0 0,3-3-51,3-4-22,5-6 11,6-8 84,5-3 40,12-4 5,-9-6-51,6-4 7,-14-5 44,-6-2 0,-3 1 50,-4-2 6,-1 3 22,-4 1 12,-4 4 117,-10 5-207,2 2-33,-3 3-18,8 5 46,4 3-46,2 8 18,3 1-7,1 0-357,6 2 145,4-10 129,7 0 89,4-9 28,0-6 1,-2-1-68,-2-8 39,-5 0 34,-4 0 107,-4 2-62,-2-2 27,-5 5 141,-3-2 112,-4 10-39,-2 0-191,1 2-90,2 3-5,1 3 51,2 5 83,3-1-22,2 1-112,2-5-50,0 0-96,0 0 23,0 0-62,1 0-117,2 0-191,3-1-2173,4 4 1210,-2-1 1456,3 4 0,-7-6 0,0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07.0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8030,'3'12'5209,"0"0"-5203,-3 0 5,0 1-6,0 0 1,0 0 0,0 3-79,0-7-336,0 0 303,0-7 50,4-1 56,2-1 0,7 0 5,2-1 6,10-2-11,-6 1 84,2-1 51,-11 3 44,-6 0-56,-1 0-95,-3 3-28,0 3-56,0 8-17,0-2 40,0 3-51,0-9-258,0-1 51,0-4 16,4-1 185,1 0 85,4 0-1,-1 1 6,1 2 6,-1 2 61,-1 0-11,-3 1 17,1 0 33,-4 0-27,2 0-68,-1 1 34,3 7-39,0-3-6,2 5 5,0-7-5,2 1 0,0-1 79,7 1-74,-6-3 1,5 2 0,-6-2 50,3 3 39,-2 1 28,2 3 112,-1 0 6,0 1-135,0 0-106,-3-3-22,2-2-6246,-5-7 6268,-1-7 0,-3 1 0,-1-4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3:38.8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1 783 15972,'0'-15'1832,"0"4"-1502,0-1-89,0 4 22,0-4-218,0 2-40,2-3 51,2 4 63,3-1-18,-1 0 190,8-11-258,-5 7-27,5-7 0,-6 9 10,9-9-4,-5 7-7,5-5 12,-2 5 67,-1-1 90,4-2-130,-6 4-10,-2 2 5,0 1-22,4-8-11,-1 4-1,1-3 46,0 0-7,-1 0 1,2 0-34,0-1-3380,1 2 3369,-4 3 0,4-2 0,-9 6 5,6-2 1,1-1-6,0 1 11,4-2 6,-4 3-6,3-3-5,-3 2 5,1-2-11,-3 6 0,4-5 3386,-3 6-3425,-1-2 17,5-1 22,-7 4 0,5-4-6,-8 5 1,5-3 5,-1 0 0,3-1 0,0-3 0,-2 2-6,3-3 0,-5 5 1,-3 1-79,2 0 67,1-3 11,0 2-10,1-2 4,-1 1 7,-1 1-1,3-1-72,-5 3-6,2 2 33,1-4 46,-5 3-6,3 0 55,-8 3 141,2 1-190,-2 4-130,0 4 135,-2 2 0,0 5-5,-4 3-3393,-2 9 3398,2-4 0,0 2 0,3-11-6,1-3-33,-3 1-2308,-1 5 2342,2-4 2256,-5 7-2340,5-7-79,-4 3 95,4-6 17,0 0 6,1-1 44,1-3 3320,1 2-3382,1-8-487,0 1 354,0-5 167,0 3 28,0-4-38,0 3-52,0-6 91,0 0-6,0-6-23,0-7 23,1 4-236,5-16 175,-3 17-29,4-9-3302,-2 12 3403,-4 5 0,2 0 5,-3 6 6,3-5-11,-1 2 6,2-3 0,-2 3 3509,0 0-3510,0 3 63,-1-1-35,1 2-10,-2-3-18,0 0 57,0-3 78,0 3 157,0-1-264,0 2-27,0 2-1,0-1 1,0 1 28,0-3-18,0-2 203,0 1-219,0 1-6,0 2-50,0 2-17,0 4 73,-2-1 0,-2 1-313,-3-2-118,-19 1 307,7-1 1,-11 1-22,12-3-40,0 0-62,-11-2 247,11 1 56,-9-1-162,15 1 56,4 1 50,3 0 0,5 0 72,0 0-66,1 3 5,2-1-5,3 2 78,20 3-45,-9-5 6,13 3-40,-12-3-3380,11-2 3375,-11 1 6,8-1-6,-17 0 11,-2 0 0,-2 0-11,-2 0-9510,-2 0 10357,-10 0 1,7 0 0,-7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4:16.9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329 143 10483,'3'2'2577,"0"0"-2493,-3-2 157,4-2 1321,-2 0-1080,2 0-45,-2-2-23,-2 3 1216,0 0-1227,0-2-246,0-1-73,0-5-50,0-4 66,-16-18-94,6 12 0,-16-11-6,10 21-62,-14-1-145,-4 7 100,-4-1 35,4 4 10,9 1-3375,-8 14 3308,4 7 51,1 4-174,11 0-50,12-9-107,11 12 409,10-7 5,12 9 29,6-10-28,22 7 3167,0 4-3179,0-1-33,-15-3 39,-24-11-3015,-6 11 3155,-9-10 0,-10 7-118,-7-15-2286,-30 7 1508,-10-4-89,-2 3-494,4-6-1916,20-2 3255,1 0 0,16-3 0,1-1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4:17.5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8 118 12225,'-3'-18'3192,"2"4"-1097,-1 78-1781,2-30-12,-1 51-89,1-46 146,0 7-236,0-19 40,0 1 918,0-24-1244,0-30-89,0 0-56,0-29 34,0 5-833,5-39 962,1 36 10,5-21 68,-1 53 6,8 8 145,-6 7 95,8 13 123,-7 7-2950,4 32 3012,-1 12-319,-1 2 222,-6-3-272,-4-24-4348,6 15 1710,-2-18-2684,7 8 5327,-2-24 0,-6-7 0,-3-5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4:18.1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14 12337,'1'17'3495,"1"-4"-2677,-13-32 95,5 14 734,-25-15-1703,14 25 11,-12 3 6,11 8-56,-9 28 89,11-13-100,-3 18-158,15-24-1691,7 8 1496,5-18 174,6 6-29,5-21-4383,21-33 4478,-15 9 180,13-25 39,-25 18 437,-2 7 1036,-6 5-918,-2 10-219,-1 4 3274,-2 5-3392,0 0-2870,0 20 3430,0 12-632,0 10-146,2 3 0,3-12-5461,26 16 1087,-11-28 4374,17 10 0,-26-31 0,-3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4:18.4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13541,'2'58'3338,"0"0"1,2-14-4339,1 30 0,1-5-910,1-44-991,6 11-1916,-7-30 4817,1-5 0,-4-1 0,0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4:18.7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 8148,'14'-5'1429,"-11"16"-1668,-7 18 1,-5-8 0,7 5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4:19.1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0 12191,'0'16'2666,"-1"-3"-2234,1-13 593,0 0-319,-8 75 192,7-27 1,0 4-652,-3 10 0,0 0-57,3-5 1,2 3 483,6 36 1,2-5-4960,2-26 4285,-2 14 0,4-24 0,-5-59 0,-3-13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4:19.7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16 13519,'-9'-2'2980,"2"0"-2661,7 2-17,0 0-4508,98-1 4206,-36-2-205,0 1 1,-2 1 195,-8-2-1503,-29 1 1512,-8 2 0,-8 0 0,-4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4:19.9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32 13709,'97'-8'327,"0"0"0,-21 4 0,-15-1 0,-26-1 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07.6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223 69 12528,'-10'-15'1573,"3"4"-1567,7 11 1848,0 0-1411,0-3-35,0 2-100,0-3-106,0 3-107,0-2-61,0-1-29,0 0 147,0-1 240,0 2 106,0-2-16,0 2-84,0 1-23,0 0-61,0 1 346,0-1-609,0 10-1,4 2-16,3 9 5,6 4-28,2 3 23,3 5-29,-3 5 7,1 2 21,-4 3-27,-1 2 55,-3-2-27,-4 0 0,-1-6-29,-3-3 40,0-2-45,0-7 0,0-1 0,-1-4-11,-5-2-23,-2-4 29,-4-1-29,-1-2 28,0 0-5,-2-2 6,-1 2-1,0-3-5,-2 3-56,0-2-57,-10 3 40,7-3 17,-7-2-50,10-4-34,-1-1 78,2 0-235,-6-6 22,8-1-246,-2-6-426,11 3-593,4-2-634,0-2 2185,18-9 0,-12 10 0,11-3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08.2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272 73 11480,'9'5'3338,"-2"0"-2873,-7-5 1832,0 0-1323,-8-37-318,-1 28-449,-9-27-16,-3 44 66,-5 4-89,-4 13-61,-2 4-40,1 7-62,2 1-5,4 2-5,3-2 5,5 0-6,6-5 1,5-4-113,3-3-145,3-7-180,0-5-38,5-7 200,6-4 113,7-2-6,5-9-554,15-26 465,-8-3 123,7-22 140,-15 14 0,-7 1 387,-4 9 889,-5 3-760,-3 18-202,-2 3-6,-1 12-246,0 16-6,-1 1-51,-2 16 1,0 1-6,-1 0-39,2 3-790,1-2-785,1-2-1332,6 0-2369,5-6 5315,7-2 0,-7-13 0,-2-4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08.8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116 53 13138,'-12'-3'2549,"3"1"-2012,9 2 57,0 0 11,0 69 5,0-26-319,0 7 1,0 2 224,0 5-68,0-2-124,0-5-16,1-6-67,1-6-106,2-9-46,-1-7 6,0-9 180,0-7 206,-3-3-72,3-3-106,-3 0-275,1-11-28,-1-7-202,0-17-89,0-13-6,-2-11 17,0-8 0,-1-2 84,2 5 112,1 9 17,1 9-45,4 12 5,6 7-44,16 5 112,-4 9 28,8 4-23,-10 8 29,0 11 5,-10 4 67,-1 14 17,-10 2-34,-7 5-50,-6-1 0,-11 4-201,-7-4-595,-3 0-1092,-1-5 1888,-24 4 0,34-17 0,-14 1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09.4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249 69 11497,'17'4'3444,"-4"-1"-2940,-13-3 1507,0 0-1294,-3-34-27,-4 26-433,-6-26-217,-6 41 16,-6 6 28,-3 11-34,-2 8-5,-2 6-45,2 5 0,2 1-51,4 2-105,6-6-29,5-4-23,7-6-72,3-7 78,7-5 45,6-7 6,8-5 6,7-3-85,3-6 12,3-10 44,-1-10 79,-1-14 50,5-28 95,-11 15 326,1-12 380,-15 30 661,-5 10-974,-3 11-96,-1 6-135,0 6-122,0 9-23,-3 6-28,0 11-39,0 4-33,0 3-253,3-2-503,0 1-724,4-4 1513,23 9 0,-16-21 0,15 6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0.0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57 11872,'1'12'2386,"1"-2"-1831,-2-10 1355,0 0-1451,0 81-89,0-44-206,0 63 194,0-67-128,0-7-113,0-5-33,0-8 23,0-5 123,0-5 784,0-2-809,0-9-362,0-7 34,-4-13-95,2-10 61,-3-6 23,4-6-40,1 0 34,1 3 22,6 7 90,11 1 33,0 18 63,4 3 33,-6 14 22,0 6 112,1 11 29,0 8-7,0 18-72,-3 4-101,-2 4-78,-2-3 5,-2-3-84,1 9-509,-3-16-808,2 7-1461,-4-17-2324,2-3 5175,0-5 0,-3-7 0,0-5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0.4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15 167 11766,'76'-25'4514,"-50"14"-4407,36-27-34,-62 21 39,0-1 112,-5-1 134,-3 4 577,-13 2-705,3 6-146,-5 4-17,6 4 79,1 8-3314,-2 8 3359,2 11-57,3 6-16,1 3-45,6 1-68,2-1-5,2-2-162,2-4-270,3-2 3062,7-5-3772,5-4-752,12-5-2301,1-5 4195,2-5 0,-14-3 0,-4-2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0.9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294 62 11631,'8'5'2857,"-2"-1"-2482,-6-4 1535,0 0-577,-25-31-1193,7 23-34,-20-23-66,15 31-40,4 0-112,3 5 33,5 4 79,4 9 0,4 6 45,2 5-11,6 6 27,5 2 18,20 15-74,-6-11 29,7 5-1,-18-19 68,-4-5 22,-6-6 321,-5 1-316,-10-7-128,-8-2-190,-12-4-242,-5-4-33,-2 2 62,3-2-403,5 0-62,6 0-908,9 0-2380,4-3 4156,6-2 0,3 2 0,2-1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1.3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1 169 12264,'46'-20'2254,"0"-1"1,27-18-2143,-66 17-5,-4-1-40,-1 7 62,-2 1 190,-8 8-67,-3 3-213,-22 2 0,8 10-5,-10 6 279,8 21-94,10-4 5,2 19-135,29-13-89,6-3-218,18-11-947,7-15 1165,17-4 0,-27-4 0,4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2.8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1 10990,'-1'76'2404,"0"0"1,1 0 0,-3-19-2257,4 27 1,1 20 0,1-37-137,-2-57 690,1 1-696,-1-11 353,-1 0-465,3 0 774,-3 1-673,5 10 5,-1 3-6,3 11 498,0 0-497,0 0 5,0-1-12,3 3 287,-5-15-40,3 3 23,-4-15 336,0-26-594,-1 2-141,-2-27 7,-1 5 33,0-3-740,0-20 791,4 22-28,0-8-46,5 28 1,0 7-162,20-3 234,-9 14 51,14-3 723,-14 15-482,20 38-123,-16-10-18,14 32-27,-24-23 11,-2 0-3308,-1 12 3275,-4-15-7,-2 7-38,-3-22 5,-2-3-11,0-6-1058,0-3-728,0-5-2248,0-2 4034,0-3 0,0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3.3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155 1 13004,'5'0'3114,"-1"0"-706,-4 0-1993,-31 18 257,1 20-860,-16 9 289,15 10 24,16-15-125,8-5-33,3-2-270,28 5 298,-4-19 5,21 2 0,-9-20 0,9-11-77,-14-5 150,4-10 16,-19-6-5,-5-4-22,-4-4-12,-3 4-50,-11-6-201,0 17-46,-11-1-1193,2 18 592,-9 14 0,17-6 0,-6 9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3.5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0 216 13222,'39'-50'-202,"0"0"1,23-25 201,25 46 0,-53 22 0,-5 3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4.3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1 133 11166,'10'9'2952,"-3"-1"-2627,-7-8 257,0 0-3124,3 95 3040,-1-61-311,0 22 1,0-5 924,1-31-961,0-7 616,1-5-559,0-5 10,-2-4-94,0-7-124,-2-9-381,0-52 94,2 19 3366,3-38-3410,5 36-3318,15-13 3733,-8 30 0,10-4 22,-13 34 57,2 4 661,15 36-516,-9-8-79,9 31 3314,-17-15-3487,-2-3-3442,2 11 3302,-3-15-897,3 3-1130,1-20-2555,0-6 4666,4-7 0,-9-3 0,-3-3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4.8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260 4 13614,'-13'-2'3282,"3"0"-3276,10 2-6,-77 5-28,48 3-22,-58 6-74,73 22 158,12-9 72,12 19-16,14-13-3392,24 18 3397,-2 4 95,-4-1 57,-18-7 161,-21-21-1836,-13 0 1664,-6-14-158,-12 0-78,-4-12-173,-2-3 1992,2-6-5202,-6-28 1306,21 6-1928,0-15 4005,26 18 0,-5 13 0,5 5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5.3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28 11855,'13'87'2259,"0"0"0,0-5 0,-5-26-2135,-8-52 22,1-3-90,1-7-337,0-8 130,-1-11-56,2-10-40,1-8-3609,13-25 3648,-2 18 208,6-7 45,-6 31 207,-3 12 146,-3 7 1103,10 22-1109,-8 2-106,10 17-79,-9 1 12,4 39-309,-5-28-296,1 24 2954,-6-40-4338,-2-5-8061,9-2 9313,-3-12 1,0-2 0,-4-9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5.8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148 6 10030,'-7'-6'9830,"5"16"-9220,-32-7-610,11 21-4263,-8 21 4078,10-12-78,0 12 731,15-18-1118,4-4-1843,25 3 1715,-5-14-79,19-3 330,-13-21 1054,16-57 476,-21 35 3458,9-34-3537,-25 60 421,-2 10-1138,-1 10-56,0 9-95,0 6-50,0 2-56,7 12-572,0-10-667,8 5-1371,4-21-992,3-7 3652,2-5 0,-11-3 0,-2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6.1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2 14757,'13'-2'3251,"-11"65"0,-10 21-3245,4-31-2929,-5 46 1,3-5 2754,10-59 1342,1 16-1426,3-37 837,0-2-1240,2-8 397,-5-1 34,2-3 3324,-6 0-3794,2-4-7532,-1-26 8226,-1 5 0,1-7 0,-2 17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6.3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0 15014,'-2'45'0,"1"-9"0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6.7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20839,'2'94'514,"1"-1"1,-1 1 0,0-1-1,1 1 1,-3 15 0,0 6-1,1-18 1,7-43-8830,4-46 4797,-8-9-937,4-10 4455,-8-11 0,1 7 0,-1 2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7.7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137 0 10295,'15'3'2863,"-4"0"-1200,-11-3-1311,0 0-2107,-39 65 2456,22-26-460,-8 7 0,1 3 1038,6 7-1089,3 3-1714,2 5 1577,8-4 1,3 1-54,-3 16-74,6-19 0,3-2-71,10-7-1928,38 10 466,-4-30-1698,23 4 3305,-21-30 0,-23-3 0,-8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8.1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8378,'4'10'2442,"-1"-2"-3805,-3-8 3149,0 77 212,0-32-1693,0 9 1,0 2 1093,0 1-1159,3-4-1333,4 10 1093,1-21-45,4 3-776,3-21-5660,-1-20 5996,0-9 1,-6-5 0,-7-2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8.6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1 162 12528,'65'-44'1277,"-1"-1"0,-12 5 0,-5 10-1064,1 28-73,-23 2-90,-5 2-39,-5 5 258,-7 16 89,-11 17-251,-10 3-74,-11 7-25,-12-6 1,-3-4-132,0-1-196,-28 28-129,55-60-588,6-3 856,30-4 180,0-2 0,25-2 50,-4 0 399,29 1-46,-32 7 62,12 6 39,-45 8-78,-5 6-113,-7 4-121,-24 14 38,0-9-95,-23 9-135,6-17-3302,-2-3 686,-23 1 885,30-12-1893,-10-1 3624,39-10 0,5 0 0,4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9.1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245 0 16717,'-52'64'173,"-1"-1"1,5-5 0,9-7-174,19-5-5985,2 5 5531,10-18-100,1 3 1419,7-24-1319,6-5-1595,41-33 1618,-19 1 155,31-31 1136,-35 12 1879,8-36-1674,-18 45-360,5-18 3219,-19 52-2905,0 22-2838,0 0 2111,0 19-163,0 12-1116,3 9-463,4-12-539,7-6 1989,11-31 0,-11-7 0,3-1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19.4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13647,'1'87'2492,"0"-1"0,4-25-4914,-2 43 0,0-9-1247,2-70 3953,-1 5 0,-4-26 0,0-3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0.0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24 157 15412,'-13'-20'924,"2"5"-2802,11 15 1598,0 0 62,84-35 644,-16 15 263,6-2 0,-1 0-23,-9 9 196,-8 6-437,-50 4 1323,41 30-1961,-12-21 1129,18 20-911,-26-29 354,-19-3-108,-2 3 24,-3-1 117,-2 4-303,-1 0 163,0 10-61,0 3 39,0 15 28,0 1 67,0 59-325,0-41 50,3 37-50,-1-56 17,4-1 95,-1-9-112,1-4-118,0-10-190,-3-4-4509,4-10 196,-5-5 4621,3-13 0,-4 13 0,0 1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0.2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 30 16084,'-10'-17'418,"1"4"0,9 13 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0.8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12696,'5'11'4312,"0"-3"-3808,-5-8 538,0 0 135,0-3 144,0 26-699,0-1-56,0 29-62,0-2-191,0 5 1,0 3-280,0 13-31,-1-15 0,2-1 2,2-4-5,2-5 6,9 16-6,-5-26 0,2 10-73,-8-32-2509,0-3 896,-3-5-8145,1-3 9243,-1-13 0,0 8 0,0-9 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1.1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14667,'7'53'3472,"0"0"1,3 0-3364,-8 13 1,-2 0 46,1-12-5732,4 19 5582,0-10-6,0-2 1409,2-18-1409,19-10 0,-18-19 0,16 6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2.0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130 62 3619,'15'-23'3837,"-2"5"-734,-13 18-1547,0 0 16,-16 8-1141,4 5 927,-15 14-686,-13 62-672,18-37 3398,-10 41-3387,25-58-386,5 14-141,4-26-262,4 8 55,4-29-4825,13-5 4484,-5-10 207,7-8 358,-3-23 1715,-4-5-572,-4 8-90,-5 10 163,-8 20 213,1 5-790,-2 1-17,2 4 3392,-2 1-3268,4 16-247,2-5-67,6 16-241,4-12-275,35 24 583,-19-18 0,24 17 146,-31-24-2312,13 1 2861,-17-7 157,7-1 49,-22-7-16,-2 0 740,-2-33-1261,-1 7-68,-1-32 3365,0 13-3409,0-39-453,0 39-315,0-24-352,0 52-8963,3-7 6950,15 12-2141,7-2 5022,14 12 0,-18 2 0,-4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2.3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12360,'9'65'2761,"-1"0"0,0-12 0,-2-5-2503,-6 9-146,1-22-106,2-2-6,2-4-4475,11 9 856,-5-20 3619,8 4 0,-13-22 0,-2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2.5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 14129,'2'-4'347,"0"0"0,-2 4 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3.0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221 24 11424,'-1'-13'3691,"0"2"-2554,1 11-767,0 0 397,-35 6-22,15 7 202,-37 25-4126,31-1 3308,-4 16-429,10-12 350,4 0-50,1-1-2330,42 15 2167,-15-45 113,43-36 3520,-40-21-3167,7-23 111,-16 41 564,-3 9-93,1 9-616,-4 5 246,1 5-207,1 10-3257,6 15 3083,11 16-11,3-1-123,8-2 0,-5-16-6228,25 5 5870,-22-15 1,10 2 0,-31-13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4.1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181 10 13037,'-36'65'1152,"0"0"1,-1 0-1,-10 11 1,22-32-1159,54-71 6,1-34 0,-15 17 6,0-18-35,-1 9 567,-2 4-95,-5 26-113,-6 18 998,2 31-1037,-1-3-140,2 26-95,-1-9-134,7 33-533,-3-29-32,7 21-1419,-1-43-7769,19-10 8976,-8-5 0,4-7 1,-18 0-1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4.6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12225,'15'11'7523,"-3"-3"-7003,-12-8 203,0 0-3793,2 45 3356,1-14-17,1 42 837,2-26-944,0 3-2329,2 17 2167,0-17 11,0 10-11,-2-23 0,-1-4 0,2 7-202,-2-11-83,1-3-91,-5-15 2179,1-9-5040,0-2 403,1-1-1373,3-7 4207,0-3 0,-3 1 0,0 2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5.1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13183,'8'2'4833,"-2"-1"-3953,-6-1-191,0 0-3333,4 87 3153,-3-40-74,1 11 1,1 2-111,-1-4-56,1 0-11,6 37-247,-2-37-5,6 24-6,-4-52-1015,4 0-66,-6-15-279,1 0-2124,-7-13-1815,-1 0 5299,0-7 0,0 5 0,0-4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6.1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0 174 13424,'76'-11'1032,"-1"-1"1,7 1-1,-8 0-3855,-14 4 2884,19-2 1040,-23 3-1033,-1 2-2447,9 2 2553,-16 1-45,-8 1 95,-22 0 1817,-9 0-1895,-5 0-23,5 0 12,-8 0 3756,6 14-3768,-2-2 6,4 14 11,-2-4-3168,5 26 3145,-4-16-33,4 14-45,-6-22 23,-1-4 78,0 6-95,-3-13 39,2 3 89,-4-14 3611,2-1-2837,0-1-762,-1-6-185,2-8 0,-3-10-353,-2-54 201,1 28-72,-1-35 23,1 47 27,1 7-442,0-2 415,4 16 128,6-3 73,9 17 0,10 0-325,41 3-72,-27 0-219,21 3-24,-42-1-1644,-7 2 1040,-8-3-279,-3 1-780,-4-2-1981,3 0 4737,-1 0 1115,3 0 555,-1 0-134,-1-2 1937,-2 2-2190,-1-2-1175,0 0 408,0 0-68,-7 1-593,2 1-140,-8 0-106,3 3 33,-22 34 28,14-7-28,-13 30-22,20-17 270,17 48-343,6-43-62,16 29-129,1-58-9535,36-10 9726,-27-13 0,14 2 0,-41-7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7.1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63 11547,'-10'-1'4162,"3"0"-3372,7 1-57,0 0-341,0 81-235,2-45-110,-1 14 1,1 0-4265,4-16 4222,0-3 866,0 2-798,-3-12 156,0-3 85,-3-11 487,3-6-801,-3-11-184,3-7 77,-3-15 3359,0-8-3953,9-56 416,-2 34 162,10-30 123,-5 57 134,3 11 40,0 12-6,-3 10 78,2 16 34,-4 10-3369,7 33 3162,0 11-67,-1-1 10,-4-9-16,-6-26 45,1-3 39,-2-14-28,0-2-56,-2-13-330,6-32 77,-3 5-5,7-32-27,-1 12-12,1-5-2089,2 4 2644,6-6-23,-10 30 0,5-3 2297,-13 27-1524,10 37-795,-7-10-95,7 31-85,-6-18-3455,11 33 106,-7-35 4164,9 20 0,-15-49 0,1-5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7.8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20 206 10405,'-9'-19'3674,"3"5"-3551,79-15 1625,-41-2-1177,45-11-95,-63 10-50,-14 17 1098,-37 0-1457,15 7-17,-29 7 1,26 14-3348,-2 24 3308,9-4-11,1 14-207,13 0-107,9-10-241,24 23 438,3-27 66,20 7 51,7-12 84,-4-12 667,2-2-308,-22-13-152,-14-8-78,-12-4 39,2-18-185,-4 3-61,0-13 117,-1-10 3269,-2 10-3454,15-39 62,-6 42-5,10-12 5,-10 34-3387,11 5 3488,-9 6 33,10 9 74,-14 9 49,-3 10 163,2 40-414,-5-22-6,1 27-286,-3-35 3023,-3-4-6159,3 2 3422,-2-14 0,1-2 0,-1-13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8.1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14202,'3'16'3641,"0"-3"-2958,-3-13 1188,0 0-1233,0 85-78,0-42-367,0 11 1,3 6 277,9 37-465,-4-36-6,7 29-292,-8-51-1831,1-1 2123,-1-17 0,-2-3 0,-2-16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9.1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0 107 14337,'72'-21'653,"1"0"1,11 1-1,-5 5-2768,3 9 2151,-29 3 0,-1 0 9,12-1 637,-10-2 1884,-5 3-1457,-26 0-683,-2 1-224,-21 2-202,-16 6 5,5 2 46,-18 8 1185,10 4-1107,-24 31-129,19-16-6,-16 22-27,25-26-3527,-1 13 3314,8-5-12,1-2-196,6-13-50,1-16-258,8-3 465,11-13 112,2-6 29,7-14 3307,-7-4-3381,9-31 398,-14 28 118,4-12-247,-17 40-179,1 23 151,1 1-11,5 20 6,3-4-3258,18 14 3537,8-8-89,0-3 68,-1-18 77,-17-14 640,7-21-841,-12-3-73,4-19 3426,-15-2-2468,-3-44-897,-3 40-77,1-24-51,-2 54-3952,4-1 3538,6 7-29,7-5 225,13 8 162,8 2-325,53-1 269,-37 4 112,28-1 0,-57 2 1406,-10 0 2153,-8 0-3340,-4 4 5,-1 5 661,-2 48-874,1-22-11,-1 34 0,2-38-375,0 7-292,0-12-408,0 3-3994,6-17 5069,5-12 0,-2 0 0,0-7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9.3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0 14051,'-2'16'784,"1"-21"0,0 36 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29.7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196 0 13928,'11'10'3190,"-41"24"0,-14 6-8851,15-5 5661,-17 9 0,4 0-50,32-7 1375,6-3-1516,3-7-705,15-3 537,1-13 698,14-7-1414,11-36-1412,-7-22 2537,1-5 449,-15-1 3517,-14 24-2224,24 107-2503,-12-59-796,24 79 939,3-87 1,-26-3 0,13-1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30.3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20 11883,'-4'-7'4700,"0"2"-2987,4 5-1001,0 0-107,11-8 58,19 41 1,7 17-962,18 4 438,-5 12 0,0 7-39,-18-24 0,-3-1-34,1 1 0,-1 5-991,-5 7 0,0 7 0,-4-4 963,-2-4 0,-2 0-3,5 32 1,-5-5-451,-15-9 459,-11-11-334,-13-21 1,-6-4-894,-15 3 165,1-15 1,-3-8-5383,-12-15 6399,-8-11 0,31 3 0,11-3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31.8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 12012,'75'3'4369,"-25"-1"0,3-1-4336,8 2 1,2 0-17,0-1 0,-6-1 50,3 0-34,39-1-30,-46 0 0,2 0 0,0 0 0,0 0-3,-4 0 0,-2 0-4246,37 0 4251,-1 0 1,-4 0 893,17 0-888,-31 0 0,-2 0-11,26 0 3,-30 0 0,-5 0-2272,-11 0 2275,-1 0-6,0 0 0,18 0 11,2 0 2024,21 0-2035,-16 0 0,-6 1 5,-24 0 7,37 0 100,-29-1 3203,29 0-3309,-36-3 5,-1 0 286,22-7-96,-27 5 417,11-3-331,-33 5 374,-6 1-387,-4 1-10105,0 1 7992,-1 0 0,1 0 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33.6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10315,'30'10'9830,"-1"-2"-6856,9-8-2912,-3 0-6,14 0-28,39 0-22,-27 0-1,-10 0 1,-1 0-1,9 0 1,1 0 0,-4 0-1721,-1 0 1726,18 0-6,-18 0 7,14 0 27,24 0-6,-35 0-27,33 0 0,-45 0 27,-4 0-10,38 0-23,-30 0 0,28 0 5,-39 1 6,48 7 1,-38-2 1714,36 4-1721,-51-6-3380,14-1 3409,-12-1-34,10 1 11,-13-3 23,-2 2-34,1-1 78,31 1-72,-20 0-6,27 0 5,-32-1 18,40-1-18,-31 0 1,29 0-1,-39 0-5,-2 0-2262,9 0 2267,-12 0-5,8 0 0,-14 0 0,1 0 2269,32 0-2269,-27 0 5,22 0-5,-34 0 11,7 0-5,-4 0 0,5 0-6,-6 0 0,2 0 0,1-1-2263,30 0 2263,-20-1 2268,23 1-2268,-27-1 0,43-2-39,-33 1 33,30-2-27,-42 5 22,21-2 11,-16 2 0,17 0 3392,-24 0-3392,2 0-3409,12 0 3403,-10 0 1,11-1-1,-15 1 0,0-3 1,8 2-1,0-1 1,1-1 3397,-3 2-3398,-8-1-5,34-1 5,-28 3 1,23-1-1,-40 1 12,6 0-1,-9 0 34,4 0 73,-11 0 191,1 0 274,-3-2-359,0 2-128,-1-2-2862,-1 1-152,0-1 2924,-4-3 0,3 3 0,-2-2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39.9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 12074,'14'10'3461,"-3"-1"-2430,-11-9-605,0-8 134,0 6-23,0-6 987,0 8-639,0 0-527,0 18-699,5 1 430,3 21-22,15 25-56,-4-9 1,1 1-7,8 25-2,-9-29 0,-3-7-3,-7-18-3212,4-4 3402,-8-12 342,3-1-404,-5-11-21,0 0 150,4-29-257,-1 2-212,8-52-141,7-15 347,-9 29-55,4 2-63,-14 59-575,6 13 699,0 4 3391,7 11-3379,-1 4 32,18 24-44,-17-25 51,12 9 44,-23-32 583,4-5-466,-4-7-144,4-8-68,-3-14-622,1-63 107,-3 44-286,0-39-9030,-2 57 8441,3 15 0,-1-1 1,0 14-1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0.3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55 0 12152,'9'16'4212,"-3"-3"-3450,-6-13-152,-22 72-4010,8-11 3641,1 6 0,1 0-207,3 1 831,14-4-456,27-42-230,-11-11 0,21-3 12,-23-16 386,9-42-510,-16 16 3386,5-32-3408,-17 33-258,-16-16-134,6 21-2095,-19-15-7389,9 32 9128,3 1 1,6 8 0,8 2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0.9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1 294 11127,'39'83'6643,"-20"-51"-5831,6 42 29,-22-69-119,-1-3 2398,-1-2-2784,-1-36-330,0 12-6,-3-30 0,1 20-12,-2-15-576,3-22 180,3 13-2684,25-35 1215,-10 64-1276,20-13 3153,-13 51 0,-10-6 0,1 9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1.7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16 11525,'2'-8'3551,"-1"1"-8427,-1 7 5313,-2 75 1173,2-32-1417,-1 8 0,1 0 953,0-4-659,8 15-392,-5-29 79,5 6 212,-5-32 4212,-3-11-4598,1-5 285,-1-12-325,0-5-3441,-5-47 3397,4 25-51,-5-31-21,6 39 72,4 5-68,10-1 102,-1 17-96,11 2-2184,-3 20 2335,9 26 63,-4 1 2307,6 41-2274,-5 6-40,-5-15 51,-4 1-28,-12-41-33,-2-4 117,-1-4 3280,-1-8-3387,-1-6-229,-1-26-106,0-25 123,0-8-158,3-28-3178,6 28 3481,4 3 1,2 27 10,4 20 248,-3 26 245,4 20-341,-5 8-101,-4 12-1203,3 26-819,-5-40 2783,12 27 0,-13-58 0,1-3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2.2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233 0 13239,'4'15'5242,"0"-3"-5079,-4-12 61,-55-4-89,29 3-343,-52 11 157,60 2 51,-1 14 6,20-3 72,33 31-43,-12-20-30,24 21 46,-27-30 240,-5-2 291,-6 10-358,-9-13-100,-10 7-74,-8-14-3963,-30 1 3157,21-7-768,-16 1-1204,29-8-1523,5 0 4251,3 0 0,4 0 0,2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2.5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35 13553,'16'2'2302,"-3"0"-2050,-13-2-129,0 0-39,79-10-73,-39 4-8,10 0 0,3 0-289,11 0-728,-28 5-896,11-2-2610,-37 3 4520,-6 0 0,-3 0 0,-1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2.8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11665,'81'5'3724,"-47"-2"-8640,18-1 1,-1-2 4792,-29-3 1,2 2 0,-19-3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4.0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397 199 11603,'8'11'3798,"-2"-2"-3137,-6-9 1389,0 0-801,-3-21-1014,-4 5-78,-5-19-67,-4 10 380,-29-26-313,19 25 61,-21-13-11,19 33-212,-17 18 5,9 7 33,-9 17-3374,20 7 3455,7 5 1,2 3-64,-2 15-15,6-14 1,3-1 47,6 1-2129,10 31 2079,2-33-34,9 20-6,2-44-330,52 5 2403,-27-17-2408,39 3-236,-40-17-2548,0-7-4096,29-23 7710,-33 7 1,10-8 0,-42 22-1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4.7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23 141 11379,'22'17'3182,"-3"-4"-2925,-19-13 556,62-36-4723,-46 19 4196,46-31 831,-62 30-809,0 0 1983,-36 1-2235,18 9 0,-30 6 414,5 59-324,22-23-62,-13 40 3369,30-42-3542,11 19-102,6-22-72,13 11-50,7-26 15,4-5-1992,41 1 2240,-30-6 44,22 0 6,-42-4 1619,3-4-1126,-17-1-67,5-5-91,-17-3 108,-1-18-74,-1-11 1473,0-2-1718,0 0-34,1-8-124,3 25-140,3-19-128,1 32-5543,13-3 4075,-4 10 112,13-1 73,6 8-4252,5 0 5837,10 0 0,-24 0 0,-6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5.2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315 98 12718,'-8'-13'3176,"1"2"-2846,7 11 1261,0 0-1070,-53-40-269,33 30-3798,-64-14 3871,60 44-95,-16 18 831,11 17-1027,7 22-68,4-15-89,9 6-202,10-40-1949,32 8 408,-9-18 1,28 4 2645,22-27 0,-44 3 0,26-6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5.6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126 0 9559,'-36'49'9830,"20"-19"-12630,-10 13 1,1 1 2407,13-10 1246,1 8-1554,11-31 938,4-6-2243,29-17 1433,-13-7 214,23-16 537,-13-31 734,-14 31-67,3-14-415,-16 41 96,-3 17-180,0 18-179,0 2-50,0 11-550,9 14-676,-2-26-612,10 17-1204,0-35 2924,9-3 0,-11-4 0,2-2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5.9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1 368 10405,'39'-87'9830,"-18"28"-8640,-9-4 0,-5 0-1414,-7 13-140,0 16-297,0 27-347,0 4-1871,5 1 543,20 2 1149,4 0-1983,28 4 2322,12 3 0,-29-2 0,5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6.1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9 13373,'4'-6'6330,"-2"3"-6039,-2 14-123,-1 7 56,0 13-224,9 37 0,2 3 0,-7-24 0,7 13 0,0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6.3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7202,'12'7'2314,"-2"-1"-1918,-11-10-4748,0 9 4620,-1 3 0,1 2 0,1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6.8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134 0 12466,'4'7'7259,"0"-2"-7119,-4-5 263,-30 22-39,6 11-313,-16 10-18,19 2-33,9-14-3492,5 9 3352,2-11-68,3 5-44,2-15-56,1-1-156,5-6-1094,18-1 1155,-5-6 89,13-8 51,-14-10 134,4-27 129,-7 4 191,2-14 257,-12 14 106,-3 5 56,-2 4 601,0 7-752,0 11-95,0 2 3291,0 7-3509,0 0-102,0 18 40,4-1 84,5 17-44,8-6-91,6 0-3794,19 7-328,4-13-5203,-1-1 9292,-8-16 0,-24-5 0,-5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9.1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18 7949,'-20'-10'2403,"5"3"377,15 7-887,0 122-1061,2-60-683,0 18 0,2-1 92,5-13-2096,2-7 2538,7 28-566,-10-40 1100,5 16-1156,-11-47 348,2-7-370,-2-5-39,3-8-50,0-9 307,2-11-571,11-31 135,1 10 34,11-17 61,1 24 22,3 5 12,3 10 38,20 8 96,-25 9 68,8 13 38,-34 7 219,-29 59-359,0-31-39,-25 37 3381,11-48-3840,-18 3-772,6-9-114,4-3-531,18-12-963,19-7 2828,12-3 0,-2 0 0,5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9.6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202 15 10634,'-4'-5'8206,"3"13"-8026,-47 11 105,2 34-4475,13-10 4190,-6 15 854,23-22-1016,4-7-1138,9-6 1177,9-11 72,9-9-5,8-15-2716,21-28 2464,-9 0 2363,9-18-2066,-18 14 11,-5 6 387,-5 7 1439,-6 9-1664,-4 14 3566,-2 14-3380,4 58-802,-1-25-706,7 35-593,-3-47 905,26-8 0,-23-9 0,17-4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49.9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14723,'11'83'747,"1"0"1,-1 0 0,2 16 0,-2-16-3610,-1-25-544,-9-47 3406,1-5 0,-2-6 0,0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0.4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21 137 13519,'-11'-7'1814,"2"1"-1870,9 6-50,0 0 61,117-48 101,-25 29-923,-19-7 0,-1 2 1310,1 18 4351,-37 71-4726,-14-23-18,8 38-44,-17-47 257,2-5 39,-6-11 17,5 12 40,-7-8-74,1 1-37,0 22-243,-3-16 1567,1 12-1572,-4-24-628,0-3-212,1-6-398,0-2-1422,1-20 1812,3-19 0,-3 11 0,1-8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0.6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1 12489,'-5'8'453,"0"-12"1,5 25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1.0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9781,'9'4'3126,"-2"-1"-1593,-7-3 186,0 0-602,2 23-377,3 0 246,3 39 1,4 24 0,-1-7-984,-2-22 0,0 0-61,2 15 0,1 8 0,-3-16 444,1-13-1343,-4-44-3882,9-3 4839,7-13 0,-4 7 0,-1-9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1.4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9823,'6'8'4851,"-2"-1"-3269,-4-7-109,-4-12-686,3 21-221,-3-2 128,4 28 80,5 25 1,4 27-1,0 4 1,-2-18-773,-2-20 1,0 0 123,3 20 0,1 17 0,1-5 0,-2-29-395,0-28-392,-1-14-521,0-2-991,2-10-2336,0-2 4509,2-5 0,-4 3 0,-2-3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2.1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195 82 10730,'7'-45'9180,"-8"9"-8771,-9 35-124,-3 1-178,2 0-107,1 5-12,-19 19 12,12-2 12,-13 15 21,16-8-3318,-10 37 3341,10-23-51,-6 28-5,15-39 0,3-2-739,1-2 431,1-14 56,6-1 135,5-13-993,36-31 785,-16 7 3605,22-28-3280,-28 15-2473,2-30 2888,-13 30-74,1-15-5,-14 39-106,1 9-68,-2 1 270,0 14-326,-2 0 3420,1 12-3447,-3 1-46,2 28-167,-1-18-280,7 19-264,3-29-9153,34 9 9415,-15-20 1,12 5 0,-28-18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2.6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1 329 12455,'25'40'9701,"-10"-31"-9303,-7 31 369,-8-40-17,0 0-800,0-8 44,0 1 1,0-10 5,0 0-6,-1-16-27,-4-8 27,2-5 6,-1 2-45,2 9-746,2-19 740,0 23-44,0-11-107,2 29-2021,29-1 1024,-11 7-504,27-1-106,-18 8-7909,40 17 9718,-19-6 0,7 7 0,-36-11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2.9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10 12987,'-3'-5'4385,"1"1"-8415,2 4 5201,-7 82 596,6-45-1666,-3 14 0,1 0 848,3-14-938,0 9-605,0-5-414,0-3-1003,0-16-1618,0-15 4477,3-6 0,-3-1 0,3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3.1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1 13855,'-4'7'0,"1"-1"0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3.8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166 3 10780,'16'4'3915,"-4"-2"-3260,-12-2 914,0 0-1446,-5-4-45,0 3 169,-16-3-130,10 4-21,-8 3 55,11 0 1759,-29 46-1787,22-24-22,-24 35 0,25-12-95,5-17-1,0 16-5,8-26-11,1-4-336,0 8 95,2-10-45,4 3-6,3-14-3487,20-7 3712,-11-8 78,13-7-6,-16-10 6,-2-4 342,0-55-45,-6 42 62,-1-34 3414,-6 63-3006,0 7-499,0 7-178,0 17-3096,0 31 3057,0-3-46,1 19-5,6-27-89,4-3-3048,22 8 62,-7-22-2301,11 5 5376,-14-23 0,-12 0 0,-1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4.3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9 236 9206,'12'1'3815,"-2"-1"-1781,-10 0-1877,0 0-2917,54-24 2934,-35 9 16,42-20 1022,-49 14-1033,-5-1 1544,-5-29-1404,-10 27-39,-4-16-229,-8 35-51,-22 32 201,13-1 62,-12 28-61,23-6-40,8-1-2284,4 15 2122,13-20-146,5 7-190,13-27-342,5-8 678,49-16 0,-48 3 0,30-10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5.7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9 13127,'-6'-5'3573,"1"1"-3113,5 4 1158,0 0-1124,2 3-63,5 0-17,6 3 432,24 6-695,-9-3-50,18 3-62,-12-6-3426,4-1 3438,50 1-18,-27-1-219,37-3 186,-43 0-1093,-4-2 0,0 0 1098,12 1 1,32 1 5,-51 1 23,-1 0 11,28-2-12,-27 1-22,24-1 2198,-36-1-2203,3 3 5,28 4-6,-23-3 199,20 5-199,-32-5 118,28 0-55,-19-3-35,23 1-27,-22-2-1,2 0 7,33 0-12,-27 0 5,21 1-5,-38 1 0,-1-1 11,25 2-11,-18-1 3392,22-1-3392,-23 1-3380,35-1 3385,-25-1 1,24 1-6,-36-1 5,-1 0-2267,12 0 2267,-7 0-5,12 0 6,5 0 0,-14 0 44,26 0 84,-39 0 85,4 0 2363,-24 0-2072,-4 0-3266,-1 0 2756,-6 0 0,4 0 0,-5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5:57.4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 11 11116,'-18'-6'4397,"4"1"-3814,14 5 5062,-2 0-4911,23 0-638,-4 0-40,24 0 5,-5 0-3402,28 0 3357,16 0-16,2 0 25,-30 1 1,3-1 203,2 1 1,-1 0-219,38 2 6,-41-2 0,1 0-12,34 0 6,-23-1 1,0 0-10,-11 0 1,0 0 0,10 0 0,-4 0 3,2 0-1,20-1 3008,-1 0-3013,0 0 0,9 1 0,-18 0-6,14 0-28,-22 0 34,-11 0 6,-24 0 5,34 0 380,-27 0-380,26 0 0,13 0-5,-33 0-6,34 0 0,-47 0-3353,9 3 3359,-9-3 27,9 3-27,4-2-2263,-9-1 2274,36 3-17,-33-3 5,28 4 1,-15 0 2268,-9-1-2274,5 1 5,-13-4 7,15 3 3380,-8-3-3392,7 1 0,-20-1 5,2 0-5,39 0 6,-29 0-6,29 0 0,-25 0 0,-17 0 0,11 0 5,-19 0 499,-2 0-268,-4 0 38,-3 0 40,-8 0 1064,1 0-3188,1-2-10,-2 1-1445,2-4-2084,-2 0 5349,0-2 0,0 2 0,0 1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1.5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49 14633,'-1'-17'1653,"0"3"-1519,1 14-5665,0 0 5828,42-6 1576,-20 3-680,64-4-126,-56 6-978,21 1-32,-37 0-40,3 0-23,-8 0 2927,3 0-4209,-6 0 1288,1 0 0,-2 0 0,-1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2.1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321 159 11754,'16'13'3283,"-3"-3"-1972,-13-10 789,0 0-963,1-9-274,-1 4 340,-4-14-867,-2 8-111,-7-8-79,-2 2-57,-3-2-3010,-20-15 3094,13 15-77,-13-5-52,22 20-44,0 2-235,-17 30 224,11-2 5,-14 30 3393,15-6-3393,5 6-1173,-3 42 1179,12-39-6,-1 27 0,10-55-1008,40 14 213,-15-25-341,36 10-802,-25-28-7887,34-12 9695,-21-1 1,4-1 0,-35 4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2.5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111 0 11278,'-15'67'1936,"1"0"1,0 0 0,-6 25 0,13-21-1982,23-50-5609,30-7 5687,-15-6 1410,16-11-1365,-27-10 854,-3-12-848,-6-29-90,-18-31 6,-7 17 3323,-16-7-3687,-14 44-952,11 13-78,-7 3-780,19 11-2788,3 3 4962,6 1 0,5 0 0,4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3.0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 13743,'9'-2'3333,"-2"1"-2549,-7 1 790,0 0 576,0 149-2015,0-85-302,1 27 1,2-2 172,3-32-3205,8 13 3210,2-8-11,-3-4-6,-1-17-3650,-1-7 2172,-4-18-1260,4 6-115,-3-19-1980,0-2 4839,4-2 0,-7 0 0,0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3.3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13054,'9'79'1522,"0"0"1,0 0 0,-1 0-1,1-5 1,0-5 0,-1-4-1521,1 18 1,0-15 3,2-21-416,8 6-323,-7-25-454,6 1-976,-7-25-7668,7-21 8805,-3 0 0,-1-3 0,-7 7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3.7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70 12096,'65'14'1940,"1"0"0,-5 0 0,-15-8-1520,-37-11 454,1-9-700,-7 5-85,1-7-22,-4 7-3347,-9-11 3768,-12 4-130,-1-2-89,-7 10-152,10 5-117,-5 6 90,-3 20 5,4 1 3420,0 19-3257,14 25-918,3-25 660,5 22-6,9-36-122,5-3-4079,44-1 399,-23-13 3808,26-4 0,-44-9 0,-6-3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4.2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271 109 12589,'2'17'3663,"0"-4"-3175,-2-13 1035,0 0-997,-22-57 1077,-20 36-1559,0-38 18,-7 58 44,24 14 538,-15 44-537,18-17-12,-6 28-62,23-36-3587,16 18 3274,5-21-157,13 12-123,4-26-582,3-4 688,16-12 0,0-2 1,-13 4-1,44-10 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4.5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10685,'6'84'3276,"-1"0"1,0-33 0,0-2-2961,0 18 0,2-3-1491,21 10-81,-15-41-704,9 15-751,-19-45 2711,-1-12 0,-2 6 0,0-7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5.4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58 462 5165,'-32'-10'1265,"7"2"1267,25 8-2129,160-3-185,-87 2 577,-1-1 0,22-3 0,-2-1 0,-26-4 2100,-18-14-2373,34 10 1,-24 0-221,-103-9 90,-2 20 3073,9 3-3460,-8 9-5,6 30 0,16-8 68,-12 22-35,24-20-3419,2 29 3347,6-24-73,1 20-51,10-31-89,2-4-3624,31 11 2829,-13-16-219,22 5-638,-18-19 834,5-2-1910,28-5 1194,-13-3 1786,20-3 3344,-26-3-2084,-1 1-1091,1-8 828,-16 3 16,-1-5-66,-18 2 1360,-6-2-1591,-1 1-945,-7-9 812,-2 15 2133,-6-2-2559,-3 15-157,-1 1 5,-19 30 57,18-9-62,-13 27-6,25-15-559,4 16 268,9-20 23,6 6-135,5-26-23,2-6-1629,17-23 1114,-14-4-78,12-23 3958,-24-4-3107,-5-10-1547,-8-14 0,-4-5 1791,0 29 0,-2-1 168,-2-33 0,-1 3 367,-6 3 1456,-1 1-1887,10 45 330,-1 18-17,8 51-829,7 28 1,3 8 711,2 22-295,0-14 1,1-1 2129,3 2-2222,0-7-4190,-1-24 0,0-4 4207,2 5 0,4 7 0,-17-50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6.3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12517,'8'7'4172,"-1"-1"-3601,-7-6 1037,0 0-1120,1 88-63,5-33-2081,4 41 1,2 5 1907,5-14-157,-4-18 1,0-4 881,0-8-888,-3-8-2290,2-3 2213,-6-19 55,0-5 6,-3-16 2296,-3-5-2302,2-1-168,1-8-274,2-17 128,0-3-10,1-15-342,21-9 520,-3 23 74,19-9-1,-10 31-39,2 4-2201,15 9 2358,-26 5 118,6 8-12,-28 5 2275,-13-1-2241,-24 16-241,-24-2-146,-3-2 3136,0-10-4951,16-15-2827,19-6 688,4-4 4089,26-5 0,-2 1 0,6-2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6.6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14129,'55'61'-631,"1"-1"0,-5-5 0,-5-15-784,-10-34 0,-16-4 0,2-2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6.8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208 0 11620,'-23'56'9830,"15"-32"-9329,-16 41 1,-2 18-3394,4 6 0,4-5 2214,-2 8 154,4-12 1,2-6-79,7-29 602,-6-6 0,7-19 0,-4-4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7.6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284 149 8979,'14'6'2968,"-3"-1"-913,-11-5-358,0 0-363,0-63-617,-6 41 837,-11-46-1280,-10 61 609,-19 38-877,5 3 55,-4 38 6,12-7-1518,13-13 0,2 1 1603,-7 25 268,12-28 0,2 1-234,4 34-2449,25 4 2196,1-17-40,22-12-285,11-39-773,10-12 228,14-18-2211,-16-16 3148,-8-31 0,-32 26 0,-3-5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7.9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59 13743,'62'-20'1641,"0"1"0,-35 17-4177,49-13 0,-9 12 3040,-61 32 1336,-4 2-960,-1 24-79,4 32-801,-3-24 719,4 10-3268,3-55 1982,4-9 0,-3-4 0,-1-5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09.0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18 387 13121,'8'12'7993,"-1"-8"-7814,-7-12-101,0-10 18,-3-5 16,-9-70-191,6 49-27,-5-47-986,44 66 941,-8 13 72,33 0 40,-12 12-56,14 5 0,2 0 67,1-2 28,-6 3 0,-7 0 1624,-30-6-1507,-11-3-22,-11-5-5,-8-7-3095,-17-11 3515,-5 4-365,1 4-145,-5 9-2279,4 52 2279,7-13 0,0 36-107,21-24-1786,13 24 818,8-27-354,14 11-2391,35-38 3008,24-17 866,-29-8 0,1-5-217,-9 2 1,-3-5 316,4-12 0,-9-6 5424,-11-30-4816,-16 20 2236,-37 8-2919,-32 61-326,-12 46 247,14-12 1545,9 27-2677,40-39-393,35-17 1262,-2-5-168,41-38 2268,-10-57-565,-18 27 153,-10-28-624,-26 96-767,-4 13-29,9 40 1,-2 4-790,-8-14 1,-2 12 0,-1-8 886,-4-10 1,-1-2 11,-2 47 1,-6-8-2178,-20-35 1644,-13-30 1,-4-9-815,-5-4-448,-42-15 1300,41-64 1,30 35 0,-6-24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0.2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229 1 12483,'-2'4'4094,"1"0"-9334,1-4 7212,48 142-1726,-28-76 595,9 18 1,-1 9-176,-18-26 1,-5-8 506,1 8-1070,-5-11 1,-6-4 70,-10-21 50,-63 0-258,33-16 3370,-41-6-3705,27-41-365,23-4-173,-4-11-869,31 9-957,21 8 1885,23-12 0,-15 19 0,13-2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1.0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1 200 7684,'24'13'2537,"-5"-3"-434,-19-10-2042,0 0 1669,87-31-1260,-63 14 433,62-27-253,-83 14 16,-17 1-184,0 4 1520,-14 10-1811,3 13 531,-37 37-403,27-8-168,-24 32-542,58 39 172,12-51-5,23 38-958,52-66-531,-32-10 1466,33-1 79,-44-8 1221,-11-1-789,-8-1 44,-13 1 241,-7-2-275,-2 3 493,1-3 62,-3-3-622,0-3-414,0-39 1198,0 7-1467,0-53-3476,10 10 3879,-1 19 6,10 12 28,-5 46 431,21 21-1957,-13 9 1733,15 19-50,-10 27-569,-12-18 0,-2 0-859,7 22 1038,-2 8-3542,-16-63 3814,3-5 0,-5-7 0,3-3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1.4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266 1 13536,'-34'2'5136,"25"3"-10870,-54-13 5510,51 17 1628,0 1-1410,28 24-1397,-1-8 1476,39 41-23,-27-32 213,13 20 113,-41-17-432,-31-15 1775,-2 2-2688,-20-18 402,-25-48 0,48 31 0,-25-30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2.0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1 214 11732,'85'-31'1999,"1"-1"1,-7 8 0,-30-2-874,-76-7-588,-1 17-253,-15 1-77,-11 23-46,13 22-112,-5 3-50,27 13-716,29 16-1050,8-25 1368,21 19-34,4-34 68,5-3-2893,2-5 2853,26-4 416,-32-6 296,11-1 1523,-38-4-912,-10-9 276,0 0-977,-7-9 185,0-9-341,0-10-96,0-4 28,0-6-78,0 10-151,19-31 269,-6 39 55,16-17-1864,11 64 2038,-8 17-257,9 9-6,-17 9-1316,-8 12-298,-9-26-1662,1 9 3276,-8-34 0,0-8 0,0-3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2.7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 19 12662,'-17'-10'5774,"3"1"-4199,14 9-993,0 0-56,-9 72-3999,7-13 3720,-3-3 0,1 1-124,5 3 832,2-17-916,0-22-2016,6-5 263,-6-9-1698,6-9 3412,-5-29 0,-1 16 0,0-14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2.9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9117,'12'7'224,"-1"-1"0,-11-6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3.2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1 263 12427,'10'21'7080,"-1"-7"-7080,-9-9-118,0-12-67,0-6-342,-7-71 466,5 36 5,-4-46 56,6 63 207,22 8 57,-9 20 61,21 13-325,1 61 0,-5 13 0,-8-34 0,6 22 0,-1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4.1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299 96 7954,'8'17'6240,"-1"-4"-3795,-7-13-1022,-17-40-157,2 23-980,-18-29 340,5 36-878,-38 3 0,34 4 1484,-21 0-2167,47 30 410,29 26 609,3 12 0,29 14-26,-2-10 1,0-2-325,0 6 300,-6-8 0,-8-4 117,-29-22 543,-64 16-599,17-32-95,-49 11-84,33-36-3993,-28-33 3024,37 12-784,-15-24-875,51 17 2712,22-8 0,-9 17 0,13-3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4.3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10937,'28'72'4243,"-1"0"0,-2-24-5376,7 34 1,-5-10 0,-19-59 0,12-3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4.5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7617,'9'16'896,"-2"-3"833,-7-13-1729,0 0 0,0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5.3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3618,'12'15'3988,"-2"-3"-986,-10-12-1149,0-6-1097,0 4 1282,0-5-1439,0 7 1198,4 96-1662,2-41 292,-1 8 0,3 9-351,10 8 0,1-5 2204,1 8-2258,0-11 1,-3-5-18,-8-25 7,2 1-236,-4-13-454,0-7-464,-3-14-1614,0-13 2756,5-19 0,-5 14 0,3-13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6.0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31 14023,'25'81'1568,"0"0"0,1 0 1,-1-14-5626,-3-27 4191,4 1 1065,-9-24-1132,-3-7-1740,3-6 2104,0-18-414,-2-8-17,-1-24-378,-8-23 0,-2-3 221,1 8 774,-3-4 1,2 13-1604,2 45 381,34 18 292,-5 1 10,30 10-106,6-9 0,8-4 3801,-17-6-2831,-13-11 363,-54-14-549,-7 4 22,-11-1-3682,-14 17 3335,8 13-1829,-11 9 1835,13 15-6,4 9 23,6 5-90,22 49 17,10-45 6,18 30 140,29-64 2172,20-13-1953,-15-10 2682,-1-14-2392,-46-22 605,-10-17-991,-4 9-191,-7-1-1159,-2 22 168,1 16-493,2-4-1697,32 14-1278,14 2 4381,3 1 0,2 0 0,-1 1 0,10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6.5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169 400 12802,'-41'0'7013,"14"49"-7097,-41 15-73,41 12-50,21-15-1429,26-30 1216,-7-17-594,28-37 841,-21-34 173,2-23 5,-14-11-1248,-8 3 1,0 1 1881,0-2-194,0 8 0,0 10 214,0 44 589,0 43-979,0 13-34,3 38-1227,2-19 1,2 5 722,3 16 0,2 0-294,-2-11 1,0-2 665,0 5 1,2-6-8287,11-2 7628,-5-22 0,0-5 0,-10-21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6.9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186 0 11788,'-39'56'3688,"-1"0"1,25 5-6794,-33-4 0,5-4 2265,42-23 1499,9-22-1118,3-4-1869,29-35 2188,-6-16 140,5-17 56,-17 1 1417,-12 14 633,-5 35 392,-1 7-2330,-4 66-173,2-21-230,2 24-405,2-36-485,4-3 1125,27-4 0,-24-10 0,18-2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7.2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13592,'0'77'2785,"0"1"1,0 1-1,-1-1-3551,1-12 0,0-2 766,1-5 0,-2-4-3472,1 11-4750,12 27 1713,-2-51 6744,11 15 1,-13-53 0,0-4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7.5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4 167 12001,'34'-6'1798,"-6"1"-2274,38-51 884,-43 30-63,22-13 1,-16 5 5238,-125 38-5236,68 65-396,-30-44 0,11 2-3891,64 28 1,21-9-1305,-4-40 5243,49-2 0,-61-19 0,-7 2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7.8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 0 11654,'13'11'4822,"-2"-3"-9530,-11-8 5425,31 69-56,-19-32 1213,21 56-2580,-37-3-1013,-17-42 1933,-27 34 1,20-66 0,-6-2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19.7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55 8234,'-14'-12'4475,"3"2"-4257,11 10 2157,15 66-1938,-4-26 1951,13 56-1806,0-17-594,-7-28 1,0-1 44,11 33 675,1 0-505,-11-46-787,-9-20 780,0 0-5,-6-17-68,-1 0-50,2-22 472,-1-2-752,3-25-23,0-1 53,2-4 0,0-1 251,1 2 21,4-31 2305,-10 77-2636,18 35 242,-6-3 79,19 28-3133,-12-12 3087,7 15-574,-4-13 569,-3-4 257,-8-21 134,-7-14 141,0-18-527,-2-7-39,1-21-829,-2-32 0,0-6 28,0-7 328,-1 3 0,2 7 60,3 31 1,-5 21-1,4 15 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20.2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0 388 9682,'21'62'3276,"0"-1"1,0 0 0,-7-25-3980,-14-41 753,1-24-151,-1-6 1009,-1-26-1165,-2-3-88,1-16 1,1-2 338,-2-4 3,-1 8 1,8 12 623,12 44-593,-3 28 17,13 23 78,4 54-694,-8-12 635,-7-23 1,-1 1 91,1 20-150,0-8 5,-4-5-2638,8 20-291,-10-40-779,5 12 3697,-13-44 0,0-2 0,-1-2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20.4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0 109 14885,'88'-20'0,"0"0"0,0 0 0,-18 4 0,0 0 0,1-1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20.9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152 5 9678,'-7'-5'2489,"-35"27"1,-3 21-1437,32 6 0,6 4-1280,-16-1 1,8-2-43,59 38 73,21-83 630,-16-17-574,-22-9 1065,-1-50-522,-16 32-10,-9-31-2771,-41 39 1739,10 17-252,-21-2-1282,26 15 1606,-3 11 0,15-7 0,0 7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21.3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0 199 11340,'7'53'2980,"0"1"0,3 8-3120,-10-148-96,7 16 631,10 5 0,5 6 143,-1 23 62,25-16 1096,-12 116-1561,-16-32-63,12 51-27,-18-28-577,-7-25 208,3 10-516,-5-32-5697,3-4 6537,-1-4 0,-1-1 0,-1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29.3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39 8814,'13'0'549,"-2"0"-549,-11 0 252,0 0 314,0-16 240,0 12 3596,0-12-3382,0 15 3198,0 0-3793,0 17-122,0 18-113,0 11-5,0 16 67,7 29-1895,-3-39 0,1 0 1660,1 1 1,1-2 15,4 38 29,-4-40 246,0 3-157,-3-27 202,0 2-28,-2-26-1676,0-12-1208,3-8-2146,-1-12 4705,1-4 0,-2 16 0,-1 5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30.1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344 146 9862,'9'-2'8782,"0"-21"-13983,-9 14 5688,1-18 1387,-3 16-776,-22-11-530,-6 4-568,-11-4-45,3 11-201,-50 26 207,50-1-40,-40 21-117,69 8 112,43 34 79,-5-14-1053,20-3 1,6-2 1063,6 6 145,-22-26 1,-4-1-68,-5 6-1233,-30-6 1267,-13-17 1467,-12 6-1523,-9-22 2174,-5-1-2421,-40-20-2194,31 3 2020,-22-13 2208,46 10-8000,10-15 5584,23 4 0,-7 2 0,15 11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31.1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0 116 12349,'17'31'1937,"33"-19"1,5-12-6999,-10-18 5873,12 0 0,-5-3-493,-27-7 1393,-13-4-1437,-12 16 570,-37-1 26,15 8-815,-32 9-1915,-15 62 1903,34-23 2258,-25 40-2313,53-3-202,12-38-179,9 25-3332,56-50 2575,-33-11 555,34-7 3796,-44-8-3140,4-6 1103,2 7-711,-5 7 632,17 43-617,-15 10 119,8 18-117,-10-12 448,-5 3-734,-10-23-6,2 5 179,-12-30 948,-4-17-779,-8-6-527,-3-13-3453,-21-57 3436,11-2-3,8 33 1,3 0-33,3-29-99,18 18-2235,3 20 2218,20-6 84,-9 34 34,6 3 56,-7 25 33,-7 17 2240,-3 3-2273,-8 12-1820,-62 28-1150,28-43-4015,-42 25 6979,47-53 0,12-1 0,6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42.7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0 103 11390,'2'6'2011,"-2"0"-1708,0-6 145,8-19-3271,5 6 3159,2-12-11,2 11 809,-4 5-457,18-5-2716,-8 7 2247,13-4 16,-12 10-62,0-1 12,24 7 2105,-6 9-2273,8 1-1,-15 8 74,-6 10 821,-2 9-816,-4 1-33,-4 4 55,-3 18-321,-7-3 248,2 14 29,-10-17-2347,-1 21 2324,-4-21 1725,2 11-1758,-4-35 5,5-19-11,-1-8 0,2-3 290,0-5-15,0 0 3173,0-2-3364,0 0 0,0-8-40,7-19-32,-3 5-7,5-20-3374,1-19 3335,-1 5 0,3-13 1,-3 24-113,21-23 51,-10 33-2224,18-27 2280,17 29 45,-26 19 55,25-6-10,-17 22-46,-13 6-5,13 1-101,-17 4-487,-4-1-4055,8 0 4643,-11-4 0,0 0 0,-10-5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43.8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8 151 8041,'-4'-16'2717,"0"2"-2152,4 14 1245,35-36-121,-17 23-1504,29-30-3085,-17 32 3606,4 2 471,-6 3-970,-3 4-84,-15 6-44,15 33 555,-8-5-628,9 27-2213,-13-15 2257,-2 10 1,-2 2-46,2 8 1129,-3-10 1,0 4-1127,-2-3 1,-1-6-9,1 1 5,2 40 51,-4-65 17,-3-12 11,1 0 6,-2-13 4165,4 0-4126,-3-1-73,3-5-112,-4-49 50,3 23-28,-1-40-3850,18-15 3732,-9 37 7,13-39-23,3 30-119,-3 15 254,4-7-18,-7 23-56,-1 7 3349,8 1-3242,-5 4 6,3 4 22,4 11-1475,-8-1 1453,13 6-6,-15 4 0,1 4 252,19 34-151,-17-19-39,11 25-3322,-11-4 1502,-12-27-2645,6 15 4403,-13-33 0,-2-1 0,-1-2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49.3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10601,'3'11'2912,"-1"-3"903,-2-8-1894,11-7-1613,-1 6-67,11-6-73,-5 7 39,11 0-117,5 2-45,-1 2-45,2 3-3168,13 15 3420,-5 1-146,8 4-22,-16-6 11,-2 3-39,12 14 6,-9-6 5,2 8 123,-3 11-184,-15-20-1,13 24 23,-7 3 12,-4-7-40,3 12 0,-9-19 11,-1-4-6,2 19-5,-1-12 6,-2 9 5,1 13-5,-7-31-6,4 30-2268,0-17 2268,-3-15 2239,3 18-2239,-6-23 0,-1 1-6,5 46 6,-3-40-2273,3 59 2267,-7-72 0,1 20 2263,-2-27-2262,0 11 22,0 6-22,0-6-1,0 0-5,0-12 3403,0-10-3392,0 4 6,0-11 240,0 0-246,1-3-6,-1 3-145,2-11 62,-4-4 83,-3-4 6,-4-4-258,-22-24 124,12 19 50,-10-20 50,17 28 23,0-2 11,5 10-5,-1 0-51,7 11-6,-2 1-11,1 1 23,1 12 50,1-3 0,1 11-6,3-8 12,12 18-6,-1-5 0,4 6 0,-7-9 5,0-3 1,-3-6-6,0-1 0,-5-7-17,1-6-39,-4 0-22,5 0-96,0 0 29,10-9-23,2-2-84,5-8-4019,18-18 4164,-20 17 6,15-11 45,-27 23 44,0 2 12,-6 3 34,1 0 549,-4 3 2809,-1 5-3386,-2-1-118,-9 22-67,2-15-270,-6 15-9157,-14-11 8758,9-7 0,-6 3 0,18-11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0.1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11211,'3'75'970,"0"0"1,1 0 0,-1 0 0,2 20 0,0-3 0,-2-32-6558,-3-44 5609,1-4 1387,-1-8-4237,2-20 959,-2 1 1869,1-23 0,-1 21 0,0-3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0.7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73 9381,'-7'-18'2705,"1"3"-7295,20 2 4668,-2 7-28,12-9 1544,-5 11-1409,-1 2 1055,24 9-1240,-24 0 493,16 28-242,-31-19-139,-5 15 3493,-28-11-3600,10-7-5,-20 10-5,21-10-1731,-7 5 268,12-8-783,-3 1 2251,16-11 0,1 0 0,0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1.2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 10248,'22'-1'3461,"-6"0"-3080,-16 1 442,0 0-447,0 11 151,0 11 128,0 40-526,0-20-6,0 16-62,3-38-61,3-4-56,25-5 62,-12-4 0,18-6 33,-16-16 11,1-19-39,-7 4 325,-8-30-224,-15 38-112,-4-11-56,-1 24-4876,-8 2 3403,9 3-2123,-4 0 3652,11 4 0,3 0 0,1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1.7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0 10248,'11'13'4324,"-15"68"-4319,1-55 35,-8 55-29,12-65 129,24 4-135,-10-12 51,21 2 101,-5-16-3437,-13-3 3454,7-7-34,-19-1 12,-3-2-2247,-2-11 2095,-6 7-56,-4-4-947,-10 5 2078,1 8-1075,-4-2 0,13 11 0,0 1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2.2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1 377 10422,'16'14'3416,"-2"-2"-7431,-3 54 4424,-6-43 1155,8 51-1172,-10-63 2253,1-3-2259,-1-4-67,2-3-78,-2-6-1015,-2-30 718,0 0-185,-1-27 12,0 8-1006,0-1 0,-1-2 1229,0-11-17,0 15 1,0 4 17,0 13 2206,1 8-2408,26 1 168,-9 15 5,20-1 3420,-15 19-3240,9 43-62,-17-21 22,6 32 466,-36-21-572,2-19-258,-15 8-537,4-25-53,-23-2 0,27-1 0,-14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3.5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12410,'11'1'2565,"-2"1"-2341,-9-2-1264,0 0 0,0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4.0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12388,'11'2'3248,"-2"-1"-3119,-9-1-2872,0 0 0,0 0 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4.6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10886,'3'12'2795,"0"-2"-2353,-3-10-528,0 0 0,0 0 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5.0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12012,'16'13'2039,"-3"-2"-2459,-13-11-174,0 0 0,0 0 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6.1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0 173 10970,'64'-3'2367,"-1"-1"0,36-2-2267,-94 0-94,-5 2 33,0-2-39,0-2-101,0-2-162,-8-17 100,-28-12 124,13 10 0,-19 0-112,24 27 285,-7 11-11,7 4-28,-2 9-3184,9 38 3140,7-27-12,-3 27 11,7-39-268,7 17-242,2-20-117,8 11 577,56-22 0,-49-5 0,40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6.8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121 26 8265,'5'4'2644,"-1"-2"-1171,-4-2-879,-18-15-118,1 11 241,-22-8-678,17 19-34,0 6-49,14 22 38,5-16-33,3 12 22,29-23 23,-14-4-1,20-7 298,-19-11 55,-7 5-285,0-4 56,-6 17 67,9 36-800,-4-8 648,8 30 57,-8-19 333,-4 6 1,-2 2-346,-4-3-83,-6 39-101,-18-70-2041,-7-7 1413,2-4-1162,-3-16 1885,24-32 0,0 22 0,10-19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7.7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34 7672,'1'-7'3938,"-1"1"-2977,0 6-642,-15-2-128,9 1-123,-11-2 156,10 3-180,-1 0 45,1 0-100,0 3-3088,0 12 3172,3-2-34,-3 7-39,4-8 0,2 7-73,-1-6 11,2 3 6,0-10-95,12-5 151,-4-1 11,10-4-11,-7-2 6,4-12 0,-3-3 3576,-1-1-3403,-5 3 6,-5 6 364,-1-1-348,0 7 35,0-1 319,7 34-415,-2-4-51,8 26-44,3 14-307,-2 30 564,-2-17-83,-5 8 559,-32-24-778,6-35-173,-23 13-2219,-14-49 1121,31 2-1474,-15-18-1042,38 4 3787,6-6 0,-3 15 0,3 2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6:58.3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69 1 10517,'8'11'2772,"-3"-3"-2626,-5-8 302,0 0-375,-10-5 84,-10 4-157,3-4-73,-1 5-11,16 4 95,3 3 28,6 6-39,3 6-3375,26 40 3381,-18-26 27,14 28 169,-27-40 1075,-3 12-1036,-6-17-56,-4 8-90,-6-21-168,-11 0-1652,1-3 168,2-3 1557,4-9 0,12 7 0,1-7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04.0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527 20 10074,'10'-6'1944,"-2"1"-1849,-8 5-56,0 0 197,2-4 492,-2 3 11,1-3 952,-1 4-1629,0 6 6,0-1-3348,-7 18 3380,1-8-16,-7 10 84,-2-5-89,-15 12-68,6-7-5,-10 6-1,17-15 23,-23 19 6,19-17 5,-16 14 123,11-15-72,8-3-56,-10 3 10,2-2 29,-1-1 56,-2 2-45,7-5 6,9-4 50,4-4-73,-4 1-62,1-1 1,-1 1 3560,2 0-3488,7-2 0,-2 1-27,6-3-1,-2 0-50,1 0 0,-2 0-5,0 0-7,0 0-38,1 0 44,1 0 12,0 1-6,-1 0 0,-1 1 0,0-1 0,0 0 0,2 0-179,-1-1 173,-3 2-33,2-2-17,-2 0-11,2 0-728,3 0 688,1-4-66,0 2 33,2-4 134,-2-1-5,3-6-45,0-1-84,3-6 89,-4 5-128,5-18 123,-4 13 16,3-13 35,-4 16-1,1 3-11,4-12 17,-2 13 0,1-8 6,-5 16 0,-1 2-6,0 2 409,0 1-409,0 5 50,0 0 79,-2 21-123,-1-9 39,0 12-23,-4 12-11,3-16 34,-5 16-39,5-22 16,-5 9-16,4-12-1,-3 6 34,4-15 73,0 1-106,0-3 5,1-1 0,1-2 6,1-1-56,0 1 33,0 3 6,0-1 6,0 2 5,0 4 0,0-5-5,0 4-6,0-5 0,0-1 50,0 0 18,0-1-29,0-1 6,4-1 11,0 0-12,4 0 52,7 0-52,8 0-38,2 0-6,3 0 34,-7 1 425,19 15-420,-20-7-28,11 9-5,-24-12 5,2-3-235,-4-2-325,0 1-874,-3-2 1423,-2-8 0,0 6 0,0-6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06.8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1 551 10500,'5'-1'1478,"-1"0"-1438,-4 1 772,20-31-605,-13 19-139,16-24-63,-16 24 1,2 2 419,5-13-5,-3 11 68,0-6-29,-7 11-134,-1 1-40,4-14-279,-2 5 34,3-12-40,-2 8 201,7-16 29,-6 11-40,6-11-83,-6 15-68,-1-1-28,6-11-5,-3 7 150,3-6 136,-4 12 21,-1 4 191,2-2-448,-3 9-56,3-2 0,-4 7-5,1 0-102,8 2 107,-4-1 0,7 2 6,-4 0-1,1 0-3391,10 3 3386,-6 2 0,9 3 6,-9 3-6,2 0-34,6 6-1375,-6-2 1398,5 3 2669,-11-3-2658,-1 0 0,-1 1 6,9 14-6,-8-10 0,5 11 0,-11-18-1278,0 9 1334,-1 3-22,0 1-28,-3-1-6,-2-6 5,-1 26 1,0-18 5,0 19 3387,0-27-3376,0 14 28,-1-13-16,-2 13 0,-2-18-3410,-6 5 3382,-1-1-6,-3-2 0,1-1 6,2-7 16,-14 3 62,9-3-39,-11-1 3392,14-5-3376,-1-3-3408,-5 0 3353,5 0-6,-3 0-6,6 0 6,1 0 0,-2-4 56,4-4-50,3-1-6,3-4 3358,3 3-3448,-4-15 85,3 9-1,-1-12-50,2 13 23,0-2-51,0-4 28,0 6 22,0-4 23,2 7 5,1 2-72,6-4-12,0 0 40,1 2 50,-2 2-11,-1 6-79,-4 2 17,1 1 6,1 1 61,-1 0-5,2 0-22,1 0 21,6 1-27,-4 4 39,3 1 0,-9 1 6,0 0 5,-3 2 23,0-4-34,0 3 0,0-4-12,0 0-32,0-1-35,0 0 79,-4 0-5,-2 0-1,-6-2-56,0 1-22,-1-2-201,-4 0 279,9 0 1,-2 0-158,10-2-2161,0-1 823,0 1-2404,0 0 3905,0 0 0,0 2 0,0-1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07.7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6478,'3'14'913,"0"-2"1046,-3-12-1870,0 0 898,22 9-644,-10-3 308,21 10-460,-16-6-2061,11 6 1942,-10-3 63,6 1 117,-12-5 17,-3-2-51,-2-3 23,-1 1-331,-3-4 2799,1 1-4462,-2-2-1244,-1 0 2997,2 0 0,-3 0 0,1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10.9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657 438 8377,'4'16'7113,"-1"-3"-6687,-3-12-263,0 2-57,0-3 34,0 3 0,-1-1-33,-1 0 38,-5 5-44,2 0-17,-5 2 6,4-1-34,-2 0 16,0-1 108,-4 3-80,2-4-27,-3 2 0,4-3-11,0-2 302,-8 4-286,5-3 45,-7 0-44,9-3-12,-1 1 246,-5-2-156,5 1-50,-5-1-23,5 0-28,-1 0-5,2 0 5,-4-4-51,6 1 1,-5-4 0,6-1 33,-2 1 22,-12-8-55,9 4-6,-9-3 6,12 7-6,0 0-3376,-2-3 3382,3-1 0,-4-2 38,2 0-4,0 0-29,-1-3 6,-7-10-12,6 5 1,-6-7-6,6 6 3353,0 0-3471,-9-21 112,7 15 1,-5-12-6,10 20-23,2 1-3487,0-11 3460,2 9 21,-2-9-27,4 14 62,-1 0-7,1 3 1,1 2-34,1 5 3403,1 2-3851,0 4 336,0 8 163,0 0 0,0 8-1,4-1-5,0-2 11,8 6-11,-4-6 6,2 4 28,-4-3-23,1 1 73,8 27-79,-4-14 51,4 18-50,-6-22 5,-3-4 45,4 8-50,-6-11 5,2 7-5,-5-11-1,0-1 6,-1 9-11,0-6 6,0 6 0,0-6-6,0-1-3387,0 5 3387,0-6 0,-3 2 0,1-5-5,-2 1 5,1 2-6,-1 6 6,1-3 0,-2 2 0,1-5 3392,1-2-3426,-3-1-38,-1 1 21,1-3 12,-4 2 28,4-4 5,-3-1-44,0 1 16,1-2 29,0 0-29,2-1 17,-1-3-39,1 1-145,-7-1 167,4 0-22,-4 0-17,2-1 23,4-1 11,0 0-1,2-3 35,2 2-62,2 0 5,1 0-162,0 3 258,0-2-29,3 0 6,8-4-5,2 3 0,7-4-6,-2 4 5,-2-2 1,1 1 27,6 0-33,-5-1 0,4 1 40,-7 1-35,1 0 12,7 0 123,-5 1-39,6 1-40,-9 1 18,1 0-34,-2 0 123,6 0-79,-4-1-5,5-1-33,-6-1 21,3 2-4,-3-1 346,7 2-150,-6 0-74,6 0-38,-8 0-46,0 0-56,7 0-44,-5 0 0,5 0 5,-3 0-11,-3 0 11,-1 0 163,5 0-102,-6 2 7,2-1-29,-3 2-16,-3 0-34,2 0 50,7 0-33,-1-1-11,6 0-1,-6-1 1,1 1 5,3 1-11,-6-1 0,3 2 6,-9-4-6,1 3 5,-1-3 1,2 3 44,-1-2 17,1 2-5,-1 0-28,-1-1-29,3 1 1,2 0-6,-1-2 5,3 3-5,-5-2 0,1 1 6,6 0 0,-3 0-6,5 0 5,-5 0-5,-2 1 0,1-1 0,2 3 0,-3-4 0,1 0 0,-7 0 6,1-2-6,0 1 0,-3 1 0,4-2 0,-5 2 0,2-1 0,1 1 0,1 0 0,-1 0 5,0-1 1,-1-1-6,0 0 0,-1 0-6,1 0 6,-3 0 6,2 0-6,-5 0-6,2 0-5,3 0 6,-3 0-29,4 0 28,-3 0 6,-3 0-543,2 0 465,-6 0-17,-7-5 89,-2 2 0,-4-4-5,5 6-28,3-1 28,1 2 0,-1-1-23,4 1 28,-3-3 1,3 3-1,0-3-5,-1 2 5,-2-2 1,4 0 5,-2 0 11,3 0 0,0 0-11,-1-1-11,1 0-39,-3-1 44,2 0 0,-2 1 6,0-2-5,-3-1-62,3 0-34,-4 0-56,4 2-73,-3 1-28,2 0-504,-8 0 130,4 2-410,-8-1-1798,6 3 2840,-1 0 0,6 0 0,3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13.1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134 79 5961,'14'15'2106,"-3"-3"-287,-11-12-1079,0 0-320,0-22 45,0 11 642,-2-18-676,-3 18 199,-4 0-484,0 2 1010,-1 2-1123,0 4 1,1 0 33,-1 3-11,-1 0-50,2 0 5,-2 0 22,2 0-33,-1 0 6,2 0-6,1 0-62,-1 0 6,1 0-28,-1 0 12,4 4 66,2 2-28,2 5-16,0 3 44,0 0 6,5 3 0,7-1 62,18 13-28,-3-7-29,9 10 6,-13-10 1,1 7-12,-10-9-6,-3 4-33,-8-13 5,-3-3 23,0-2-51,-7-2-5,-2-1 34,-10 0-130,-2-3-22,-3 2-151,2-2-380,2 0-595,2 0 1311,5-2 0,5 2 0,4-1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13.8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 8545,'13'10'3069,"-2"-1"-2362,-11-9 65,0 0-4894,12 67 4234,-6-39-6,7 51 916,-10-59-876,0-4 117,-3-3-185,2-7-5,-2-1 28,0-5 3907,0 0-4227,0-4 180,0-4-84,0-9-23,0-5 62,0-4-5,0-2-1,0-2-61,0-7 151,0 11-6,2-2-27,3 14 16,1 5 11,2 1 1,-1 5 5,1 2 50,1 1 73,0 1 29,2 6 38,-1 4-44,1 7-68,-2 2 45,1 2 56,-2 2 17,-1-1-39,-1 1-34,-2-1-44,1 10-102,-2-10-385,-2 5-399,0-13-442,1-6-2094,-2-4 3343,3-3 0,-3-2 0,1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14.5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113 10 9022,'16'6'3052,"-3"-1"-2811,-13-5 403,0 0-336,-8-8 358,-2 6-593,-5-6-73,1 8 34,2 7 5,-1 1 6,-2 9 0,2 1 22,-2 5-17,5 0-16,2 0-34,3-1 0,3-3-62,1 3 1,1-9 27,4-1-5,1-9 5,6-1 34,0-2 0,3-4-173,0-6-119,0-7 1,0-8-73,-1-1 146,-2-4 78,-2 1 101,0 3 39,-4 5 330,-3 6 17,0 7-44,-2 4-18,0 4-27,0 6-85,0 3 79,0 7 129,0 6 28,0 3-156,0 2-147,0 12-106,1-12-219,2 5-257,2-16-414,0-5-993,5-5 1883,6-4 0,-6-2 0,1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14.8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12612,'10'61'878,"0"1"0,4 27 0,-10-73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14.9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12718,'9'13'0,"-2"-2"0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15.1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5947,'0'0'0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16.2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9946,'2'14'3276,"0"-2"-3085,-2-12 2520,0 0-2308,0 4-140,0 5-67,0 6-62,0 6-72,0 6-56,0 18-1,2-6 1,0 13 5,2-14 23,0 1 22,-1-5 117,0 11-100,0-14-39,0 3-29,0-16 6,-2-7 23,1-3 39,-1-4 140,-1-3-650,1-1-918,1-5 1355,-2-13 0,1 8 0,-1-7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21.4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1178 1236 11273,'16'7'2336,"-4"-2"-2292,-12-5 35,0 0 268,3 0 347,-2 0 4314,1 0-4901,-2 3-40,-2-3 101,-3 3-28,-2-3-23,-4 0 1,0 0-68,-4 0 1,-1 0-46,-2 0 29,1 0 61,-2 0-28,-1 0 45,1 0 34,-1 0-29,2-4-16,-1 0-6,3-3-27,0 1-7,1 1-61,0 0 39,1 1-39,-6-2 0,4 3 6,-4-3 44,5 2 12,1 0 28,-2-1 128,-6-2-212,5 0 5,-3-3 28,5 4-33,2-2-6,-2-1 0,-1 0 0,0-3 5,-11-3 1,6 0-6,-7-3 0,7 3 5,1-1-5,-1 0 6,2-2-6,-1-2 0,0 1-6,0-5 1,1 2-1,0-1 1,-4-7-1,7 7 0,-3-2 1,8 9-6,2 1 5,-1-1-39,-3-8 6,3 3 39,-3-6-6,5 7 1,-1-1-1,1 2 6,1 0-5,1 3 5,0 0-12,1 2 7,0 1-6,-1 1-29,1-5 35,-2 3-1,0-6 1,1 5-1,1-2-5,-1 1 5,0-1 6,0 0-33,0 1 27,1 0-33,1-7 5,1 7-27,0-5-12,-1 6-6,1 0-21,-1 0-63,1-2-5,-2 1-134,0-12 184,0 8 12,-1-6-84,2 10 44,-1 0 40,1 1-29,-2-1 12,3 2 22,-1-1 34,1 2 28,1-2 33,1 6-83,1 2-46,0 4 12,0 3-17,0-1 106,0-1 29,0-2-57,0-1-11,0-2 34,0 1 34,0 0 5,0 2 11,0 2 196,0 1-207,0 6 0,0 0 0,-1 5 0,-2 2 0,-2 1 0,0 3 0,0 2 6,0-2-6,-2 2 0,1-2 0,-1-1 0,1 1 0,1-4 5,0-1-5,2-1 0,-3-1 0,3 1 0,-3 0-5,2 0-35,-1-2-38,-2 4 0,4-5 16,-3 2 28,3-6 0,2 2 28,-1-4-27,2 2-958,0-3 985,0-5 6,0 1 0,2-6-6,1 2 6,1 0 0,2-4-11,1 1 6,2-2-46,0 0 46,1 2-1,-1-1-5,0 0 11,-2 2-6,0 0 6,-1 1 0,4-3 0,-4 4 0,3 0 0,-6 4 0,2 1 6,-4 0-6,2 0 0,-3 0 17,1 1-12,1 1 6,-2 1 566,3 0-571,-2 0 95,5 0-34,0 0-34,4 1-27,2 1 0,0 1-1,1 0 1,-3 0-1,1-2 1,-3 2 0,1-3 33,1 3-34,1-3 7,0 3-7,1-3 1,-3 3 195,0-2 24,-1 4-219,-1-3-1,0 0 7,-1-1-7,-3 0 1,0 0-1,-1-1 1,-1 1-6,1 0 6,0 1 38,0-1 29,-1 1 168,0 0-118,-1 0-28,2-1-3002,-2 0 2907,-8-1 0,6 2 0,-6-2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22.9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20 352 12382,'-10'-3'2195,"2"1"-2295,8 2 447,0 0 717,-1-13-784,5 3-28,0-13-39,8 5-45,4-3 252,31-23-302,-12 18-45,24-18-12,-19 23-55,1 2 50,46-12-56,-31 13 5,30-7 1,-45 15-3140,6-1 3307,-22 5 23,3 0-45,-24 6 23,-2 0-292,-1 0-6311,-14 4-220,1 1 6649,-13 5 0,14-5 0,2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24.1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1 293 7812,'1'9'3266,"0"-2"-2173,-1-7-724,0 0-66,0 6 354,0-2-214,1 5 254,3-4-293,3 0 446,3 1-464,8 2-279,-2-1-12,8 1 23,-2-2-51,2 1-3314,30 1 3281,-20-3-28,22-1-6,-28-4 5,-2 0-2262,21-4 2263,-18-1-1,14-4-5,-22 0 2269,-4-1-2281,12-13 7,-9 6 5,7-10-6,-12 12 6,2-5 0,-5 7 0,1-3 0,-6 8 0,0-1 0,-1 0-11,2-2 5,-1 2 3393,1 0-3393,-3 4 1,-1 0-1,-1 0-106,2-5 73,0 2 33,3-3 1,-4 2 5,2 0-6,-2-1 0,1 2 6,-2 1-5,-1 3-85,0 1 6,1-2-50,0 0 128,0 0-5,-2-1 11,1 3-6,-1 2 6,-1-1 0,2 1 0,-1-1 6,-1-1 5,2 2-11,-1-2 6,-1 2 27,2-1-27,-2-1-1177,0 3-50,0-7 1221,-2-4 0,2 3 0,-1-3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25.3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0 396 9492,'4'17'2470,"-1"-3"-2230,-3-14 444,0 0 5,10-17-431,-5 4-79,8-14 0,-7 5-95,3-1 543,6-25-392,-3 19-95,8-18-50,-7 24-84,4 2 16,22-16-16,-12 14-6,16-10 0,-22 17 5,-1 3 1,2-2 67,-9 6 95,1 2 51,-10 4-23,-2 3 151,-1 0-146,-1 16-128,0-3-28,0 15-39,0-6-1,0 2 1,0 12-1,0-8 1,0 12-6,0-11 11,0 3 6,8 17-410,-2-12 399,7 10-6,-5-18 0,1-4 6,0-2 33,2 2-28,-2-9 28,-2 1 371,-3-11-371,-4-2 118,1-3 207,-1 1-236,-7-2-94,-2 0-23,-8 0 51,0 0-12,-1 0 90,-21-11-95,13 1 11,-15-9-22,20 2 5,1 0 112,-3-5-145,8 7-1,-2-3 29,9 10-29,0 2-49,-2 3-85,6 2-162,-2 1-180,4 0-531,-2 0 1002,-7-1 0,6 0 0,-4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26.3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21 201 10338,'-11'-8'1937,"2"1"-1841,9 7 3203,0 0-3249,0-4-16,0 0 16,0-5-38,0-16-12,0 7-34,1-14-11,2 14 34,1 0-3431,5-2 3436,-3 7-11,1-1 12,-1 8-29,-3 3 28,0 2-10,0 1 4,-2 0 3404,4 1-3380,-1 7 21,3 6-22,5 20-5,-2-6 33,2 8-39,-4-14 0,-1-6 0,-2-4-1109,1-5-403,2-4-2880,1-3 4392,2-7 0,-5 4 0,-1-4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27.2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37 9834,'6'-2'2543,"-2"0"-1463,-4 2-637,0-9-34,0 7-90,0-8-17,0 13-83,9 15-203,2-5-10,6 13 0,-1-11-1,-1 0-3386,5 3 3387,-7-7-6,4 2 0,-11-8 0,-1-2 39,-2-2 247,0-1 11,-1 0 3358,-1-1-3655,-1-5-5,0-4 94,-15-22-33,7 12-56,-11-11-28,11 20-179,4 3-1473,0 0-410,2 0-3650,1 1 5740,1 1 0,0 3 0,0 2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27.9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13 11211,'16'5'2650,"-3"-1"-2219,-13-4 1283,0 0-1104,3-10-234,-3 8-1261,3-7-1109,-3 9-680,0 0 1,0 0-1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30.8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108 683 10758,'-4'-16'2487,"0"4"-2308,4 12 375,0 0-263,-4-31-111,2 13 122,-5-27 539,-2 3-455,0 9-72,-3-18-51,1 12-45,0-3-22,-6-34-196,10 29-5,-4-23-35,11 39-94,0 2-90,11-3 118,0 9 44,14 0-22,-1 12 0,2 4-67,2 4-835,9 2 106,-9 1-256,4 2-803,-16 7 1939,-4 10 0,-6-8 0,-4 4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31.2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92 8360,'65'-35'3674,"-39"17"-3348,60-8-18,-58 21 1260,9 1-991,-18 2-180,5 0-66,-19 2 537,6 17-498,-4-2-23,4 16-50,-4-4-107,-2 1-3503,0 14 3313,-1-11-28,0 9-292,0-18-128,1-2-274,-1-6-2605,6-1-1003,-5-9 4330,5 0 0,-7-4 0,0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31.7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158 0 129,'17'14'2414,"-3"-4"-1277,-14-10-520,-46-4 1291,26 3-1651,-36-3 934,40 4-1191,4 0 2021,6 4-2021,3 1 3364,3 4-3285,4 1 317,6 2 19,17 10-270,-2-2-100,8 6-39,-13-7-1,-5-3 1,-3 0-12,-8 3 1,-1-5-1,-12 2-27,-4-8-23,-10 0-124,-3-3-710,-10-1-432,10-2-823,-3-2-140,17-4 2285,7-3 0,2 1 0,3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32.1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8741,'12'97'1594,"0"0"1,-1-18 0,-2-10-1590,-3-9 1,-2-31-1,-1-5 253,1-6-51,-1-9-207,0-3-291,0-23 330,6-20 68,0 3 21,7-7 85,-3 27 78,-1 7 107,1 5-12,-1 2 13,-1 5-63,-2 4-90,0 6-106,-3 2-3532,-3 6 3067,0-6-493,-3 2-308,-4-8-2212,-6-1 3338,-6-3 0,5-2 0,2-3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32.3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16 13390,'-12'-9'0,"3"2"0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7:36.0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1357 8287,'17'11'2089,"-3"-2"-229,-14-9-201,2 0-526,-1 0 250,2 0-253,-3-9-984,0 1 1170,1-9-975,-1 3 141,3-14-359,-3-11-117,2-3 5,-1-18-5,7-9-6,-3 15 84,5-8 0,-5 34 0,-1 0-17,7-18-62,-4 16 1,6-13-6,-4 21-11,13-18 5,-8 14 6,12-15 0,-5 10 23,8-6-23,-3 4 5,3-1 1,-10 15-6,2 0 0,28-22 5,-20 19 1,19-16 44,-9 18-44,-14 8 0,15-6-6,-16 9 5,0 0 6,20-9-11,-18 9 6,12-8-6,-25 13-3381,5-3 3381,-5 3 6,4-1-1,-4 2-5,2 0 6,18-4-6,-11 3-6,13-4 3398,-18 5-3392,0-1-3386,4-1 3380,-7 2 6,6-1 6,-7 1-6,2 0-6,4 0 12,0 0-12,-2 1 6,0 0 3392,-7 1-3386,14-1-6,-11 0 0,10 1-6,-12-2 6,0 3 0,17-3-5,-11 3-1,13-3 6,-16 3-5,1-1-1,-5 1 12,-3 0-6,-4 0 0,-3-2 179,1 2-129,-5 1-50,3 0 0,-4 3-50,2-4 39,-1 3-29,-3 4 35,0-2-1,-1 5 1,3-4-1,-2 1-44,-3 15 16,2-9 28,-4 14 6,7-15-11,-7 10 6,7-11-46,-6 8 46,5-13-46,0 3-128,-8 2 112,7-4 11,-7 3 22,8-7 1,-2-2 21,-3 2 1,4-1 6,-4 1-29,5-2 0,3 0-100,0-1-101,3 0 123,7-5 106,-2 1 1,7-7-29,-2 2-11,2-4-3386,1 1 3347,7-6 28,-5 5-45,3-3 0,-8 5 45,3-2 50,-3 0 6,0 2-6,-4 1 3398,-2 4-3392,1-6 0,0 4 0,1-1 0,-3 5 6,-2 3 68,-1 1-74,0-3 11,0 3-6,0-4 1,0 2 44,0-1-50,-2-5-5,-3 1 5,-1-4-6,-3 1 1,1-1-1,-1-2-3397,-6-5 3403,6 3 11,-4-3-11,4 6 0,2 2 11,-7-10-5,7 9 5,-5-7-5,7 11 3430,2 1-3273,-2 2-158,2 2 1,2 1-163,0 1 152,1 2-1,0 3 6,1 1-6,3 0 6,2 1 0,3-1 0,5 7 0,-3-2 6,5 2 5,-5-2 40,0-2 122,6 12-106,-6-8 6,5 6-17,-10-10-22,0 0-12,2-1-16,-5-1-1,3 0 7,-5-4 27,1-2 185,-1 2-123,0-2-2478,-1 1 0,0-1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8:30.196"/>
    </inkml:context>
    <inkml:brush xml:id="br0">
      <inkml:brushProperty name="width" value="0.08571" units="cm"/>
      <inkml:brushProperty name="height" value="0.08571" units="cm"/>
      <inkml:brushProperty name="color" value="#FF4E00"/>
      <inkml:brushProperty name="inkEffects" value="rainbow"/>
      <inkml:brushProperty name="anchorX" value="-1.74497E7"/>
      <inkml:brushProperty name="anchorY" value="-8.91682E6"/>
      <inkml:brushProperty name="scaleFactor" value="0.5"/>
    </inkml:brush>
  </inkml:definitions>
  <inkml:trace contextRef="#ctx0" brushRef="#br0">1 10209 16325,'0'-8'2022,"0"2"-2017,0 6 1,0 0 61,0-2 56,0 1 9707,0-2-9537,0 2-293,0-2 0,0 0 0,0-1 0,0 2-113,0 1 113,0-1 0,2 1 0,5-3 0,6-1 0,4-2 0,2 1 0,3-3 0,-1 3 0,1-3 0,-2 3 0,0-2 0,-1 0-51,-3-1 1,0 2 44,-3 0-33,3 0 33,-8 3 1,3-1-1,-8 5 1,3-3-1,-2 1 0,4-2 1,-1 1-6,7-5 5,-2 1-44,3-2 44,-3 1-28,0 0 29,1-2-1,1 0 6,5-3-5,4-2-1,3-4 0,20-13 6,-9 4-5,14-10-6,-16 11-23,-3 1 34,0-1-6,-2 4-27,-3-1 27,-3 2-39,-3 3 40,2-6 5,-7 7 0,-1-3 0,-5 7 5,-4 4-5,0 0 6,0 1 0,-2 0-1,3-5-5,0 6 6,-2-5-6,0 7 0,-2 0 5,0 2-5,-2 1 6,2 0-6,-3 2 0,3-2 0,-2 0 0,2-1 6,3-6-6,-1 1 5,2-6-5,-1 4 0,1-4 6,0 0-6,2-6 0,1 0 0,1-5 0,2 0-11,5-21 5,-2 12 6,4-14-6,-5 17 6,-2-2 0,2 3 0,1-13 0,-4 13 6,2-8-6,-5 13 11,1-7-11,-2 8 0,-1-4 0,-2 11 0,-3 3 0,1 1 0,0 3 0,-1 3 0,1-1 0,-3 3 6,1-1-6,-1 2 0,1-2 0,0 2 5,1-6-5,-1 3 0,1-4 0,0-7 0,1 3 0,-1-8 0,0 5 0,0-2 0,1 0 0,0 0 0,0-1 6,-2-1-6,2-1 6,-3 1-1,1-4-5,-1 2 0,0-4 0,0-1 0,0 0 0,0 0 11,0-14-5,0 10-6,0-11 6,0 12-6,0 2 5,0-1-5,0 3 0,0-2 0,-1 3 6,-2 2 27,-1-10-27,-1 12-6,1-9 0,1 14 6,0 0-6,0 2 5,1-1-5,0-1 6,-2-9-6,0 5 5,-3-8-5,4 9 0,-3-2 0,3-1 0,-2-1 0,0-2 6,-1-1-6,0-2 0,-4-14 6,4 9-6,-4-12 0,4 15 0,-1-2 5,1 3-5,-2-3 0,3 2 11,-4-13-5,4 11 0,-3-8-1,4 13-5,0 2 6,0-1-6,-1 3 5,0-3-5,-1 1 0,1-3 0,-2-13 0,2 10 0,-2-11 0,3 14 6,-2-2 0,2 1-6,-2 1 5,0-1-5,-3-12 0,3 9 6,-3-11-6,3 14 0,1-2 0,-1 1-6,0-3 6,-1 1-5,0-1 5,0 0-34,-2-19 40,2 14-6,-4-14-6,4 16 6,0-1 0,1-1-6,1-3-5,-1 1 11,0-5 0,0 2-5,-3-26-1,4 17 6,-3-17 0,3 19 6,0 2-6,0-2 5,-1 0-5,2 0 6,-2 0-6,1 0 5,-1-24-5,1 18 0,-1-19 0,0 27 0,3 1 34,-1 0-17,0-18-12,0 15 1,1-15 0,1 21-6,0 1 5,-1 2 1,0 2-6,0 1 5,0 1-5,2 2 0,-2 0 6,2 2-6,-4-16 6,2 13-6,-1-12-6,2 16 6,0 0 0,0 1-6,-1-17 6,0 14-11,1-16 6,0 17-1,0-4 6,-1 2-6,0-2 1,0 2 5,2 0-6,-1 0 6,1 0-5,1-2 5,-2-17 0,2 13 0,0-11 0,0 17 0,0 3 0,0-3 0,0 3 0,0-2 5,0-15-10,0 11 10,0-13-5,0 15 0,0-1 0,0-1 0,0 0 6,0-1-6,0-1 0,0-1 0,0-19 5,0 16-5,0-12 0,0 18 0,0 1 6,0 1-6,0-1 0,0 3 0,0-15-6,0 13 6,2-11 0,-1 18 6,2 1-6,-1 2-6,1 2 6,-3 1 0,3 4 0,-3 0 0,3-3-5,-3 5 5,1-1 0,0 8-6,0 3 6,1 0-5,-1 2-1,0 1 0,0-2 1,0 3-1,0-1 1,-1 1 5,0 2-6,0-1 6,0-1-6,0 1 1,0-2 5,1-1-11,1-7 5,2 0 0,1-9 1,1 2-23,-1-5 22,1-1 6,0-2 0,0-1-56,3-17 45,-3 10 5,3-10-27,-4 14 27,1 2 1,0 1-1,0 0 0,0 3-5,1-10 6,-2 10-1,0-5 0,0 12 1,-2 2-40,1 4 39,-2 1 6,0 3-39,0 3 34,1 0-1,0-1 0,0 0 6,0-3-5,0 1 5,1-3-11,2-2-73,1-4 33,3-3-5,0-1-5,1-2 55,1-7 6,-2 10-11,1-3 11,-4 11 0,-3 1 0,2-1 0,-2 0 0,2-1-51,4-7 18,-2 5 27,2-3-27,-2 8 27,-3 1 0,0 2 1,-1 0-1,0 0 6,1 1-5,1-3-1,0 2 0,0-2-33,3-7-6,0 2 40,3-4-29,-3 3 29,3 3-1,-3-1 0,5-6-5,-6 5 6,4-5-29,-5 7 28,-1 2-5,1 0-22,0 0-1,1-1-33,3-7 61,-1 5-44,1-7-1,-3 8 7,-1 1 10,0 1 28,-1 0-61,1 1 6,0-2 5,0 1 11,2-3 6,-2 4 27,0-1 7,-1 5-6,-2 0-29,2-1-10,0-1-28,0 1-40,1-2 84,-2 3 29,0 1-1,-2 2 1,-1 1-1,1 0 0,0-2 1,1-3 5,2 1-6,1-3-72,2-5 27,-1 5 12,0-3 28,-3 6 5,0 2-27,-1 1 33,0 0-6,0 0 6,-1 0 0,2-1-5,-2-1-1,-1 1 6,1-1 0,-1 2-6,1 1 1,-2 1-6,3-3 11,0 3-6,-1-3 6,-1 2-6,0 1 6,1-3 0,0 2 0,0-2 0,0 0 0,0 0 0,-2 1 0,2 1-5,-3 1 5,1 2-6,-1-1 6,0 1 0,2-1-5,-2-1 5,3-1-6,-3 1 6,3-1 0,-3 1 0,1 0 0,1 0 0,-2 1 0,1 0 0,-1 1 0,0-1 0,0 0 6,0 0-6,0 0 0,1 0 0,0-1 0,0-1 0,0 1 0,0-3 0,0 3 0,-1 0 5,0 2-50,0 6-5,0-2 0,0 5 16,0-4 28,0 3 1,0 2 5,0 3-6,0 3 1,0 1-1,0 3 6,1 0 0,1 3 0,2 0 0,-1 0 0,2 1 0,-2-2 0,-2 0 0,2-2 0,-3 0-6,3-1 6,-2 1 6,4 2-6,-3-4 0,0 1 0,0-6 6,-2-3-6,1 2 5,-1-3-5,0 1 6,1 1-1,0-1-5,0 0 0,-1-2 6,0-1-6,0 0 6,0-1-1,0-1-5,0-2 28,0-1-33,3-4-7,-3 0 12,3-3-11,-3 0 6,0-1-29,0-2 34,0-2-6,0-4 6,0-4-5,0-2-85,0-2 12,0-1 11,-1 2 16,-1 1 46,0 2-29,0 4 23,1 1 5,-1 4 1,2 1-7,-2 0 7,2 2-6,0-2 5,0-1-28,0 0 29,0-2 5,0 0-6,0 0-112,0-2 73,0 4 12,0-1 27,0 5 0,0 2 1,0-2-12,0-1 17,0 0 0,0-1-6,0 2 6,0 2 0,0-1 6,0 4 426,0-1-421,-1 6 28,-2 0-28,-3 2-11,-3-1-5,-2 0-1,-4 1-27,-1 0 27,-3 0 6,0-1-11,-2 3 5,0-1 6,2 2-5,0-2-1,3 1 0,1-3 6,2 0-5,3-1 5,-2 0 0,3 0-6,-5 1 1,4 0-1,-2-1 6,4 2-6,0-3 1,0 3 5,-1-3 0,1 3 0,-8 1 0,3 0 0,-5 2 5,4-2-5,0-1 6,1 0-6,-1-1 6,3 0-6,0-3 5,4 2 6,1-4-11,3 2 12,2-2-12,-2 0 0,0 1 0,-3 1 0,-1 2 0,1-1 5,-3 1 1,3-1-1,-1 0-5,1 0 6,1-1-6,0 1 0,2-3 0,-2 2 0,4-1-4151,-1 0-761,2-4 4912,0-4 0,0 3 0,0-2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8:42.073"/>
    </inkml:context>
    <inkml:brush xml:id="br0">
      <inkml:brushProperty name="width" value="0.08571" units="cm"/>
      <inkml:brushProperty name="height" value="0.08571" units="cm"/>
      <inkml:brushProperty name="color" value="#FF4E00"/>
      <inkml:brushProperty name="inkEffects" value="rainbow"/>
      <inkml:brushProperty name="anchorX" value="-1.74868E7"/>
      <inkml:brushProperty name="anchorY" value="-8.92933E6"/>
      <inkml:brushProperty name="scaleFactor" value="0.5"/>
    </inkml:brush>
  </inkml:definitions>
  <inkml:trace contextRef="#ctx0" brushRef="#br0">0 649 10657,'16'16'6262,"-4"-3"-5316,-12-16-72,0 3 2078,0-3-2868,0 8-6,0 1-5,0 5-6,0 2 23,0 6 22,0 6-11,0 9-28,1 5 5,4 7-22,0 3 12,3 3 16,1 1 50,0 3 34,1 0 140,1 20-213,-2-17-11,0 12-33,-3-26-1,-1-3-16,-1-3-1,-1 0 18,0-4 5,1 2 11,0-2 34,1 16-57,-2-14-38,3 9 0,-3-18-1,1-3 1,-1-1 39,1 13-12,-2-9-27,2 13 5,-2-13 45,0 4-45,-1-2 23,0 2-34,0-4 5,0 2 1,0-3-6,0 1 6,0-2-1,-1 8-5,0-8 6,0 5-6,0-13 11,0 1-5,0-4-1,0 1 1,0-2 44,0 6-50,0-6 39,0 2-39,0-7-5,0 0 5,0-2 0,0 3 0,0-2 5,0 5 1,0-3 11,0 11-6,0-7-11,0 6 0,0-9 6,0 0-6,0-2 0,0-1 0,0-3 5,0 4-5,0-5 0,0 3 6,0-4-6,0 0 0,0 1 0,0 0 5,0 2-5,0 1 6,-1 1-6,0 1 45,0-1-6,1 1 23,0-3-57,0 1 46,0-6 33,0 0 3944,0 1-4119,1-2 52,1 1-112,-1-1 117,2 0-44,-3 0-74,3 0 113,-1 0 39,3 0 0,1 0 0,6 0 6,0 0-1,4 0-5,0 0 6,2 0-6,-1 0 0,2 0 0,-2 0 0,1 0 0,-3 0 0,1 0 0,-1 0 0,0 0 0,-1 0 0,2 0 0,1 0 0,3-1 0,2-1 6,5 0-6,1-3 0,1 1 0,2-2 0,10-3 0,-7 3 5,5-1-5,-12 2 0,-1 4 0,-2-2 0,-1 3 0,0-3 6,7 0-6,-6 1 5,5-2-5,-10 3 0,-2-1 0,1 0-5,-3 1 5,-1-1-6,-1 1 6,-3 0 6,-1 0-12,-3 0 6,-1 0 0,0 1 0,0 0 0,1 0 0,0 0 0,0 0 0,2-1 0,0 1 0,3-2 0,2 1 0,4-1 6,2-1-6,3 0 0,0 2-6,14-2 6,-7 1 0,10 1 0,-11-2-5,1 3 5,1-1 0,-1 1-6,-1 0 6,0 0 0,-3 0 0,11 0 0,-9 0-6,8 0 6,-14 0 0,0 0 0,-4 0 0,0 0 0,-2 0 0,-2 0 0,2 0 6,1 0-6,-2 0 0,0 0 6,-4 0-6,-1 0 0,-1 0 0,0 0-6,-3 0 12,4 0-6,-2 0 0,4 0 0,1 0 0,3 0 0,2 0 0,5 0 0,2 0 0,18 0 0,-8-2-6,13 2 6,-10-1 0,0 1 0,2 0 0,1 0 0,1 0 0,-1 0 6,0 0-6,-1 0 0,-1 0 0,-1 0 0,-4 0 0,0 0 0,-3 0 0,-2 0-6,-1 0 6,-5 0 6,-2 0-6,-3 0 0,-5 0 5,-5 0-5,-5 0 6,0 0-12,-2 0 6,3 0 0,-2 0 6,3 0-6,0 0-6,1 0 6,-1 0 0,0 0 0,-1 0 0,1 0 0,2 0 0,3 0 0,1 0 0,0 0 0,2 0 0,-3 0 0,2 0 0,-1 0 0,0 0 0,0 0 0,-4 0 0,1 0 0,-4 0 0,0 0 0,0 0 0,0 0 0,0 0 0,0 0 0,-2 0 0,2 0 0,-3 0-5,3 0-1,-1 0 0,-1 0 1,2 0-1,-3 0 1,3 0-1,-2 0 0,2 0 6,0 0-5,1 0-1,2 0 6,3 0-5,3 0-29,3 0 28,2 0 6,4 0-16,11 0 4,-4 0 7,6 0-1,-11 0 1,1 0-1,-4 0 6,2 0-6,-1 0 1,9 0 5,-8 0-6,9 0 6,-9 0 0,3 0 0,0 0 0,0 0 6,2 0-6,-2 0 0,0 0-6,10 0 6,-9 0 0,7 0-5,-11 0 5,-1 0-6,0 0 0,2 0 6,-1 0-5,12 1 5,-7 1 0,5-1 0,-10 2 0,-3-3 0,1 1 0,-2 1 0,1-2 0,0 1-6,-1-1 6,9 3 0,-8-2-5,7 3 5,-7-4 0,0 3 0,2-3 5,6 3-5,-6-2-5,4 1 5,-9 0 0,-1-1 0,-1 1 0,5-1 0,-4 1 0,4-1 0,-7 0 0,2 0 5,-2-1-10,9 2 5,-6-1 5,7-1-5,-5 2 0,1-2 0,5 0 0,2 1 0,4-1 0,4 3-5,2-3 10,4 2-5,3-1 0,24-1 0,-15 2 0,15-2 0,-19 0 0,-1 0 6,2 0-6,21 0 0,-14 0 5,16 0-5,-20 0 0,0 0 0,0 0 6,-1 0 5,0 0-11,-1 0 0,1 0 0,0 0 0,-1-2 11,20 1-11,-17-2 0,15 1 6,-22-1 0,-1 3-6,0-3-12,21 3 7,-16-1-1,16 1 6,-21 0 0,1 0 0,1 0-5,2-1-1,1 0 6,1 0 0,2 1 0,0 0 0,3 0-6,25 0 6,-20 0 0,21 0 0,-26 0 0,3 0 0,-1-1 0,0-1 6,-1-1 5,22-3-11,-18 3 0,16-4 11,-23 4 29,0-1-29,0 1 28,-1 0-33,1 0-6,0 0 0,0 0 11,22-3-6,-18 3-5,15-3 6,-24 5-6,-2-2 11,-1 3 23,-1-3-34,-1 1 0,-1-1 0,-2 1-6,-2 0-16,-3-1 22,12 0 0,-14 0 0,10 0 0,-17 1 0,0 0 0,-4 0 0,9 0 0,-9 0 0,6 0 0,-11 1 0,-2 0 0,0 1 0,-4-2 0,0 2 0,-2-1 0,-2 1 5,4-3-5,-1 3 0,5-3 0,1 1 0,3-2 6,5 1 0,2-4-1,2 2 1,2-2-1,-1 0 1,11-2-6,-12 1 0,6 1 0,-17 4 0,-2 0 0,-1 3 6,5-3-6,-2 2 0,3-1 0,-3 0 0,0 0 5,-1 0-5,1 0 0,-2 0 0,5-1 0,-5 2 0,0-2 6,-3 3-6,-2-3 0,3 1 0,0 0 0,3-1 5,-1 1-5,3-1 6,2 2-6,-5-2 0,1 1 6,-10 1-6,1 1 0,-3 0 0,-1 0 0,-1 0 0,-2 0-6,3 0 6,0 0 0,2 0 0,0 0 0,1 0 0,1 0 0,1 0 0,1-1 0,-2 0 0,4-1 0,-3 1 0,4 0 0,-3 0 0,1 0 0,0 0 0,1 0 0,0 0 6,-2 0-6,3 0 0,3-1 0,-2-1 0,4 0 5,-5 0-5,0 0 6,-2 0-6,0 2 0,-2-2 0,-1 3 0,-2-1 0,0 1-6,-2 0 6,3-2 0,-2 2 6,2-1-6,0-1 0,1 1-6,-2-1 6,5 0 0,-6 1 0,2 0-5,-1 1 5,-2 0-6,1 0 6,0 0 0,0 0 6,1 0-12,0-1 12,2-1-6,-1 0-6,0 1 6,-2 1 0,-1 0 0,-1 0-6,0 0 6,-1-1 0,0 0-16,0 0 16,1 1-6,0 0 0,0 0 6,0 0 0,1 0 0,0 0 0,0 0 0,-2 0 0,1 0 6,-1 0-6,1 0 22,-1 0 314,1-1-330,-2-2-6,0 0 0,0-2 0,0 2 0,0 2-6,0-1 6,0 1 0,0 0-5,0-2 5,0 0-6,0 0 1,0 0 5,0 0 0,0-3 0,1 0 0,-1-8 0,3 3 5,-3-4-5,3 4 6,-2 0-1,1 1 1,1-1-6,-3 2 0,2-7 0,-1 6 6,0-4-6,-1 5 5,1 0-5,0 1 0,0-2 6,-1 0-6,0 0 0,0 2-6,1-3 6,0 1-5,0-8 5,-1 2 0,1-4 0,0 1-6,1 2 6,0-3-6,1-10 6,0 6 0,0-9 0,0 9 0,0 0 6,-1-2-6,3 1 0,-2-2 0,1 1 0,-1 1 0,-1-1 0,0 2 6,1-10-6,1 8 0,0-5 0,-3 8 5,2 0 1,-3 0-6,3 1 0,-1-1 5,-1-6 1,2 6-6,-3-3 0,3 9 0,-3 0 0,3 2-6,-3-1 6,3 0 6,-3 1-6,3-2 0,-2-5 0,1 5 6,0-4-6,-1 6 0,0 0 5,0-1-5,0 0 0,0-3 6,-1-11-6,0 7 0,1-9 0,0 10 5,0-2-5,-1 1 0,0-1 6,1 1-6,0-1 0,0 2 6,-1-10-6,0 9 0,0-8 0,0 10 5,0 1-5,0 0 0,0-9 6,0 9-6,0-8 0,0 12 0,0-2-6,0 3 6,0-1 0,0 3 0,0 0 0,0 1-5,0 0 5,0 2 5,0-1-5,0 4 0,0 0-5,0 4-1,0-1 6,0-1 0,0 1-6,0-3 1,0 0-1,0-3 1,0 2-1,1-1 0,0 3 6,0-3-5,-1 2-40,0 0 39,1-2 6,-1 3-11,2-7 6,-2 4-1,0-6 0,1 4 1,-1-2-6,2 0 5,-1-1 0,-1 2-10,2-5-18,-2 3 23,1-2 5,-1 0-44,2 3 39,-2-5-23,0 2 0,0-1 29,0 0-6,0 3-1,0-2 7,0 6-1,0-1 1,0 5 5,0 2-6,0-2 6,0 3-6,0-1 1,0 1-1,0 0 6,0 0-5,0 0 5,0-1 0,0-1 0,0 0 5,0-1-10,0 1 5,0-4 0,0 0 0,0 3 0,0-1 0,0 5-4671,0 1 1288,-10 1-3193,-4 4 6576,-16 4 0,14-3 0,-2 2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8:48.825"/>
    </inkml:context>
    <inkml:brush xml:id="br0">
      <inkml:brushProperty name="width" value="0.08571" units="cm"/>
      <inkml:brushProperty name="height" value="0.08571" units="cm"/>
      <inkml:brushProperty name="color" value="#FF4E00"/>
      <inkml:brushProperty name="inkEffects" value="rainbow"/>
      <inkml:brushProperty name="anchorX" value="-1.7514E7"/>
      <inkml:brushProperty name="anchorY" value="-8.93283E6"/>
      <inkml:brushProperty name="scaleFactor" value="0.5"/>
    </inkml:brush>
  </inkml:definitions>
  <inkml:trace contextRef="#ctx0" brushRef="#br0">93 766 8892,'16'8'718,"-4"-1"-763,-12-7 8972,0 0-8691,0-2-62,0 0-84,0-4-85,0 2 29,0-2-34,0-1 5,0 0-5,0 0 45,0 1-39,0 0 44,0 1-39,0-1 29,0-1 10,0 0-44,0 0 50,0-4-56,0 3 0,0-5 5,0 4-5,0 0 0,-1-1 6,1 1-6,-3-4 0,1 3 0,1-4 0,-2 3 0,1-1 5,-2-5-5,1 4 12,0-4-7,0 5 1,2 2-1,-2-1 1,0 0 0,0 1-1,-3-8-5,3 4 0,-4-6 6,4 7-12,-3-1 6,3 0 0,-1 2 0,1 0 0,0 2 6,0 0-1,-1-1-5,0 1 0,0 0-5,1 2-1,0-1 1,0 0-1,2-2 6,-2 1 0,1-4 6,-1 6-1,1-2 1,0 5 27,-1 1-27,3 0 61,-1 2 1445,1 1-1506,0-1-1,0-2-5,0-2 6,0-1-1,0 2 1,0 0 39,0 3 2112,0 1-2096,-3 1-61,2 0 1462,-1 0-1216,2 2-55,0-1 1848,0 2-2039,2-3 0,6 0 0,4 0 5,7 0 1,1 0-1,4 0-5,-1 0 6,0 0-6,0 0 0,-1 0 0,1 0 0,1 0 0,-1 0 0,2 0 0,0 0 0,3 0 6,1 0-6,4 0 5,2 0-5,2 0 0,1 0 0,-1 0 11,15 0-11,-14 0 0,10 0 0,-20 0 0,-4 0 0,-3 0 0,-3 0 0,-2 0 0,-3 0 0,0 0 0,9 0 0,-5 0 0,11 0 0,-7 0 6,2 0-6,1 0 6,-1-2-6,1 2 0,10-2 5,-8 1-5,8 0 6,-12 0-6,12-1 0,-8-1 0,9 1 0,-8 0 0,-1 1 0,-1 0-6,10 1 6,-9-1 0,10 1-5,-11-2-23,1 1 28,0 1 0,1-2 0,-1 2 0,15 0 0,-10 0 0,12 0-3392,-14 0 3386,0 0 6,-1 0 0,-1 0 0,-1-1 11,10-1-11,-7 1 6,9-2 39,-8 3-45,3-3 5,5 2 1,3-4 3391,5 1-3391,5-1 33,3 0-39,5 0 0,2-1 6,33-2 5,-22 2-5,22-2-6,-30 5 5,-3-1 1,-1 2-6,-2 0 5,-3 1-5,-2-1 0,-3 1 6,13 0-6,-19 1 0,8 0 0,-24 0 0,-5 0 6,-4 0-6,-4 0 5,-5 0-5,0 0 0,-5 0 0,0 0 0,-2 0 0,-1 0 0,0 0 0,-1 0 0,1 0 0,0 0 0,1 0-5,1 0 10,2 0-10,2 0 10,2 0-5,0 0 0,3 0 0,10-1 0,-4 0 0,10 0 6,-7 0-6,1 0 5,3-1-5,0 2 0,4-3 0,-2 3-5,3-2 5,-2 2 0,1 0 0,13 0 0,-8 0 0,10 0 0,-11 0-6,1 0 6,2 0 0,0 0 6,0-1-1,17-1 7,-11-1-7,12 0 29,-17 1-34,0 0 0,-1-1 0,-1 2 5,27-2 1,-22 1-6,20 1 6,-29 1-6,0 0 0,0 0 0,1 0 5,-1 0-5,3 0 6,0 0-1,5 0 7,1 0-12,2 0 5,-1 0-5,1 0 0,-1 0 6,0 0-6,0 0 0,16 0 5,-13 0-5,12 0 0,-17 0 0,-4 0 0,1 0 0,-1 0 0,0 0 6,14 0-6,-15 0 0,10 0 6,-17 0-6,-1 1 0,-2 1 0,-2 1 0,-2 0 0,-1 0 0,-4-2 0,4 2 0,-5-3 0,-1 3 0,-5-3 0,-5 1 0,0-1 0,1 0 0,-2 0 0,0 0 0,-1 2 0,0-2 0,0 1 0,0-1 0,-1 0 0,1 0 0,1 0 0,2 0 0,2 2 0,2-2 0,2 1 0,3 1 0,0-2 0,2 1 0,1 0 0,0 0 0,4 1 0,10 0 0,-4 1 5,10 0-5,-9-1 0,1-1 0,3 0 0,0 0 0,1 0-11,0-1 5,-1 0 1,13 1 5,-9-1-6,9 3 6,-11-3 0,0 3 0,2-3 0,0 2 0,1-2 0,16 0 0,-14 0 6,13 0-6,-19 0 5,2 0 1,-3 0-6,3 1 0,-1-1 0,3 2 0,-1-1 11,22 0-5,-12 1-1,16-1-5,-18-1 6,2 0-6,-2 0 0,0 0 0,0 0 11,19 0-11,-12 2 0,14-2 0,-18 3 0,1-3 6,2 3 5,0-3-11,1 3 6,1-3-6,-2 1 16,22 0 18,-18 0-28,15 1 5,-25-1-6,0 0 7,-4 0-7,-1 1 1,-3 0 5,8 0-11,-14-1 6,5 1-6,-14-2 0,-3 2 0,-2-2 0,-4 0 0,-2 0 5,-4 0-5,-2 0 6,-3 0-6,2 0-6,-1 0 6,1 0 6,-2 0-6,2 0 0,0 0 0,1 0 0,9 0 0,-2 0-6,8 0 6,-3 0 0,3 0-5,2 0 10,1 0-10,1 0 5,11 0 0,-9 0 0,7 0-6,-13 0 6,0 0 0,-1 0 6,0 0-1,-2 0 1,5 0-6,-6 0 0,3 0 0,-6 0-6,1 0 6,-1 0 0,1 0 0,-1 0 0,-2 0 0,1 0 6,0 0-6,1 0 0,6 0 0,-5 0 0,6 0 0,-8 0 0,1 0 0,-2 0 0,0 0-6,-2 0 1,0 0 5,-1 0-6,0 0 6,0 0-6,-1 0-5,3 0-34,3 0 12,0 0 27,2 0 6,-2 0 0,-3 0-5,1 0-29,-1 0 28,-1 0 1,1 0-1,0 0-11,6 0 12,-3-2-1,6 2 1,-4-2-1,2 1 6,-1-1-6,1 1 6,-2-1-5,6 1-1,-4-1 6,2 0 0,-6 0 0,-3 0 0,1 2 6,-1-2-6,-1 1-6,1 1 6,-2-2 0,0 1-5,-1 1-1,-2-2 0,2 1-27,0 1 33,0-3-6,0 1 6,1 1-5,0-2-1,1 2 0,-1-1 1,-1-1-1,0 3-5,-2-1-23,2-1 29,-1 1-12,3-2-17,0 0 29,2 0-1,0 0 1,-1 0-1,1 1-39,-2 0 40,-1 2-40,-1-3 39,-2 1-5,2 1 0,-3-1 5,3 2 1,-3-1-1,3 1 6,-2-3-6,3 3 6,-1-3-5,3 3 5,-4-1 0,2-1 0,-3 2 0,2-3 0,0 2-6,0-1 1,0-1 5,1 2 0,-1-1-6,4 0 6,-4 0-6,3 0 1,-5 0 5,2 1-6,-1-1 1,-1 1 5,2 0-12,0 0 7,0 1 5,1-2-6,-3 1-27,2 1 27,-1-2-5,-1 2 5,2-1 1,-3 1-1,3-2-11,-1 1 17,2 1-5,-2-2-1,0 2 0,-2-1 1,0 1-6,-2-2 5,2 2 0,-2 0 6,1 0-11,1 0 6,-3 0-12,3 0 17,-2 0 0,1 0 0,0 0 22,-1 0-571,0-1-1120,-1 0-2196,-26-1-5966,-8-1 8545,-26 3 0,26-1 0,6 1 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9:29.878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1.76393E7"/>
      <inkml:brushProperty name="anchorY" value="-8.94831E6"/>
      <inkml:brushProperty name="scaleFactor" value="0.5"/>
    </inkml:brush>
  </inkml:definitions>
  <inkml:trace contextRef="#ctx0" brushRef="#br0">53 59 6848,'13'4'1333,"-2"-2"-913,-11-2 393,0 0-483,-2 5-22,2-3 78,-1 3 51,1-5 2246,0 0-2672,-3 0-5,1 0 5,-3 1-5,0 1 5,1 1 23,-1 0-23,2-2-6,0 2 57,1-3 11,-1 2 44,-2-1 1,2-1-45,-2 2-23,0-2 247,-1 1 33,0-1 90,2 2 382,1-2 3628,1 0-4150,9 0 67,-2 0-39,10 0-11,-2 0-56,6 0-34,3 0-27,4 0-46,4 0-44,2 1-12,3-1-38,2 1 38,1-1 51,3 0 33,3 0 12,5 0-23,5 0-50,3 0-34,5 0-17,2 0 29,1 0-23,1 0-11,-3 0-6,25-2-34,-24 0 1,16-1 5,-31 0-5,-5 3-1,-5-1 1,-5 1 5,-3 0-5,-5 0 5,-2 0 73,7 0-28,-9-2 6,8 2-6,-8-1-6,-1 1 0,1 0-44,-2 0 0,2 0 38,9 0-38,-6 0 0,6 0 38,-9 0-38,0 0 28,3 0-34,0 0 5,2 0-5,1 0 56,2-1-45,11 0 23,-11 0-34,7 1 0,-14 0 0,-2 0 6,-1 0-6,-2-1 0,0 0 16,6-1 29,-7 1-39,5 0 27,-11 0-27,2 0 0,-3 0-1,2 1-5,-1 0 6,3 0-6,-1 0 5,11-1 1,-5 0 5,10-1 40,-6 0-46,1-1 29,2 2 11,0-2-40,2 1 34,19-2-33,-10 1 0,14-1-6,-11 1 0,0 1 5,1 1 1,1 1-6,1-2 0,1 2 0,1-2 5,2 1 1,2-1 5,23-1-11,-17-1 6,16 1 27,-23 1-27,-1 1-6,-3-1 6,20 0-1,-18 1 1,14-2 44,-17 1-44,-2-1 5,3 2-5,-1 0 5,2-1 22,1 2-5,2-1-22,-1-1 22,3 2 11,22-1-39,-15 1 6,18 0-1,-22 0 40,1 0-45,1 0-5,28 0 5,-20 0 5,19 0-5,-26 0 0,-2 0 6,0 0 5,-1 0-5,-1 0-1,-1 0-5,-1 1 6,0-1-6,0 3 5,23-1-5,-19 0 6,18 1-6,-25 2-6,-3-2 6,0 1 0,11 2 0,-14-3 6,9 3-6,-20-3 0,-3 0 6,0 0-6,-4 0 5,1-1-5,-2 1 0,1 0 28,10 2-28,-7-2 0,10 1 11,-9-2-5,2-1-6,0 0 6,2 0-1,0 1 1,1-1 5,0 1-5,17 0-1,-11 1 1,13 0-6,-14 0 5,1 0 1,3 0 0,4 1-1,4-1 40,30 3-39,-16-5-1,22 3 1,-22-2-1,0 1 2,2 0-7,0 0 0,0 0 5,-1 1-5,2-1 45,23 4-39,-21-3-1,20 1-5,-31-3 0,-2 1 0,-4-2 6,-6 1-6,-2 0 0,-6-1 0,-5 1 5,5 0 1,-14 0 0,2 0-6,-12-2 5,-5 2-5,1-2 6,0 0-6,2 0 0,13 1 0,-2-1 0,12 2 5,-6-2-5,3 0 0,-2 0 6,2 0-6,-2 0-6,13 0 6,-11 1 0,8-1 0,-13 3 0,0-3 0,-2 3 0,-2-3 0,0 3 0,-1-3 0,-1 2 6,7-2-6,-6 0 0,3 0 0,-6 0 0,-3 0 0,2 0 0,-2 0 0,0 0 0,4 0 0,-7 0 0,10 0 0,-13 0 0,5 0 0,-8 0 0,2 0-6,0 0 6,1 0 0,-2 0 0,4 0 0,-4 0-5,3 0-1,-4 0 1,-3 0 5,1 0-6,-2 0 0,0 0 1,0 0 5,1 0 0,-2 0 0,1 0-11,1 0 11,-3 0 0,2 0 0,0 0 0,2 0 0,1 0 0,1 0-6,0 0 0,1 0 1,-1 0-1,1 0-27,-1 0 26,-1 0 2,-1 0-6,-1 0 5,-2 0 0,1 0-10,-1 0 10,1 0 897,-1 0-852,1 1-5,-2 2-29,0 0 7,0 1-7,0-2 29,0-1-17,0 0-6,0 1-6,0 0 1,0 0 0,0-1-6,0 1-6,0 0 0,0 1-27,-2 1 33,2 2 5,-1 3 1,1 2-6,0 3 6,0 2-6,0-1 5,-2 2 1,2-1-6,-3 2 5,2 0-5,-1-1 6,0 1 0,0-2-6,0 1 5,1-3-5,1 2 0,-1-5 0,0 1 0,0 3 0,1-4 0,-1 3 0,0-5 0,0 0 6,1-1-6,0 1 0,0 0 0,0 0 5,-1-2-5,1 6 0,-3-5 0,3 8 0,-3-4 0,1 2 0,1 2-5,-2 8 5,1-3 0,0 8 5,0-9-5,-1 4 0,3-4 0,-3 4 0,3-2 0,-3 1 0,2 1 0,-1-1 0,0 1 0,1-1 0,0 1 0,0 8 0,0-6 0,-1 5 0,1-8 0,0-2 0,1 1 0,-1-1 0,-1-1 0,0 9 0,0-8 0,2 4 0,-2-9 0,1 0 6,1-1-6,-2 3 0,2-3 0,0 0 0,0 0 0,-1 6 0,1-6 0,-3 6 0,3-9 0,-2 3 0,2-2 0,0 0 0,-1 2 0,1 3 0,-1-2 6,1 4-6,0-5 0,0 1 0,0 0 0,0 0 0,0 0 0,-2 6 0,2-6 0,-1 6 5,1-5-5,0 0 6,-2 1-6,2 0 0,-1-1-6,-1-1 12,2 0-6,-3 4-6,3-4 6,-1 4 6,1-6-6,-1-1 0,0-2 0,-1 1 0,1-3 0,0 2 0,1-4 0,0 0 0,0-3 0,0-1 0,-1 1 0,0 0 0,0 0 0,1 0 5,0-1-5,0 3 6,0-3-6,0 3 0,0-3 0,-1 3 0,0-2 0,-1 2 0,0 1 0,-1-1 6,2 3-6,-2 0 0,1-2 0,1 2 0,-2-3 0,3 1 0,-3-1 0,3 1 0,-3-1 0,3 1 0,-1 0 0,1-2 0,0 0-6,0-2 6,0-2-6,-2 2 6,2 0 0,-1 0 0,1 1 0,-2 3 0,2-2 0,-3 4 0,3-3 0,-1 1-5,1-1 5,0 3-6,0-3 6,0 2-5,0-2-35,-2 7 35,2-5-6,-1 6 5,0-5-5,0 3-23,-1-3 29,1 0-1,-1-1-11,1 0-16,0-2 27,1-1 0,0-3-5,0 1 6,0 0-1,0 0 0,0 2 1,0-1-1,0 0-22,0 0 28,0-2 0,0 1-5,0-2-2863,0-1 207,-8 2-1943,-2-1 4604,-9 1 0,9-1 0,1 1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9:16.988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1.7541E7"/>
      <inkml:brushProperty name="anchorY" value="-8.93627E6"/>
      <inkml:brushProperty name="scaleFactor" value="0.5"/>
    </inkml:brush>
  </inkml:definitions>
  <inkml:trace contextRef="#ctx0" brushRef="#br0">96 36 7123,'12'12'2016,"-2"-3"-1428,-10-9 487,0 0-414,0-9-28,0 5-106,0-7-85,0 8-94,0-1-63,0-1 29,0 1 39,0-2 151,0 3 140,0 0 2307,0 2-464,0 0-2190,-1 0-185,-1 0-11,0 1-23,0 0-72,0 0 0,1 0-6,-2 1-6,3 2 6,-3 4 6,3 4 5,-3 6-6,3 4 7,-3 5-7,3 4-5,-1 1 0,1 2-5,0 2 5,0 1 0,0 2 44,0-3 18,0 3-12,-2-1-16,1 1 39,-2 17-28,1-12 50,-1 10-17,2-16-21,-2-2 27,1-1-17,0 0-5,1-3 5,-1-1 0,1-2 84,0 12-145,0-12 28,0 8-29,0-12 29,1-1-29,0 1 1,0-1 5,0 1 6,0 8-11,0-6 5,0 5-6,0-7 1,0-4 0,0 4-1,0-4 1,0 2 5,-1-1 28,0-1-28,0 10 23,1-8-28,-1 7 44,0-11-39,0 1 40,1-2 5,0 1-23,0 1 12,0 7-45,0-4 6,0 5 94,0-7-49,0 1-40,0 1 28,0-1-33,0 1 39,0-3-40,0 0 12,0 3 33,0-4-44,0 2 56,0-4-57,0-1 1,-1 2 5,-1 2-5,-2 0 5,1 2-6,-1-2 46,-1 9-6,2-8-40,-3 7 1,3-8-1,0-1-5,1-1 6,0 1 0,0-3 5,0 4-11,0-4 5,1 2-5,-2-5 6,3-1-6,-3 1 0,3 1 0,-2 0 0,1 3 0,1-1 0,-3 8 0,2-8 0,-1 4 0,1-9 0,1-2 0,0-3 0,0-2 0,0-2 566,0 0-572,1-1-22,2 2 28,4-2 45,6-2-40,5 1 7,8-2-7,4-1 29,4 0-29,2 0 1,0 0 0,0 1-6,-1-2 5,-1 4-5,-1-2 6,-3 3-6,-3-3 0,-1 3 0,-2-3 5,-2 3 7,1-1-12,-1-1 5,3 2 6,-1-3-11,2 3 6,-2-2-6,11 1 0,-9-1 0,6 0 0,-8 0 0,-4 0 6,4 1-1,-4 0 29,4 1-29,-4 0 29,1 0-23,6 0-11,-9 0 6,6 0-1,-10 0 7,1 0-7,1 0 40,0 0-6,2 0 23,7 0-29,-4 0-27,6 0 28,-7 0-29,-1 0 1,-3 0-1,0 0 29,-3 0-23,-1 0 23,-2 0 39,4 0-68,-1 0 29,4 0-1,0 0 29,1 0-23,3 0 6,-1 0-39,0 0 38,-1 0-38,-2 0 33,6 0 6,-7 0-39,3 0-1,-9 0 40,-3 0-39,0 0 38,-1 0-9,-1 0 4,-2 0 6,-1 0-12,0 0-27,2 0 39,1 0 22,3 0-62,3 0 40,5 0-39,2 0-6,3 0 5,13 0 1,-5 0-6,10 0 6,-10 0-1,3 0 1,1 0 33,19 0-39,-11 0 0,12 0 6,-14 0-6,-1 0 0,-1 0 5,-1 0-5,-1 0 0,-1 0 6,0 0-6,-2 1 5,-1 0 35,11 1 4,-11-1 1,18 0 0,-23-1-39,6 0 5,-11 0-6,-1 0 7,1 0-1,10 1 0,-5 0-5,7 0-3365,-7 0 3365,-1 0-6,3 1 11,-2-2 23,5 2-1,-2-1-27,5-1 78,19 2-39,-9-2-40,16 0 3393,-15 0-3365,2 0-27,2 0 0,1 1 5,0-1 22,0 2-33,-2-1 6,23 1 0,-19-1-6,17 2 5,-21-3-5,1 3 0,1-3 6,0 1-6,-2-1 17,22 0-12,-20 2 1,17-2-6,-25 3 5,1-3 1,-2 2-6,0 0 6,-1 1-6,0-1 11,-1-1-6,20 0 1,-15 0-6,16 1 6,-21-1-6,1 0 0,-3-1 0,-1 0 0,-3 1 0,13 0 0,-12 0 5,13-1 1,-15 0-1,2 0-5,0 0 6,-2 0-6,3 0 6,-1 0-6,1 0 0,20 0 5,-10 0 1,18 0-1,-13 0 1,4 0 0,3 0-6,5-1 5,0-1 1,30-2-1,-24 2-5,21-2 6,-29 3-6,-2 0 0,-2 0 0,-1 0 0,-2-1 0,0 2 0,-2-3 0,19 1 0,-18-1 6,13 0 5,12 1-11,-28-1 0,25 0 17,-17-2-12,-14 2-5,13-2 0,-18 1 34,0-1-34,3 0-6,0-1-27,6 1 27,2-1 6,2 0-6,3 0 1,1 1 5,25 0-6,-19 2 6,18-3-5,-28 3 5,-1-1 0,-3 2-6,12-2 0,-19 2 6,9-2 0,-19 2 0,-2 0 6,-1 1-6,-2-1 0,0 1 0,-3 0-6,0 0 40,8-1-34,-7-1-6,6 0 6,-8 2-5,0-2 5,-2 1 0,1-1 0,-2 0 0,1 1 0,0-1 0,6 0-6,-4 0 6,5 0-5,-9 1 5,0 0 0,0 1 0,7-3 0,-3 2 0,7-2 0,-5 1-6,1 0 6,3 0-6,1 2 1,1-2 5,-1 3-6,0-3 1,-2 3-1,-2-1 6,7 1 0,-11 0 6,4 0-6,-11 0 0,-3 0 0,2 0 0,-2 0 0,0 0 0,4 0 0,-6 0 0,1 0 0,-6 0 0,0 0 0,-1 0-3249,-1 0-1075,-6 0-5507,-8 0 9733,-14 0 0,11 0 0,-2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9:18.777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1.75774E7"/>
      <inkml:brushProperty name="anchorY" value="-8.94184E6"/>
      <inkml:brushProperty name="scaleFactor" value="0.5"/>
    </inkml:brush>
  </inkml:definitions>
  <inkml:trace contextRef="#ctx0" brushRef="#br0">121 49 7067,'14'9'-482,"-2"-2"-22,-12-7 1574,0 0-466,0-13-72,0 10-45,-2-12-122,2 15-124,-1-3-135,0 3-44,0-3-23,-1 2-33,0-1-6,0 0 0,0 1-11,0 0 11,-2 1 0,1 0 89,-2 0 46,4 0 27,-2 0 168,3 0-318,-3 0-124,2 0-90,-2 0 6,0 0-22,0 0 55,0 0 124,0 0 39,1 0 0,0 0-174,1 0 34,-1 0 44,0 0 46,0 0 50,0 0 62,2-3 151,-2 1 140,2-2-11,0 2-46,0 0-27,0 0-157,0-1-39,0 2 1176,0-1-919,-2 2-72,1 0 431,-2 0-454,2 0 180,1 0 190,-3 0-460,1 0-44,1 0 67,-2 0 28,3 0-22,-3 0-62,2 3-79,-4 0 6,2 6-33,-1 0 0,1 3-6,0-1 0,1 4 0,0-2 5,2 5 23,-3-2-22,3 2-6,-3-2 0,1 0 0,-1-2 5,2 0-5,-2-2 6,3-2 5,-2 0-11,2-4 6,0 1 5,0-4 23,0 0-34,0-1 5,0 0-5,0-1-1288,-1 0-565,-3-1-2780,-1 1 4633,-2 0 0,4 0 0,0-1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9:45.368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1.76758E7"/>
      <inkml:brushProperty name="anchorY" value="-8.95387E6"/>
      <inkml:brushProperty name="scaleFactor" value="0.5"/>
    </inkml:brush>
  </inkml:definitions>
  <inkml:trace contextRef="#ctx0" brushRef="#br0">0 13867 8198,'9'8'3842,"-3"-3"-2867,-6-5 5422,0 0-5983,-2-1-56,1 1 981,-1-2-1233,5 1-39,6 0 28,5-4-22,6 1-17,1-3 6,4 0-62,0 0 0,3 0 0,0 1 0,0-3 5,1 3 1,-4-1 0,1 1-1,-4 0 1,0 2 27,-1-1-33,-2 1 0,1 1 6,-2-1 0,1 1 33,5 1-34,-6 1 7,6 1-6,-9 0 5,1 0 28,0 0-27,-1 0 21,2 0 90,5 0-27,-5 0-7,4 0 6,-6 0-5,0 0 11,-2 0-62,-1 0 28,-3 0-22,2 0-39,-6 0 44,5 0-44,-6 1-6,2-1 5,0 3 29,0-1-1,0 1 7,1 0-7,1-1 6,4 4-27,-1-1-7,2 2-5,-1-2 6,-2 0-6,2 0 0,1 1 0,-1 0 5,1-2 1,-1 2-6,3 1 6,-2-1-6,2 3 0,-5-3 5,-1 0 6,-1-1-5,1 1 28,0 0-23,4 3 0,-4-3-5,4 3-1,-5-4 1,0 1-1,0 0 23,0 0-28,1 0 6,5 4 0,-4-2-6,4 3 5,-5-3 1,1 0-6,-1 0 5,1 1-10,1 1 5,-1-1 0,2 1 5,5 1-5,-5-1 6,3 0-6,-8-3 6,2-1-6,-3 0-6,1-2 6,-1 2 0,2 0 0,-2 0 6,2 1-1,-5-2-5,3 0 0,-2 0 6,1 1-6,0 0 5,0-1 1,2 3-6,-1-2 0,1 1 11,3 2-11,-4-3 0,3 1 0,-5-1 0,1-2 6,-2 1-6,5 3-6,-1-3 6,2 4-5,-1-3 5,1-1 0,1 3 0,2-2 0,1 2 0,1-2-6,-1 2 0,0-2 1,-1-1 5,2 1 0,-3 0 0,1-1 0,-4-1 0,-2-1 0,2 0-6,0 1 6,-1-2 0,0 2 0,-2-4 0,-2 1-5,2 1 5,-2-2 0,0 3-12,-2-3 12,2 1 0,-2-1 0,4 2 0,2 1 0,1 0 0,3 1 0,0-1 0,2 0 0,0 0 17,7 0-11,-4 0-1,2 0-5,-3 0 6,-1 0-6,1-2 6,3 2-1,-3-2-5,1 2 6,-3 0-1,0-1 1,-1-1 5,1 1-5,-5-2-1,0 3-5,-6-3 6,0 1-6,-1-1-11,1 0 11,0 1 0,2 0 0,2 1 0,2-1 0,2 1 5,1 0-5,4 1 6,4 0 5,2 0-5,2 0-1,3 0-5,1 0 6,3 0-6,-1 1 6,0-1-6,2 1 0,0 0 0,2 0 11,17 3 0,-10-5 28,12 3-28,-16-5 17,-1 2-28,-1-2 0,9 0 6,-12 0-12,4 0 6,-13 0 0,-3 0 6,-1 0 0,-1 0-6,-2 0 11,2 0-6,-1 0 46,2 0-46,0 0 12,10 0 17,-6 0-29,11 0 7,-8 0-12,3 0 5,0 0-5,3 0 0,0 0 6,2 0-1,2 0-5,19 0 12,-12 0-12,12 0 5,-17 0 6,-2-2-5,0 2-6,-1-1 6,-2-1-1,12 1-5,-14-2 0,9 1 0,-18 1 0,-1 1 0,-5 0 0,0 0 6,-6 0-1,-1 0-5,-3 0 0,-2 0 6,-2 0 11,0 0-23,1 0-5,0 0 11,0 0 0,1 0 0,0 0 0,3 0 0,-1 0 0,0 0 0,3 0 6,0 0-6,3 0 0,1 0-6,1 0 6,1 0 0,1 0 0,1 0 0,-1 0 0,4 1 0,-5 1 0,3 0 0,-5 0 0,-2 0 0,0 1 0,-1-2 0,0 1 6,1-1-6,-5-1 0,2 2 0,-7-2 0,1 0 0,1 1-12,-2-1 12,2 2 0,1-1 6,5-1-6,1 3 6,4-3-6,0 3 0,4-2-6,1 2 6,5 0 6,1 1-6,5 0 0,0 1 5,3-2-5,-3 3 6,3-1-6,-1 1 0,1-2 0,1 2 5,11-1 1,-10 2 0,7-1-6,-14-1 0,-1-2 0,-2 2 0,1-2 0,-1 1 0,1-1 0,0 1 0,9 0 0,-8 0 0,6-1 0,-13-1 0,2 0 0,-5 1 0,9 0 0,-7 0 0,6 0 0,-6 0 0,1-1-6,0 1 6,3 0 0,0 0 0,2 2 0,-1-2 0,2 1 0,0-1-6,14 3 12,-6-2-6,8 2 0,-8-1 0,0-3 0,2 1 0,0 0 0,1 0 0,16 3 0,-11-3 0,14 4 0,-17-3 0,3 0 0,0-1 6,2-2-1,2 2 40,-1-1-6,3-1 12,19 3-12,-13-2-28,14 1 23,-21 0-29,-1-3 29,-2 1-1,1-1-27,-4 2 11,18-2-12,-17 1 1,10-1 0,-19 0 27,-3 0-27,-1 0-6,-2 0 39,-1 0-33,-3 0-1,0 0 12,4 0-11,-5 0 5,3 0-6,-7 0 1,2 0 39,0 0-40,2 0-10,2 0 5,14 0 5,-5 0-5,11 0 6,-10 0 0,3 0-1,2-1-5,2-1 6,2-1-6,-1 0 5,3 0-5,14 0 0,-11 1 0,10 0 0,-18-1 0,-2 3 0,1-3 0,-2 3 0,-1-3 0,14 3 0,-14-3 0,12 3 6,-18-2-6,1 1 0,-3 0 0,-1 1 0,-1 0 0,-3-1 0,0 0 0,-3 0 0,2 1 0,4 0 0,-4 0 0,5 0 0,-9 0 0,1 0 0,-1 0 0,10 0 0,-7 0 6,8 0-6,-10-1 0,2 0 0,-1 0 0,3 0 0,1 0 0,0 0 0,0 0 0,1 1 0,-1-2 5,11 1 1,-8-1-6,7-1 0,-10 0 0,-1 0 0,1 1 0,-2 0 0,-1-1 0,1 2 0,-7-1 0,0 1 0,-8 1 0,-3 0 0,0 0 0,-3 0 0,3 0-6,-2 0 6,4 0 0,-1 0 0,2 0 0,3 0 0,0 0 0,4-2 0,1 2 0,5-1 0,2 1 6,3 0-6,2 0 0,1 0 0,2 0 0,2 0 0,0 0 0,1 0 0,0 0 0,0 0 0,-1 0 0,1 0 0,10 0 0,-10 0 0,7 0 0,-12 0 0,-1 0 5,2 0-5,0 0 0,1 0 0,14 0 0,-11 0 6,11 0-6,-13 0 0,1 0 0,2 1 0,0-1-6,1 2 6,1-2 0,0 0 0,18 0 0,-14 0 0,12 0 0,-16 0 0,-3 0-5,2 0 5,-2 0 0,-1 0-6,14 0 6,-12 0 6,10 0-6,-14 0 0,-4 0 0,2-2 0,-4 1 5,1-2-5,-4 0 6,0 0-6,0-1 11,-4 2-5,-2-2 5,-5 2 23,-5-1-29,1 0 23,-2 2-28,1-2 0,4-1 0,2-1 6,4-3-6,2 0 0,2-2 0,5-2 5,1-1-5,5-3 6,1-2-6,5-1-6,18-12 6,-9 7 0,15-8 0,-20 9 6,-1 2-6,-2-1 0,-3 2 0,-2-1 11,14-10-11,-12 7 6,9-7-6,-14 9 5,-3 1-5,0 2 0,-1 0 0,-4 3 6,1 0 0,-5 1 27,5-5-33,-6 6 0,3-6 0,-5 7-5,-1-1 5,3 0 0,-3 2 0,1 0 5,2-5-5,-2 7 0,1-8 0,-1 6 0,-2-3 0,5-1 0,-1 0 0,2-3 6,1 0-6,-1-2 5,1 0-5,1 0 6,7-12 0,-7 10-6,6-9 5,-8 11 1,-1-2-6,0 2 5,-1-1-5,-2 0 0,8-6 0,-8 4 0,8-3-5,-7 8 5,-1 1-6,0 2 6,-1 0 6,-2 1-6,0 2 0,-2 0 5,3-4 1,-3 5 0,2-4-1,-3 5 1,1-1-1,-2 2-5,1-1 6,0 0 0,-2-1 5,2 2-6,-3 0 29,2 0-23,0 1 23,-1-3-23,3-2-5,-4 2 38,4-3-4,-4 6-7,1-1-22,1 0 40,-3 1-46,1-1 40,-1-1-45,0 1 6,4-7-1,-3 3-5,4-4 6,-4 4 0,2 2 5,0-2 22,-1 2-27,0-1 28,-1 1-29,0 0 12,1-6-11,0 3-1,2-5 1,-1 6-1,0-2 1,0 1 5,3-9-5,-4 7-1,3-5 1,-5 8 0,1 0-1,-1 2 6,0-1-5,0 1 5,0-1 28,0 1-27,1-8-7,1 6 1,-1-6-6,2 4 0,-3 1 0,1-2 0,-1 2 0,0-1 5,2-7 1,-2 5-6,1-5 6,-1 7-6,-1 3 5,0 0 1,-1 3-6,1 0 5,-2 2 7,2 1 44,-2 1-45,0 1 23,1 1-28,-1 1 27,2-1-27,-2 1 5,1-3-5,-1 3-1,2 0 1,-1 0 5,-1 2 0,2-2-5,-2-1-1,0 0 1,0-3 0,0 3 38,0-5-38,1 0 33,-1-5-5,2 1-34,-2-2 33,1 3-27,-1-1 5,1-1-5,-1 0 44,0-2-44,0-1-1,0-1 12,0-12-11,0 5-6,0-7 5,0 8 1,0 1 0,0-1 27,0 2-27,0-1-1,0-10 35,0 9-1,0-22-28,0 21-5,0-10-1,0 12 29,0 0-29,0 2-5,0 0 6,0 2 0,0-8-1,0 7 1,0-5-1,0 9 1,0-2-6,0 3 0,0 0 6,0 0-1,0 0-5,0 0 11,0-7-5,0 5 0,0-4-1,0 8-5,0 1 6,0 1-1,0-4 1,0 4 0,0-1-1,0 4 1,0 0-1,0 1 1,0-1 5,0 0-5,0 1-6,0-2 5,0 2 1,-1-1 0,0-4-6,-1 2 5,1-4-5,-1 3 6,2 0-1,-3 1-5,3-2 6,-3 0 0,3-6-1,-3 3 6,2-5-5,-1 6 28,0-1-29,1-1-5,-1 0 11,0-1 23,-1 0-34,0 1 28,0-10-22,0 7-6,0-7 11,0 9-6,1-1 1,-1 1 0,1-1-1,-1 0 1,0-10-6,-1 7 5,-1-9-5,1 10 6,0-1 0,2 2-1,-2-1 1,2 2-6,-1-3 5,-1 3 46,0-11-46,-2 9 7,1-9-7,0 11 1,1-3-6,0 3 11,1 0-5,0 0-1,-1 0-5,1 2 17,-4-6-11,3 5-1,-1-4 1,2 6-1,0 1 1,0-2-6,0 1 6,0-3-1,-2-6 1,1 5-6,-2-7 5,3 10 1,1 0-6,-1 1 6,0 1-6,0-1 5,0-6 1,0 4-1,1-4 7,0 7 21,1 0-27,-1 1-1,1 1 1,0 1 0,1 0-1,0 0 1,-1 2-1,0-1 7,0-2-7,1 3 1,0-3-6,0 4 0,-1-1 5,0 0 1,0-4-6,1 3 0,0-1 0,0 3 0,0 0 6,0-1-6,0-1 0,0 1 5,-1-4 1,1 3-6,-2-5 0,2 2 5,-1-7 1,1 4 5,-2-4-5,2 4-1,0 1 1,0-3 0,0 1-1,0-2 6,0-8-5,0 6 0,0-6-1,0 7 6,-1 2-5,1-2-6,-3 0 6,3 0 27,-3-1-27,3 1 11,-3-11-12,3 8 1,-3-8-1,3 10 7,-1 1-7,-1-1 6,2-9-5,-3 8-6,3-8 6,-1 9-1,-1-1 1,1 2-1,-1-1-5,0 1 6,1 2 28,0-1-23,0-6-6,0 6 7,-1-6 21,1 9-27,0 0-6,1 0 11,0 0 39,0 1-44,0-3 0,0 3 10,0-8-10,0 5 0,0-6-1,-1 6-5,0-1 6,0 0-6,1-2 5,0 1 7,0-1-12,0 2 11,0-10-6,0 6 1,0-7 0,0 5-1,0 3-5,0-4 6,0 1-6,0-3 5,0-11-5,0 9 6,0-7-6,0 11 0,0 1 0,0-2 6,0 1-6,0-1 11,0-12-11,0 8 5,0-10 1,0 12-6,0-1 6,0 2-6,0 1 0,1 0 0,0 1 0,1-2 5,-1-12-5,1 8 0,-1-8 0,1 11 6,-1 1-1,1-1-5,-1 1 6,0-1-6,0 2 0,-1 1 11,4-11 0,-3 9-11,3-9 12,-2 12-7,0 1-5,1 0 6,0 1-6,0-1 5,2-10-5,-4 8 0,3-6 0,-2 8 0,0 2 6,0 0-6,-1 0 0,0 2 6,0-1-6,0 1 0,1-1 0,0-1 0,1-9 0,-2 5 0,2-5 0,-3 8 5,2 2-5,-2-1 6,0-8-6,0 7 0,0-6 5,0 7 1,0 1-6,0-1 6,0 0-6,0 0 0,0 0-6,1-2 6,-1 1-6,1-3 6,-1-11 0,0 8 0,2-9 0,-2 11 6,2 1 0,-1-1 5,-1-9 0,3 8-5,-3-7-1,1 11 6,-1 1-5,0-1-6,0-1 0,2 2 6,-2-2-1,3 1-5,-3 2 6,3-1 39,-2-6-40,1 7-5,0-6 6,-1 10-1,0-1 1,0 0 0,0 0-6,0-2 5,-1-8 1,0 6-1,0-8 1,0 10 0,1-1-6,0 2 44,0-11-38,-1 7-6,0-7-6,0 11 6,0-1 12,0 0-12,0-2 11,0 0-6,0-1-5,0 1 0,0-1 6,0 1 0,0-7-6,0 8 5,0-5-5,0 10 0,0 1 0,0 2 0,0 0 6,0 0-6,0 2 5,0-2 1,0-5 0,0 4-1,0-4-5,0 5 34,0 0-34,0-1 0,0 0 11,0 0 0,0-8-5,0 2-6,0-3 5,0 3 1,0 2 0,0-1-1,0-1 6,0 1-5,0 0 0,0 0 10,0-6-16,0 4 0,0-5 6,0 7 0,0-1-1,0 1 6,0-1-5,0-1 5,0-9-5,0 5 27,0-5 1,0 10-28,0 1-6,0 1 0,0-2 33,0 1-27,0 0-1,0 2 1,0 1 0,-1 0 5,0-6 0,0 4-5,1-5-1,0 6 1,0 2-1,0-1 1,0-5-6,0 3-6,0-2 6,0 5-5,0 0 5,0-1 0,0 0 0,0-2 5,0 1 1,0-2-6,0-10 0,-1 6 6,0-9-6,0 11 0,0-3 5,0 3 1,0-4-1,1 1 1,-1-15-6,0 9 0,-1-9 0,2 13 6,-3-1-6,3 1 5,-2 0-5,1 0 6,1 1-1,-3-2-5,3-12 6,-2 9 5,2-8-5,0 11-1,0 1 1,0 0-6,0 0 6,0 2-1,0 0 1,0 2 5,0-11-5,0 9-1,0-8 1,0 10-6,0 1 5,0 0 1,0 3-6,0-1 11,0-7-11,0 6 28,0-7-22,0 8-12,0 0 12,0-1-6,0 1 0,0-2 5,0 1 1,0-2-12,0-7 6,0 5 0,0-7 0,0 10 0,0-2 6,-1 1 0,1-13-6,-3 9 0,3-11 0,-2 12 5,1-4 1,1 1-1,-1 0 1,1-1-6,-2 1 6,2 0-6,-1-1 0,-1 1 5,2-14-5,-3 11 6,3-11-6,-3 14-6,3 1 6,-1 0 6,1 2-6,-1 1-6,0-9 6,-1 9 0,1-5 0,-1 9 6,1 2-6,0 0 0,0 3-6,0 1 1,-1-3 5,1 5 0,0-3 0,1 7 0,0 1-6,0 0 6,-1-2-6,1 1 6,-2-3 0,2 3-5,0-7 5,0 4 0,0-5 0,0 5 0,-1 1 0,1-1 0,-2 0 0,2 0 0,-1-7 0,1 5 0,-2-7 0,2 8 0,0-2-6,0 0 6,-1 0 0,1 0 0,-2-3 0,2 3 0,0-7 0,0 5 0,0-4 0,0 8 6,-1-1-6,1 1 5,-2-1-5,2 1 0,0-2 6,0 0-6,0-6 0,-1 5 0,1-5 6,-1 5-6,-1 1-6,2-3 6,-1 3 0,1-2 0,0 1 0,0-2 0,0-9 0,0 5-6,0-8 6,0 7-5,0-2 5,0 0 0,0-3 0,0 0 0,0-15 0,0 11 5,0-12-10,1 15-23,2-2-17,1 2 39,2-1-44,-1 1 5,3-10 45,-4 10 0,3-6 6,-4 13-6,0 1 5,0 2-5,-2 3 0,2 2 0,-2 2-5,2 2-6,0 0 5,-1 2 0,1-1 6,-3 3-5,3-1 5,-2 1-6,1-2 1,0-1 5,1-2-6,1-2-5,1-4 11,-2 4-6,3-4 6,-3 8-5,1-2 5,-1 0 0,0 0-12,2-2 1,0-7 0,2 3-23,-2-3 1,1 6 27,-1 1-55,-1-1 55,2 0-39,-3 2 34,4-6 5,-4 5 1,3-4-6,-3 5 11,0-1-34,0 1 28,1-1-44,-1 0 0,3-1 10,-3 1-4,1 0 44,-1 1-40,0-1 40,0 4-5,-1-1-6,0 5 5,-1 0 0,1 0 1,0-2-6,1 0-23,1-6 0,-1 2 1,2-2 27,-3 4-5,1 2 5,0 2-5,-1 1 6,1 0-1,-3 1 6,2-2-6,0 0-5,1 0 11,0-2-5,-1 2-23,0 0 22,0 0 0,1-1-27,0 0 27,0 0 1,-2 2 5,2 1 5,-3 0-5,1 3-11,-1-3 11,2 3 0,-2-3-308,2 3 302,-4 4 6,2-1-5,-3 2-29,3-4 12,-1 1 16,-1-2 6,2 1-22,-1 1 16,-1-1-44,2 1 44,-1-1-5,-1 1-39,1-1-18,-5 2 63,0 1-6,-4 2-23,0 2 0,-2-1 29,0 2-46,2-3-21,0 1-12,1-1 50,-1 0-16,-1 1 16,1-1-11,-2 3 12,1-2-35,-1 2 29,-2 0-56,-1 2 89,3-4-55,0 3 61,3-6-6,2 1-33,-2 0 28,0 0-28,-1 1 22,-4 3-17,2-2 29,-2 2-7,7-4-27,-2-1 39,3 0-50,-1 0 5,0-1 39,0 2 6,0-3-11,3 1 6,1 0-35,2-1-380,1-1 386,2-3 23,-1 1 5,3-3 1,-4 4-51,1-3 22,1 3-11,-1-3 6,5 2 34,1-5-1,6 0 6,4-4-6,3-2 6,2-1 0,2-2 0,-1-1 0,-1 1 0,-1-1 0,-3 1-5,-2 2 5,-2-1 0,0 2-6,0-3-5,-2 2 5,0-1-10,4-4 4,-5 6-16,4-4 23,-6 7 5,-1-1 0,0 1 0,-2 1 0,1 1-6,3-4 6,-3 4 6,3-4-6,-6 5-6,2 0 1,-2 0 5,2 0 0,1 0-17,2-2 17,-2 1 0,0 0 0,-4 3 0,0 2 0,-2 1 263,0 1-263,-1 3 0,0 0 0,0 4 0,0 1 0,0 2 0,0 0 6,0 3-6,0 1 5,0 2 1,0-1-1,2 2-5,-2-1 6,1 0-6,1 2 6,-2-3-6,1 1-6,1 4 6,-2-6 0,1 5 6,1-8-12,-2 1 6,1 0-6,1-1 1,-1 1-6,1 0 5,0 1-11,1 6 12,1-6 5,0 5-6,-1-9 0,-2 0 6,2-1 0,-1 0-5,1 1 10,1 2-5,-2-3 0,2 3 0,-4-6 0,3 2 0,-3-4 0,1 0 0,0 0 6,0-3-7859,0 1 1899,-13-1 5954,-2 0 0,-1 0 0,3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0:58.679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718E7"/>
      <inkml:brushProperty name="anchorY" value="-9.00671E6"/>
      <inkml:brushProperty name="scaleFactor" value="0.5"/>
    </inkml:brush>
  </inkml:definitions>
  <inkml:trace contextRef="#ctx0" brushRef="#br0">1 375 10405,'7'4'2179,"0"-1"7651,-7-3-9326,3 0-437,1 0-11,4 0 190,12 0-195,-9 0-1,10 0 1,-12 0 167,5 0-162,-4 0-6,4 0-5,-5 0-39,0 0 95,7 0-57,-5 0 12,6 0-5,-7 0 50,3 0-57,0-1-32,0 1-7,-2-2 1,-5 2 11,10-1 27,-4-1 68,8 0-44,-4-1-7,-1 0 40,14 0-95,-12 0 38,7 1-38,-13 1 11,1 0 16,3-1-21,1 0-7,-2 1-5,-4 0 6,0 0-1,-3 0 1,1 1 0,-1 0-1,1-1 34,7 0-39,-2-1 0,4 2 6,-3-3-6,-1 3 6,3-3-6,1 3 5,0-3 1,-3 3-6,-6-2 5,1 2 1,-2 0 0,1-1-1,2 0-5,-3-1 11,11-2-5,-10 3 28,6-1-29,-9 2 1,6-2-1,-8 2 1,5-1-6,-6 1 6,2-2-1,0 2-5,2-1 11,5 0-11,-1-1 6,11-1 0,-9 1-6,3 1 0,-8 0 5,2 0 1,-3 0-6,4 0 5,-2 0-5,2 0 40,11-1-40,-8 1 0,7-2 5,-13 2-10,-1 1 5,0-2-6,6 1 6,-3 1 6,5-3-6,-2 3 0,5-3 0,2 3 5,-3-3-5,-3 3 0,-4-1 0,3 1 0,-2-2 0,6 2 0,-6-1-5,2-1 5,0 2 0,1-1 5,-1-1 1,5 2-6,-6-2 0,10 0 0,-11 0 0,7 0 5,-7 1-5,2-1 0,13 0 0,-10-1 0,9 0 0,-12 2 0,-1-2 0,3 3 0,-5-3 0,5 3 0,-4-2 0,1 1 6,14-2-6,-11 1 0,9 0 0,-16 2 0,7-2 0,-6 2 0,7-3-6,-8 3 6,2-1 0,0 1 6,3 0-6,-3-2 0,3 2 0,-5-1 0,7-1-6,-4 2 6,4-1 0,-6 0 0,-2 0 0,5 0-5,-2 0 10,3 0-10,-3 0 10,3 0-10,-2 0 10,3-1-10,-1 1 10,0-1-5,-1 2 0,0-3 0,-1 3-3392,3-3 3392,-3 3-5,0-2 5,-2 1 0,-2 1 0,1-2-6,7 1 6,-5 1 3392,7-2-3392,-8 1 0,1 1 0,5-2 0,-4 2 0,6 0 0,-7-1 0,2 1 0,0-1 0,2-1 0,-1 2 0,2-1 0,-2-1 6,1 2-1,-1-1-5,0-1 0,6 2 0,-5-3 6,6 3-6,-8-2 6,10 0-12,-7 0 6,7 1 0,-10 0 0,0 0 6,5-1-6,-6 1 0,4 0 0,-8 0 0,1 0 0,0 0 0,5 1 0,-3-1 0,1 1 0,-1-2 16,5 1-10,-3-1 0,5 1-1,-5-2 1,0 3 11,12-3-12,-7 3 1,10-3-1,-12 2-5,1-1 0,5 1 6,-6-1-6,3 2 0,-7-1 0,-1-1 0,12 1 0,-7-1 0,11 1 0,-8-1 0,2 2-3392,5-2 3392,-3 0 0,0 0 0,-7 1 0,-2 1 0,0 0 6,0-1-1,7-1 1,-5 0-1,7 0 3399,-8 0-3393,8-1-6,-4 0 1,4 2 0,-8-2-6,2 1 5,-2 0 6,7-1-5,-7 1-6,5-1 11,-9 3-5,1-1-6,-1-1 17,5 1-12,-2-2 1,3 0-1,-2 0 1,1 0 39,9-3-6,-4 3-33,6-4 28,-6 4-34,-1-1 5,1-1 1,-3 2 33,8-2-39,-6 0 6,6 0 5,-6 1-5,1 1-6,-3 0 11,3 0-6,-4 0 1,-1 1-6,-1 0 6,-1-1-1,5 2-5,-5-2 0,1 1 6,-7-1-6,-2 3 5,0-1-5,3 1 0,-2 0 0,3 0 0,-2 0-5,-1-1 5,2 0 0,-4 0 0,3 1 0,-3 0 0,0 0 0,4 0 0,-2 0-6,5 0 6,-4 0 0,2 0 0,0 0 0,3 0-5,-3 0 5,2 0 0,-4 0 0,0 0 0,4 0 0,-2 0 0,3 0 0,-1 0 5,1 0-5,6 0 0,-4 0 0,4 0 0,-6 0 0,1 0 0,-1 0 0,0 0 0,2 0 0,-1 0 0,3 0 0,-3 0 0,-1 0 0,6 0 0,-4 0 6,4 0-6,-5 0 0,-2 0 0,6 0 0,-5 0 5,3 0-5,-2 0-5,-3 0 5,2 0 0,3 0 0,-3 0 0,0 0 0,-4 0 0,-1 0 0,0 0 5,4 0-5,-2 0 0,3 0 0,-2 0 0,0 0-5,6 1 10,-7 0-10,5 1 5,-8-2 0,0 2 0,0-2 0,0 0 0,0 0 0,1 0 0,0 0 0,1 0 0,6 1 0,-3-1 0,6 2 0,-6-2 0,2 0 5,7 1-10,-8-1 5,7 2 0,-12-2 0,3 0 0,2 0 0,-1 0 0,3 0 5,-6 0-5,2 0 0,-3 1 0,3-1 0,-2 2 0,1-2 0,-2 0 0,0 0 6,1 0-6,1 0 0,-1 0 0,2 0 0,-3 0 0,3 0 0,-3 0 0,5 0 0,-3 0-6,3 0 6,-2 1 0,0-1 0,1 2 6,4-2 0,-2 0-6,2 0-6,-5 0 6,-2 0 0,4 0 0,-4 0 6,4 0-12,-5 0 6,2 0 0,-1 0-6,2 0 6,-2 0 0,2 0 0,-5 0 0,1 0 6,-2 0-12,2 0 6,0 0 0,2 0 0,-1 0 0,0 0-5,-1 0 5,0 0 0,0 0 0,2 0-6,-2 1 6,2-1 0,-2 1 0,0-1 0,1 0 0,-3 0 6,0 0-12,1 0 6,2 0 0,-1 0 0,2 0 6,-3 0-6,2 0 0,2 0 0,0 0-6,1 0 6,0 0 6,-2 0-6,3 0 0,3 0 0,-2 2-6,2-2 1,-5 1 5,0-1 0,-2 0 0,3 0 5,-4 0-5,0 0-5,-3 0 5,0 0 0,1 0 0,1 0 0,-2 0 0,1 0 0,-1 2 5,1-2-10,0 1-12,-1-1 17,3 0 0,-1 0 0,1 2 0,-1-2-6,-1 1 6,0-1-11,4 2 11,-2-1-6,4 1 6,-5-1 6,0 0 0,1 0-6,-2 0 0,0-1-1866,-1 0 225,-1 5-1653,-10 6-6537,-6 4 9823,-10 4 1,10-9-1,4-3 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02.096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81E7"/>
      <inkml:brushProperty name="anchorY" value="-9.01075E6"/>
      <inkml:brushProperty name="scaleFactor" value="0.5"/>
    </inkml:brush>
  </inkml:definitions>
  <inkml:trace contextRef="#ctx0" brushRef="#br0">16 99 13911,'-8'-11'2610,"1"3"-2537,7 8 4676,0 0-4715,4-3-34,1 1 6,5-2-6,0 0 5,1 0-5,0 1 0,-2 1 6,4 0-1,-4-1-5,1 2 6,-1-2-6,0 3-6,0-3 12,6 3-6,-3-3 0,2 3 0,-3-3 0,-1 3 0,2-3 0,-4 3 0,1-1 0,-4-1 0,0 2 0,1-1 0,4 1 0,-2 0 0,4-2 0,-2 2 0,1-1 0,-2-1 0,1 2 0,-2-1 0,-1 1 0,-1 0 0,-2 0 0,2 0 0,0 0-6,0 0 6,2 0 0,0-2 0,1 2 0,-2-1 0,2-1 0,1 2 0,-2-2 0,2 1 0,-6 0 0,2 1 0,-3-1 0,1 0 0,1 0 0,-1 0 6,2 0-6,0-1-6,2 0 12,-1 0-12,0 0 6,-1 2 0,-3-3 6,1 3-6,-1-2 0,0 2-1613,0 0-1171,0 0 2784,1 0 0,-2 0 0,1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04.723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85E7"/>
      <inkml:brushProperty name="anchorY" value="-9.01592E6"/>
      <inkml:brushProperty name="scaleFactor" value="0.5"/>
    </inkml:brush>
  </inkml:definitions>
  <inkml:trace contextRef="#ctx0" brushRef="#br0">11 23 11810,'-6'-13'2633,"1"3"-2185,5 10 4022,0 0-4307,0 8-63,0-2-38,6 8-6,2-1 17,6 2 28,4 4 11,2 3-40,2 2-16,2 3-11,1 3-11,0 1-1,0 1-27,0 0 39,-3 0-40,0-1-5,-2-1 6,0-4 0,-2-1-1,-1-4-5,-1-1 0,-3-5 0,3 3 6,-6-6-6,2 2 0,-6-7 0,1 2 0,0-2 0,0 3 45,0 0 44,3 5-83,-4-5 5,4 4-5,-4-7-1,0 1-5,-1-2 6,0-1-1,0 1 1,0 1 5,1 2-11,5 4 0,-3-2 0,3 1 0,-5-5 0,-3-3 0,1-1-5433,-4-1 1456,-3-11 3977,-4 0 0,1-2 0,0 5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05.717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89E7"/>
      <inkml:brushProperty name="anchorY" value="-9.02139E6"/>
      <inkml:brushProperty name="scaleFactor" value="0.5"/>
    </inkml:brush>
  </inkml:definitions>
  <inkml:trace contextRef="#ctx0" brushRef="#br0">336 0 9122,'12'11'2879,"-2"-3"-2475,-10-8 4283,0 0-4642,-1 5-11,-2 1-29,-2 6 57,-1 0 156,-1 4 68,0 1-96,-3 2 68,-1 1 16,-1 2-94,1 3-46,-1-1-84,1 2-44,1-2 0,2-1 6,-1 0-7,-1-1 6,1 2 40,-2 1 5,1-1 17,1 0-23,-1-1-16,1-2-29,-2 6 1,1-6-6,-1 5 0,2-7 5,0 0-5,1 1 0,0 0 6,1-1 0,1-3-1,2-1-5,-1-1 6,1-1-6,-1 3 0,1 1 0,-2 0 5,2 1 1,-3 6 0,0-2 33,2 0-34,2-5-5,0-7 6,1 2 0,-1-3 5,2 1-6,-2-1 40,3-3-39,-3 0-1,3-5 18,-1 2-292,-3-3-1188,3 1-200,-4-1-1407,3 0 3064,-1-5 0,1 4 0,1-4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06.727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9E7"/>
      <inkml:brushProperty name="anchorY" value="-9.02445E6"/>
      <inkml:brushProperty name="scaleFactor" value="0.5"/>
    </inkml:brush>
  </inkml:definitions>
  <inkml:trace contextRef="#ctx0" brushRef="#br0">0 0 7918,'3'5'2016,"0"-1"2773,-3-4-4559,-1 4 83,0 3-89,0 6-61,1 4-34,0 1-28,0 4-12,0 1 18,1 2 38,1 4 7,1 2 27,1 4-39,-1 1-56,3 0-28,-2-2-51,2-1 57,0-3-51,3 10 28,-3-9 1,4 6 21,-4-11 23,3-3-11,-3 4-23,1-4 12,-1 2-17,0-1 5,0-1 29,1 6-35,-2-7 1,2 2-11,-4-7-34,2-2 5,-1 1 35,1-1-35,-2 0 113,7 6-12,-6-5 17,6 7 34,-6-8 11,1-1 0,-1-1-5,-2-1-12,0-1-5,-1-3-34,1 0 45,-2-4-1539,2-1 0,-2-2 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11.210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938E7"/>
      <inkml:brushProperty name="anchorY" value="-9.03011E6"/>
      <inkml:brushProperty name="scaleFactor" value="0.5"/>
    </inkml:brush>
  </inkml:definitions>
  <inkml:trace contextRef="#ctx0" brushRef="#br0">1 52 23808,'17'1'17,"0"-1"-11,-3 0-6,-2 0 5,-1 0-5,-1 0 6,3 0-1,2 0 7,1-1-7,3-1-5,2 0 6,1 0-1,1-1 23,-1 2-22,1-1-6,-2-1 0,0 3 0,-2-3 0,-3 2 6,0-1-6,-3 1 5,2 0-5,6 0 0,-4-1 6,6 0-6,-8 0 0,1 1 0,-2 1 0,-2 0 0,-2 0 0,-3 0 0,4-1 0,-1 0 0,3-1 0,0 0 0,1 1 5,1-2-5,1 3 0,-1-3 6,0 3-6,-2-2 0,0 1 0,-1 1 0,0-1 0,-2 1 0,-1-2 0,-1 2 0,-1-1 0,2 1 0,2 0 0,1 0 0,0 0 0,-1 0 0,-2 0-6,1 0 6,-1 0 0,0 0 0,0 0 0,1 0 0,0 0 6,3 0-6,-1 0 0,3 0 0,-3 0-6,1 0 6,-2 0 0,6 0 0,2 0 0,0 0 0,-1 0 6,-5 0-6,-2 0 0,0 0 0,-2 0 0,-2 0 0,-3 0 0,1 0 0,-3 0 0,3 0 0,-2 0 0,2 0 0,0 0 0,0 0-6,0 0 6,1 0 0,0 0 0,1 0 0,-1 0 0,1 0-5,0 0 5,1 0 0,0 0-6,-1 0 6,2 0-56,-1 0 45,0 0-23,-1 0 34,-1 0-5,-1 0-1,0 0 1,1 0-7,0 0-4,1 0 10,-2 0-28,2 0 34,-4 0-11,2 0 11,-3 0 0,1 0-6184,0 0 6184,-13 1 0,9-1 0,-11 2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14.625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053E7"/>
      <inkml:brushProperty name="anchorY" value="-9.03666E6"/>
      <inkml:brushProperty name="scaleFactor" value="0.5"/>
    </inkml:brush>
  </inkml:definitions>
  <inkml:trace contextRef="#ctx0" brushRef="#br0">1 82 9066,'15'14'3080,"-3"-3"-2642,-12-11 2155,0 0-1988,1-6-28,0 5 5187,0-4-5714,6 5-11,-3 0 6,7 0-6,-5 0 28,5 0-22,-3 0-6,4 0 1,-3 0-35,1 0 6,3 0 1,-2 0-7,3 0 1,-4 0-1,2 0-5,1 0 0,7-1 0,-5 0 6,6 0 0,-9 1-1,2 0 1,0-1 27,7 0-33,-4-1 6,6 0 5,-5-1-5,-1 1 33,17-1-28,-14 1-5,10-1-1,-17 1 1,-2 2 0,0 0-6,-3 0 0,2 0 5,-2-1 1,3 1-1,2-2 1,8 1-6,-6 1 0,8-3 0,-11 3 6,-1-1-6,6 1 0,-5 0 0,5 0 0,-4 0 0,1 0 0,1 0 0,9-2 0,-7 2 0,5-1 0,-7 1 0,0 0 0,-2 0 0,7 0 0,-7-2 0,5 2 5,-6-1-5,0 1 6,3 0-6,-2 0 0,3 0 0,-4 0 0,-1 0 0,1 0 0,6 0 0,-4 0 0,4 0 0,-6 0 0,-1 0 0,1 0 0,6 0 0,-3 0 0,5 0 0,-7 0 0,2 0 0,5 0 5,-5 0-5,5 0 0,-8 0 6,1 0-12,-1 0 12,4 0-6,-3 0 0,2 0 6,-2 0-6,1-2 5,0 2-5,1-2 0,0 1 0,-2-1 0,0 1 6,-1-1-6,-2 1 5,2-1-5,-5 1 6,2-1-6,-4 1 6,0 0-1,0 0 118,4-1-89,-2-1-28,4 2-1,-4-2 1,1 3-6,-3-3 11,3 3-11,-4-2 6,1 2-6,-2-1 0,0 1-6,1-1 12,0 1-6,0 0 0,0-2 0,-1 2 0,2-1 5,-1-1-5,-1 2 0,3-1 0,-3-1 0,2 2 0,-1-1 0,0 1 6,-1 0-6,1 0 0,1-2-6,1 2 6,-1-1 6,4-1-6,-3 2 0,2-1 0,-3 1 0,-2 0 0,2 0-6,-1-1 6,-1 0 0,0 0 0,0 1 0,-2 0 6,2-1-1,0 0-10,0 0 38,0 1-2542,0 0 375,-16 0 2134,-2 5 0,-3-4 0,5 5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17.392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148E7"/>
      <inkml:brushProperty name="anchorY" value="-9.04437E6"/>
      <inkml:brushProperty name="scaleFactor" value="0.5"/>
    </inkml:brush>
  </inkml:definitions>
  <inkml:trace contextRef="#ctx0" brushRef="#br0">1 108 9890,'13'10'3567,"-3"-2"-2805,-10-8 7085,0 0-7751,8 0-29,-1 0 6,7-1 28,-1-1-40,-1-1 23,1 2-11,-1-2 11,0 3 34,0-3 33,-1 2-78,2-2 44,1-2-33,2 2-39,1-2-39,3 0-6,1 0 5,2 1 1,-1 1-1,-2 0 1,-1 0-6,-1 2 34,-2-2-34,0 3 5,-1-3-5,-1 2 6,9-4-6,-6 3 0,5-2 5,-7 3 1,-1-1-6,0 0 0,0 1 6,-2-1-1,5 0 1,-5 0-6,2 1 5,-6 0-5,3 0 0,-2 0-5,2 0 5,-2 1 11,3-2-5,5 1 5,4-1-11,0-1 0,-1 2 5,-7-1-5,-1 2 0,-2 0 0,1 0 0,-1 0 6,0-1-6,2 1 0,2-3 6,1 2-1,3-1-5,-2-1 6,0 3-6,-1-3 5,6 3-5,-6-1 6,6-1 0,-7 2-1,3-3 6,2 2-5,0-1 0,1 0-6,-2 1 5,0 0 1,-4 1-6,-4 0 5,-1 0-5,-4 0 0,2 0 0,0 0 6,4 0-6,-1 0 0,2 0 0,1 0 6,4 0-6,-4 0 5,4 0-5,-8 0 6,1 0-6,-2 0 0,0 0 0,-2 0 0,7 0 0,-5 0 0,5 0 0,-4 0 0,-1 0 0,1 0 0,-1 0 0,0 0 0,-2 0 0,2 0 0,1 0 0,-1 0 0,3 0 0,-3 0 0,-2 0 0,3 0 0,-2 0 5,2 1-5,4 0 0,-2 1 0,3-1 6,-2 0-6,0 0 0,-1-1 0,1 2 0,-2-1 0,1-1 0,-3 2 0,4-1 0,-4-1 0,2 2 0,-3-2 0,0 0 0,1 0 6,0 1-6,0-1 0,5 2 0,-4-2 5,5 0-5,-4 0 0,0 1 0,-2-1 0,1 2 0,-1-2 0,0 0 0,-2 1 0,4-1 0,-3 3 0,1-3 0,-1 1 0,0 1 0,1-2 0,-2 3 0,3-3 0,2 4 0,-1-2 0,3 2 0,-5-1 0,1-1 0,0 0 0,0 0 0,0 0 0,-1-1 0,0 0 0,0-1 0,-3 2 6,0-2-113,-4 0-1361,0 2-1421,0 4-231,-4 3 3120,-6 3 0,3-5 0,-2-2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22.824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287E7"/>
      <inkml:brushProperty name="anchorY" value="-9.05198E6"/>
      <inkml:brushProperty name="scaleFactor" value="0.5"/>
    </inkml:brush>
  </inkml:definitions>
  <inkml:trace contextRef="#ctx0" brushRef="#br0">0 113 8483,'6'3'2941,"-2"-1"6889,-4-2-9001,7-5-824,-1 2 6,14-5 1,-5 4-6,3 0 0,-5 1-1,-1 2 1,9-3-6,-8 3 5,6-3-5,-10 4 0,-1-3 0,5 2 0,-3-2 0,1 1 0,-4-1 0,1 3 0,3-4 6,-2 4-6,2-3 0,-6 2 0,1 0 0,9-1 0,-5 0 0,6 0 6,-7 0-6,0 0-6,2-1 12,-2 2-12,2-2 6,-4 3 0,1-2 6,0 1-6,1-1 0,-1 1 0,0-2 5,-2 2-5,0-1 0,5-1 0,-4 3 0,3-3 0,-6 3 0,1-1-5,2 0 5,-1 0 0,3-1 0,-2 1 0,-1-1 0,1 0 0,0-1 0,0 1 5,2 0-5,-3 2 6,4-3-6,-6 3 0,3-2 0,-5 1-2818,0 1-1445,-9-2 4263,-2 2 0,0 0 0,1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24.161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327E7"/>
      <inkml:brushProperty name="anchorY" value="-9.06091E6"/>
      <inkml:brushProperty name="scaleFactor" value="0.5"/>
    </inkml:brush>
  </inkml:definitions>
  <inkml:trace contextRef="#ctx0" brushRef="#br0">0 0 9223,'6'4'9830,"7"7"-7349,0-1-2414,7 7-22,4 3-40,2 1 1,1 4 0,2 0-1,0 2 1,-1-1-1,1 0 1,-2-1 0,0 0-1,5 8-5,-10-10 0,5 6 0,-13-12 6,0-3-6,-2-1 0,-1-2 0,-1-1 5,-3-1-5,2 0 0,-4-2 0,1 1 0,-2-3 0,0 2 0,-1-3 0,0-2 0,0 1 0,0-1 6,0 2-6,3 2 0,-2 0 0,5 0 0,-6-1 0,1 0 0,-1 0 0,1 0 0,-1 0 0,4 3 0,-2-1 0,2 1 0,-2-1 0,0-2 0,-1 2 0,0-5 0,-2 2-2399,-1-4 0,-1 2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25.150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367E7"/>
      <inkml:brushProperty name="anchorY" value="-9.07015E6"/>
      <inkml:brushProperty name="scaleFactor" value="0.5"/>
    </inkml:brush>
  </inkml:definitions>
  <inkml:trace contextRef="#ctx0" brushRef="#br0">369 7 8270,'18'4'2549,"-4"0"-1944,-14-4 1507,0 0-1351,0-7-61,0 6 2588,0-6-3215,-2 17-39,-2 0 33,-4 9 39,-1-1 45,-3 3 46,0 2 55,-6 14-78,-2 5-68,-1 1 1,2-1 21,5-11-21,1 2-6,-2-1-1,-6 13-94,6-12-6,-5 9 6,8-17 5,2-1-6,-8 17 1,7-14 0,-5 15-6,8-19 5,1 1 12,-2 6-11,3-8-6,-3 5 5,4-9 1,-1-2-6,0-2 0,1 1 5,0-3 1,0 1 5,-1-1-5,0-2 27,2 0-27,-2-2-6,3-1 0,-1 0 6,1-2 27,1 2 74,0-5 49,1 2-2189,-1-4-1669,3-16 3702,9-18 0,-5 10 0,6-6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26.172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378E7"/>
      <inkml:brushProperty name="anchorY" value="-9.07697E6"/>
      <inkml:brushProperty name="scaleFactor" value="0.5"/>
    </inkml:brush>
  </inkml:definitions>
  <inkml:trace contextRef="#ctx0" brushRef="#br0">11 13 7778,'4'8'2784,"-1"-2"-225,-3-6-2234,-4-12-11,3 9 11,-3-9 100,4 12 3557,0 0-3870,-4 6-28,3 0-16,-2 10-29,3 3-6,0 9 2,5 3-2,1 7 40,6 1 28,0 2 134,3 18-145,-3-15-3393,3 14 3354,-6-20-18,1-1 18,-1-1 33,3 14-45,-3-12 11,1 9 1,-3-16-6,-1 0-6,0-3-28,0 0 23,0-3 3363,-2 0-3363,2-3-29,-3 0-5,1-3 12,1 6-7,-3-7 46,2 4-18,-4-9 34,1-2 6,0 0 45,0 3-34,1-6-17,-1 5 6,0-7 22,-1 2 28,0-1-22,1-2-12,0 1 23,0-3-5,-1 1 812,0-2-2079,1-8-2044,0-3 3204,0-7 0,-1 8 0,0 1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44.192"/>
    </inkml:context>
    <inkml:brush xml:id="br0">
      <inkml:brushProperty name="width" value="0.17143" units="cm"/>
      <inkml:brushProperty name="height" value="0.17143" units="cm"/>
      <inkml:brushProperty name="color" value="#EEB3A6"/>
      <inkml:brushProperty name="inkEffects" value="rosegold"/>
      <inkml:brushProperty name="anchorX" value="-1.78417E7"/>
      <inkml:brushProperty name="anchorY" value="-9.08644E6"/>
      <inkml:brushProperty name="scaleFactor" value="0.5"/>
    </inkml:brush>
  </inkml:definitions>
  <inkml:trace contextRef="#ctx0" brushRef="#br0">29 26 9234,'-16'-14'3238,"4"3"-2981,12 11 9237,0 0-9426,5 10 10,3 1-5,6 9-12,3-3-21,0 2 4,2 1 7,2 1 5,0 2-6,0 0-16,0-1-23,0 1-11,-4-3 50,2 1-44,-5-4 56,1 2 27,4 2-38,-3-3-7,4 3-44,-7-8 34,2 2-28,-3-5-6,1 3 5,-2-2-5,1-1 6,0 1 5,5 4-11,-5-2 6,3 1-6,-6-4 5,-2-1-5,0 0 0,1-1 0,-2 0 6,5 4-6,-3-2 5,2 3-5,-1-3 0,-2-1 0,1 0 0,0 0 0,0 1 6,0 0-6,1 2 6,5 6-6,-2-3 0,2 3 0,-3-5 0,-2-1 5,2 0-5,-3-2 0,1 2 17,4 2 17,-3-2 5,1 0-6,-4-5 12,-1-1-11,-1-1 22,-2-2-2196,-2-2-2509,-13-1 4649,-1 0 0,-2 0 0,5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45.326"/>
    </inkml:context>
    <inkml:brush xml:id="br0">
      <inkml:brushProperty name="width" value="0.17143" units="cm"/>
      <inkml:brushProperty name="height" value="0.17143" units="cm"/>
      <inkml:brushProperty name="color" value="#EEB3A6"/>
      <inkml:brushProperty name="inkEffects" value="rosegold"/>
      <inkml:brushProperty name="anchorX" value="-1.78575E7"/>
      <inkml:brushProperty name="anchorY" value="-9.08946E6"/>
      <inkml:brushProperty name="scaleFactor" value="0.5"/>
    </inkml:brush>
  </inkml:definitions>
  <inkml:trace contextRef="#ctx0" brushRef="#br0">646 0 9576,'3'14'3288,"0"-2"-2963,-3-12 4894,0 0-5067,-3 6-1,-2 4 12,-6 9 111,-4 3 34,-1 3-72,-1 1-40,-2 1-12,-1-1-10,0-1-90,1 1-34,-2-2-38,2 1 27,0 0-6,0 0 23,1 0 23,1 0 21,-6 5-60,7-6 10,-4 1-11,8-6 40,-6 5-40,5-4 11,-6 5-39,6-6 23,0 0-28,0 0-1,-2 2 6,2-3-5,-2 0 5,1 0 0,-6 5 1,6-7-12,-2 5 5,7-10-5,0 2 0,2-4-5,-1-1 10,3 1-5,-1-3 0,0 1 62,0 3 11,1-2-6,0 5 0,0-4 0,1 1 6,-2-1-6,2-2-5,-1 1-12,1-3 34,2 0 6,0-2-6,1-2 118,-1 1-168,-1 1-29,-1 2 74,-1 2 5,0-2-34,1 0-44,1-2-5602,2-2-991,8-11 6587,2-1 0,0-3 0,-2 7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46.526"/>
    </inkml:context>
    <inkml:brush xml:id="br0">
      <inkml:brushProperty name="width" value="0.17143" units="cm"/>
      <inkml:brushProperty name="height" value="0.17143" units="cm"/>
      <inkml:brushProperty name="color" value="#EEB3A6"/>
      <inkml:brushProperty name="inkEffects" value="rosegold"/>
      <inkml:brushProperty name="anchorX" value="-1.78701E7"/>
      <inkml:brushProperty name="anchorY" value="-9.08988E6"/>
      <inkml:brushProperty name="scaleFactor" value="0.5"/>
    </inkml:brush>
  </inkml:definitions>
  <inkml:trace contextRef="#ctx0" brushRef="#br0">1 39 7794,'13'6'1950,"-3"-2"-1760,-10-4-150,0 0-40,0-17 0,0 10 201,0-12 286,0 15 7719,0 2-8088,0 10-62,0 3 22,0 13 29,0 2 10,0 25-111,0-9 44,0 18-44,0-16 33,0-1-33,1 0 27,1-3 1,1 2 0,0-4 27,0-1-27,1-1 16,-1-2-5,3 11-39,-3-12-6,1 9 0,0-16 0,0 3 5,1-2 6,1 13-5,0-12-6,0 7 6,0-15-1,-3-1 1,1-2 61,-1-3 34,0-1 5,0-1-5,0-1 117,1 9-134,-2-7 6,1 8 11,-3-10-23,1 1 12,-1 0 128,2 6-128,-2-5-12,0 7-44,0-8-29,1 1 1,-1-1-6,2 1 11,-2-1-5,1 0 44,1-1-44,1 0 27,-2-1 1,2 0-29,-2-1 1,1-2 0,-1-1 27,1-3-1965,-2-2-1624,3-23-4919,-6 0 8475,-3-23 0,2 24 0,-2 2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47.846"/>
    </inkml:context>
    <inkml:brush xml:id="br0">
      <inkml:brushProperty name="width" value="0.17143" units="cm"/>
      <inkml:brushProperty name="height" value="0.17143" units="cm"/>
      <inkml:brushProperty name="color" value="#EEB3A6"/>
      <inkml:brushProperty name="inkEffects" value="rosegold"/>
      <inkml:brushProperty name="anchorX" value="-1.78857E7"/>
      <inkml:brushProperty name="anchorY" value="-9.09303E6"/>
      <inkml:brushProperty name="scaleFactor" value="0.5"/>
    </inkml:brush>
  </inkml:definitions>
  <inkml:trace contextRef="#ctx0" brushRef="#br0">31 0 7794,'3'17'308,"-1"-4"-313,-2-13-34,0 0-29,-16 19 12,12-14 56,-12 14 275,16-18 9555,0-1-7399,10 0-2330,1 0-17,10 0-12,0 0 18,3 0-45,1 0-6,3 0 11,10 0 6,-7 0-11,6 0 6,-14 0-1,-1 0 56,5 0-38,-6 0-63,6 0 1,-7 0-1,1-1 12,7-2-17,-8 0 6,2 0-6,-10 0 5,0 3-5,-3-1 6,7-1-6,-4 1 6,6-2-6,-4 1 0,-1 0 0,0 1 5,5-1-5,-6 0 0,6 0 0,-7 1 0,-1 1 0,6 0 0,-5-1 0,5 0 0,-5 0 0,1 0 0,1 0 6,10-2-1,-6 1-5,6-1 6,-8 0-6,-2 1 6,2-1-1,-3 2 1,2-2-1,-2 3 7,1-3-7,-1 3 40,-1-3 140,-1 3 16,-4-1 63,-2 1-1853,-1 0 0,-2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50.792"/>
    </inkml:context>
    <inkml:brush xml:id="br0">
      <inkml:brushProperty name="width" value="0.17143" units="cm"/>
      <inkml:brushProperty name="height" value="0.17143" units="cm"/>
      <inkml:brushProperty name="color" value="#EEB3A6"/>
      <inkml:brushProperty name="inkEffects" value="rosegold"/>
      <inkml:brushProperty name="anchorX" value="-1.79016E7"/>
      <inkml:brushProperty name="anchorY" value="-9.09558E6"/>
      <inkml:brushProperty name="scaleFactor" value="0.5"/>
    </inkml:brush>
  </inkml:definitions>
  <inkml:trace contextRef="#ctx0" brushRef="#br0">0 0 7498,'8'6'3064,"-3"-2"6766,-5-4-7377,2 9-2442,3 1-11,4 12 0,5 0 0,2 3 0,1 3-5,4 1 5,1 3-6,2 2 6,-1 1-6,0 1 1,1-3-1,-1 1-39,0-2 12,0-1 22,-2-1 5,-1-3-11,7 6 12,-9-7-29,6 3 28,-9-9 6,1-2 0,-1 1 0,1-2 0,-2 2-5,1-3 5,-2 2 0,6 6 0,-8-6 0,5 3 0,-8-8 0,0-1 0,0-2 0,-1 0 0,0 0 0,3 3 0,-5-2 0,5 1 0,-7-5 5,1-1-5,-2-3 0,0 1-4503,-1-4 1612,4 2-1656,-2-9 4547,3-4 0,-3 3 0,-1-2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51.632"/>
    </inkml:context>
    <inkml:brush xml:id="br0">
      <inkml:brushProperty name="width" value="0.17143" units="cm"/>
      <inkml:brushProperty name="height" value="0.17143" units="cm"/>
      <inkml:brushProperty name="color" value="#EEB3A6"/>
      <inkml:brushProperty name="inkEffects" value="rosegold"/>
      <inkml:brushProperty name="anchorX" value="-1.79377E7"/>
      <inkml:brushProperty name="anchorY" value="-9.09846E6"/>
      <inkml:brushProperty name="scaleFactor" value="0.5"/>
    </inkml:brush>
  </inkml:definitions>
  <inkml:trace contextRef="#ctx0" brushRef="#br0">834 0 11743,'6'10'2879,"0"-3"-2039,-6-7-279,4-7 55,-3 6 2397,3-6-2856,-10 7-73,1 0-50,-6 3-29,-2 1-5,-3 4 6,-4 3 100,-2 1-10,0 4 27,-1 2 45,-2 1-101,1 3-28,-2 0 12,1 2-46,-3 1 40,-1 1 39,-1 2 11,-2 1-28,1 2-22,0-3-39,-1 3-1,3-5 90,-12 13-95,11-12 12,-6 7-12,12-12 5,2-3 1,0-1-1,2-2 1,1-3-6,1-1 0,2-1 0,-1 2 0,5-3 0,0 1 0,6-5 0,0 0 0,0 0 0,-2 4 0,0-2 6,-1 5-6,1-4 0,1 1 0,0-3 5,1 0 6,0-1-5,2-1-6,1-2-3730,2-2 856,3-13 2874,3-2 0,-2-1 0,1 3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52.480"/>
    </inkml:context>
    <inkml:brush xml:id="br0">
      <inkml:brushProperty name="width" value="0.17143" units="cm"/>
      <inkml:brushProperty name="height" value="0.17143" units="cm"/>
      <inkml:brushProperty name="color" value="#EEB3A6"/>
      <inkml:brushProperty name="inkEffects" value="rosegold"/>
      <inkml:brushProperty name="anchorX" value="-1.79705E7"/>
      <inkml:brushProperty name="anchorY" value="-9.09867E6"/>
      <inkml:brushProperty name="scaleFactor" value="0.5"/>
    </inkml:brush>
  </inkml:definitions>
  <inkml:trace contextRef="#ctx0" brushRef="#br0">106 1 9307,'0'15'3798,"0"-3"-3115,0-12 4711,0 0-5260,1 7 29,-2 4-18,1 8 1,-4 6-51,0 3-39,-1 4-5,0 2-46,-1 3 29,0 1-29,2 3 46,-2 1 66,2 4 57,-1-3 0,0 2-57,1-5-67,0 1-10,1 11-35,0-13-5,2 12 6,-1-18 27,2 0 35,0-1 21,0-1 12,0 0-23,0-2-27,0-1 50,0 12-62,0-12-6,0 8-27,0-13 39,0-3 11,0-1 5,0-3-21,0-1 38,0 1-44,-1-5-29,1 1 1,-2-4-6,2-1 5,0-2 1,0-1-6,0-1-4145,0-1 2146,-5-1-2012,-1-1 4011,-5 0 0,5 0 0,2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53.547"/>
    </inkml:context>
    <inkml:brush xml:id="br0">
      <inkml:brushProperty name="width" value="0.17143" units="cm"/>
      <inkml:brushProperty name="height" value="0.17143" units="cm"/>
      <inkml:brushProperty name="color" value="#EEB3A6"/>
      <inkml:brushProperty name="inkEffects" value="rosegold"/>
      <inkml:brushProperty name="anchorX" value="-1.80035E7"/>
      <inkml:brushProperty name="anchorY" value="-9.09917E6"/>
      <inkml:brushProperty name="scaleFactor" value="0.5"/>
    </inkml:brush>
  </inkml:definitions>
  <inkml:trace contextRef="#ctx0" brushRef="#br0">112 32 9391,'-4'-6'3630,"1"1"-2779,3 5-689,-13-4 157,7 3-44,-10-4-6,11 4-1,0-1-100,0 1 17,0 0 12,0 1-91,0 0-72,0 0-23,-1 0 28,0 0-33,0 0-1,1 0 57,1 0 28,1 0 2194,0-1-832,2-1-1178,10 0-28,2 1-16,14 5-12,3 3-27,4 6-63,6 3-55,3-1-11,1-1-57,-1 1-3385,-3-3 3385,-4 1 1,-2-2-1,-4 0 1,0 0 0,-2-2-1,-1 0 1,1 0 3391,-1-2-3357,2 2-24,10 2 18,-11-1 22,9-1-11,-14-3 5,1-1-44,-3 0 55,0 0-5,0 0-22,-3-1 16,3 2 12,-5-2 22,0 1 90,-4-1 28,-1-1 22,-3 0 11,-2-1-4257,-2 0-5809,-9-5 9745,-4-2 1,1 0 0,1-1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37.4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11 10326,'-12'-4'3350,"3"0"-3065,9 4 3602,0 0-3887,5 0 6,2 0-6,6 0 0,2-1 45,14 1-40,-8-1 29,8 1-23,-13 0 28,-3 0 107,6 0-96,-10 0-44,2 0 28,-9 0-1121,-2 0-677,3 0-2275,-1 0 4039,1 0 0,-2 0 0,1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37.8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11553,'15'4'3220,"-2"-1"-2878,-13-3 902,0 0-3726,0 77 2784,0-37 228,1 10 1,1 0-424,1-6-68,3-6-22,4 14-51,-5-25-369,3 6 2854,-5-29-4271,3-4 972,4-24 0,-4 17 0,2-16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38.0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11 12886,'-6'-6'0,"0"1"0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38.6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11670,'4'13'3159,"0"-3"-2268,4 64 0,-1 10-331,-3-50-686,5 52 0,-2-25-9,-10-81-453,-9-42 331,6 18-51,-5-26 61,11 22 247,15 8 33,-6 5 29,15 15 28,-11 15 33,2 4 577,11 4-341,-8 5 453,12 19-3622,-12 12 2933,-2 3-50,-3 0-39,-2 3-1389,-3-13-287,-1 0-1786,-3-20 3428,-4-12 0,1 0 0,-1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39.1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108 774 10265,'3'7'4307,"-2"-1"-3467,-1-6 812,0 0-1355,-6-32 190,-10-16-369,1-12 0,0-4-118,-9-25 0,11 30 0,2 2 33,4-2-27,4 6-6,2 6-3398,1 7 3331,6 4-51,4 4-195,20-8-320,22 8 224,-8 7-330,9 12-354,-26 17-155,-5 7 1248,1 39 0,-13-29 0,0 22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39.7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13 122 8295,'-7'1'3001,"1"0"-1967,6-1-160,0 0-3533,66 0 2732,-30 0-62,52 0 706,-47-2-677,-3-1-2445,8-5 2455,-17 1 129,5-3 538,-18 4-319,-8 3 347,-2-2-414,-6 0 1364,0-2-1695,0-3 0,-5-1 5,-10-6 3477,-2 6-3365,-6-2 135,8 9 118,2 2-180,2 2-139,-13 25-1,11-4 23,-9 23 11,16-10-17,1-1-3453,4 17 3386,2-14-235,6 11-281,3-18-284,7-3-1749,11 3-638,-1-14-1024,8 0 5041,-10-14 1,-11-1 0,-5 0-1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0.2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227 172 9111,'11'11'2767,"-3"-3"-2246,-8-8 84,0 0-3473,-6-51 3629,-4 30-155,-6-42 1334,-11 39-1475,8 9-2297,-8 1 2437,4 11-605,4 10 0,-4 6 2274,6 12-1871,-11 71-392,15-43-11,3-1 0,2-4 0,8-13-487,17 4-11,-1-16-96,18 2-11,-3-19-296,4-2-567,3-4 1468,41-39 0,-46 29 0,24-29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0.5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10634,'9'73'1764,"0"1"1,0 0-1,5 25 1,-1-13-1855,0-24-425,-1-18-762,-5-21-689,-3-8-7725,-2-3 9691,-2-8 0,0-1 0,0-3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1.0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69 9307,'15'6'1831,"-3"-1"-1595,-12-5 436,0 0-28,67-31 2778,31 19-3360,-3-21 716,-2 30 538,-72 8-1097,-5-3-113,-1 7-39,-10-6-16,1 2-6,1 0-40,-2-1 29,0-1 11,-4-1 1120,-1-2-952,0 2-118,0 2-22,0 12 0,0-1-23,0 11-16,0-2 27,0 4 152,0 32-202,0-23-5,0 18-1,0-33-72,3-3-1109,1-8-644,4-3 1820,6-14 0,-8 4 0,3-6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1.2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14381,'1'14'0,"-1"-2"0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1.7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9696,'1'14'2859,"21"58"1,8 14-1925,-9-2-969,10 1 0,0-5 1,-11-26 920,27-41-853,-20-7 425,17-8-454,-30-9-2176,-5-22 2187,-3 3 357,-3-13-368,-8 11-5,-6 2-5,-5 1-2437,-13 1 2166,9 11 2024,-3 3-2672,11 12-666,2 2-455,0 0 2045,-2 0 0,5 0 0,1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2.2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58 5492,'11'16'3557,"-3"-3"-1121,-8-13-1451,0 0 457,29 65-1174,-19-40 436,21 51-402,-26-59 1196,-2-3-1174,0-2-195,-3-6 0,1 0 151,-1-6 896,0 2-1193,2-7-123,-2-7-190,1-8-62,0-9-443,8-41 718,-2 25 117,6-26 67,-6 45-11,0 8 123,3 8-5,-2 6 89,6 8 28,-1 10 107,4 10 415,12 55-757,-11-30-45,8 34-6,-15-46-5,-1-6-4324,2 0-1495,-4-17 5819,1 0 0,-7-14 0,-1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3.0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11287,'17'1'3013,"-3"-1"-1673,-14 0-203,0 0-7,10 69-716,-3-39 41,6 54-343,-6-59 416,-3-3-528,2 0-78,-1-9-398,-1-1-499,-1-9-284,0-2-887,1-6 1298,0-20 0,0 14 0,-2-12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3.2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12208,'3'0'0,"0"1"0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3.6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0 268 10539,'8'3'2728,"-2"0"-2448,-6-3 717,0 0 1003,20 69-1625,-14-48-95,14 51-45,-20-67 87,-4-46 0,-2-23-1016,3-5 601,-2 2 1,0 0-3513,6-3 3555,4 42 50,2 2 0,3 21 0,4 2 61,-1 3 46,3 4 262,7 22-44,-4 1-56,2 20 3397,-6-7-3403,-5 1 7,3 14-264,-6-15 5,2 9-11,-5-23-382,0-1-5230,1 0 5612,-1-13 0,0-1 0,-3-11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4.1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13037,'1'12'3081,"0"-3"-2549,-1-9 1618,0 0-1673,8 76-197,-4-39-112,6 60-101,-4-60-447,-3-2 380,1-5-6,-1-4-235,0-5-268,0-7-4757,1-2-750,0-7 6016,1-7 0,-3 1 0,1-4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4.4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12589,'9'12'3131,"-2"-2"-2464,-7-10 783,0 0-761,15 67-134,-7-29-140,13 55 133,-10-25-430,-1-20-73,0 14-40,-3-27 1,-3-1-572,5 10-622,-6-21-732,3 5-1766,-5-23 3686,-1-4 0,0-1 0,0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4.8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9 180 12595,'-5'-21'616,"1"3"-616,4 18 123,0 0-11,77-35 79,-37 22-51,11-7 0,1 0 33,-2 10-117,18-4-56,-18 4 6,7-1 72,-30 6 230,-10 4 1966,-5-1-1467,-8 2-102,-1 0 203,-3 0-213,0 23-415,0-4-28,0 24-79,0-7-78,0 3-22,1 0-28,2 13-45,0-16 0,3 8-118,-1-21-257,-1-4-5444,6-3-399,-6-8 6218,5-8 0,-7-1 0,1-4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5.0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14527,'4'9'11,"0"-2"-11,-4-7 0,0 0 0,0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5.2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48 1 15535,'-27'0'-1053,"6"0"-3125,21 0 4178,0 0 0,0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6.1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137 49 10808,'12'4'3394,"-2"0"-2851,-10-4 522,0 0-779,0-24 100,0 17 17,-2-17 84,-3 23 1,-2 1-264,-4 1-224,-2 6 0,-2 4-45,-3 8 39,-2 4-33,-6 18-34,10-8 6,-2 11-101,13-17-95,3-4-40,2-5-637,5-4 576,1-7 201,9-2-17,0-9-116,4-9-85,5-22 330,-6 0 51,2-13 124,-11 15 234,-4 4 264,-2 7 834,-1 7-862,-2 8 251,0 4-614,0 19-69,0 2-123,0 31-89,0-12-528,4 9-402,3-19-431,6-4 1411,34-11 0,-30-3 0,21-8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6.4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14314,'7'72'1043,"1"0"0,-1 0 0,1 0 0,1-1 0,-2-14-1558,3-4-611,3 6-829,-4-29-1293,-2-8 3248,-3-9 0,-2-6 0,-2-4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8:47.4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28 414 12466,'-15'-13'857,"3"3"-812,12 10 22,0 0 39,81 11-50,-35-2-24,30-5 0,22-2 0,-18-1 416,-10-1-194,24-1 1,-21-9 42,-72-3 45,-1-2-6,-4-4-28,-5 1 39,-3 2 29,-5 3-96,0 5 89,0 4-72,-1 3-151,-9 3-113,6 7-27,-6 7-6,8 8 0,3 7-6,1 2-44,4 21-297,4-14-353,3 11-152,11-22-61,4-4 34,9-3-68,4-6-168,4-4-425,1-6-79,3-4 1345,4-4 274,3-9-331,26-19 253,-14 1 78,14-9 493,-26 16 348,-10 3 755,-9 6 1663,-7 3-2133,-7 4-397,-3 3 1236,-3 2-1433,-7 1-357,-1 1-142,-9 4-27,0 6-1,-4 8 12,-5 18-17,5-5-33,1 10-86,11-15-77,7-3-67,0-4-415,2 3 354,7-8 21,1 0-50,8-9-39,2-3-151,1-2-68,1-2 57,1-10 179,1-6 89,-3-13 84,0-9 102,-4-6-18,-3-38 112,-6 15 6,-2-26 6,-4 24 67,0 1 168,0 4 1103,-8-6-560,3 27-157,-6 1-240,7 31-146,1 7 5,-1 3-145,2 9-34,-4 9 112,3 14 370,-1 15-28,1 10-3582,1 9 3218,1 4-90,1 0-61,3-2 5,4-6-11,6-4 0,8-6-224,17 9-95,-4-18-287,11 4-660,-3-24-1551,-2-10 3665,1-5 0,-20-5 0,-6-1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36.9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1 235 10758,'11'13'2755,"-2"-2"-2609,-9-11-56,0-14-6,0 7-3451,2-23 3725,1 18 927,5-10-825,-2 10-1216,10-18 918,-8 14-89,9-16-62,-9 19 40,8-8 201,1 2-101,-2 2 39,-4 7 90,0 8-263,-2 1 2257,2 3-2268,-2 4 134,7 42-106,-10-21 3364,7 32-3354,-13-20-1207,-1 6 1174,-5 0-5,-2-4-1,-3-13-38,-25 36 27,17-28-28,-16 27-28,17-28 12,10-19-46,-3 6 1232,11-22-1002,16 3-100,-2-3-28,15 3-3393,-7-3 3387,1 3-117,17-3-186,-14 2-380,13-2 683,14-23 0,-33 18 0,21-17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37.4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90 26 5976,'-7'-14'3288,"1"3"-3298,-7 42 380,5-11-107,-10 27 1399,10-20-1370,-5 15 1419,6-21-1179,-1 5 804,6-23-904,18-7 2965,1-2-3386,16-3-3414,27-8 3174,-22 9-925,20-3 476,-32 10-212,-3 1-2549,7 0 3439,-8 0 0,-2 0 0,-11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37.7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 1 10013,'-18'90'7886,"10"-49"-7816,1 31 0,2 4-5652,5-10 5582,4 0 0,0-2 0,-2-12 0,6 42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38.5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1 559 13575,'8'11'3036,"-1"-2"-2023,-7-9-744,0 0-162,3-18-23,-1 1-34,3-44-39,1 9 0,-1-2-5,4-34 243,3 3 0,1 5-137,-5 32-50,8-27 236,-2 87-69,-5 6-22,9 17-16,-5 3 111,11 45-2637,-8-30 2335,9 30 5,-13-46-3444,12 25 2178,-13-32-621,8 17-1372,-16-40 3254,0-2 0,-3-4 0,0-1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38.9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1 104 10836,'7'9'2123,"82"-50"-7128,-55 26 5262,15-12 1,-1 3 375,-24 21 1330,-6 0-1021,4 8 723,3 31-1536,-3-8-45,0 23 476,20 23-229,-18-40 3285,23 26-3095,5-59-420,-22-12 0,19-10 61,-27-24-346,-11-16 168,0 10-421,-14-1 437,-37 30 0,27 11 0,-27 2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39.5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136 1 11284,'18'5'4616,"-3"-2"-4157,-15-3 190,0 0 1,-60 50-650,36-22-11,-44 40-314,57-27-3016,5-14 3195,10 3 146,5-22 45,7-1-2328,14-15 2300,2-19 16,-1 0-21,-6-12 912,-10 12 1185,-6 15-2037,2 11-16,1 21 390,12 31 0,2 8 3034,-1 11-3340,1-2 0,-3 0 145,-16-1 337,-11 27-3482,-26-7 2860,-2-6-6,-20-24-3681,-5-36 2348,16-14 1363,-13-66 1,35 39 0,2-41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43.4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522 271 10494,'-27'-43'7063,"1"9"-6189,8 30-790,-14 16-90,7 0-50,-11 24-5,20 10 55,3-8-67,8 2-162,5-19-398,22-9 370,-7-1 33,18-11-458,5-41 688,-20 22 84,9-27 515,-25 39-678,-4 10 68,-2 8-84,0 5-62,1 10 56,16-13 96,-2 3-1,14-15 1,5-23-3252,-13 3 3262,9-22 1,-20 7 50,-2-18 319,-12-6-258,-2 10-33,-9 7 370,-29 12 2908,17 15-3172,-23-9-28,25 18 40,-12 2-722,-4 2 526,1 1-1,6 1 1,4 9-202,-10 15 235,8 2-28,-2 11 24,13 7-35,3 25 0,4-11 938,6 12-776,11-18-61,7 14-56,3-13 27,18 8-275,34-40 209,-9-5 5,23-10 22,-14-7-195,9-11-203,-14 4-676,-5-12-8790,-21-7 9011,-12 7 1,1-3 0,-14 14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44.6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1 541 7799,'4'7'6726,"-1"0"-7350,0-22 675,-2 0 1434,1-19-1564,-1-35 1,-2-6 884,1 1-806,0-3 0,0 1-1630,0 15 1596,0 33 2084,2-3-2078,3 40-2084,37 72 2146,-15-29-31,-1 0 0,3 2-1413,12 16 1589,11-2 1428,-11-13-1439,-2-14 392,-27-36 449,-4-27-948,-4-7-61,-3-31-163,-1-32-178,-4-7-253,2 17-3495,-4 22-531,5 52 4513,-1 5 1,2 3 0,0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44.9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8459,'15'3'2896,"-4"0"-590,-11-3-665,0 0 336,17 117-1652,-10-66-1700,4 29 1,1 4 1424,1-2-55,-3-16 670,2-3-3208,-2-33 2152,3-12 1,-4-3-1,0-11 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45.5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3 12858,'-4'-1'3053,"1"0"-735,3 1-1494,0 41-241,0-11-4337,0 56 3906,0-19-147,3-1 860,0-10-898,9-4-303,-4-26-543,4 9-841,-7-29-1389,-2-3 3109,-2-11 0,-1 6 0,0-7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45.8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0 172 9525,'85'-14'1181,"-1"1"1,-27 9-200,33-13 1,-10-8-4595,-60-2 3612,-12 1 0,0-2 0,-8 11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46.1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9699,'8'15'4441,"-1"-3"-3653,-7-12-396,0 0 4722,31 242-4946,-19-165 168,3 17 0,4 21 0,-3-32-33,-5-46 70,12 17-143,-15-37-853,-2-9-769,-2 1-2305,-3-8 3697,-1-2 0,0-1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58.2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77 12494,'-12'-12'2946,"3"3"-2873,9 9 140,0-4 1109,7 0-958,1 0-34,8 0 695,50 0-924,-33 0 0,40-3-62,-51 4 247,4-1-280,-14 2-6,0 1 0,-11-6 0,-1 6 0,0-6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59.1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31 735 7924,'8'17'4380,"-2"-4"-1570,-6-13 81,1 0-1883,0-3-795,0-6-202,-1 3 442,0-5-347,0 9 1425,0 1-1638,7 11 113,-5-6 33,7 7 353,-6-10 566,-2-1-566,1-4-151,-2-7-3616,-14-57 3129,-2-16 226,6 33 0,0-2-1190,0-13 1,3 3 867,3-11 100,4-10 6,8 36-1343,52-18 1097,-27 36-44,36-22-1452,-34 47 1978,1 31 0,-12-19 0,-4 21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59.5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67 11044,'-3'-13'3294,"1"3"-5195,53 0 0,22 5 1907,-7 0-85,7-4 1,-2 2 841,-23 5-763,-20 0 0,-15 1 0,1-2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59:59.8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12589,'5'1'2280,"-2"0"767,-3-1-2185,0 43-4424,0-11 4010,0 38-1571,0-18 1470,0 27-285,0 3-62,1 16-1838,6-11-307,0-36 2145,10-12 0,-11-33 0,3-2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00.2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94 0 14325,'6'86'1432,"-1"1"0,-5-28 0,6-9-1432,38 2-5705,-5-55 5576,5-35 101,-10 9 1437,-9-30-960,-58-11 309,8 40-4648,-30 5 0,-4 9 3824,18 21 0,-34 4 1,67-5-1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00.9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0 11810,'-5'11'4913,"1"-2"-4336,4-9-513,-2 76 283,1-36-249,-1 8 0,1 4-3542,13 25 3539,-4-38 874,10 17-924,2-47 56,-1-15-62,3-9 162,-5-14-190,0-17 3499,-4 9-3499,-2 5-11,-5 18 11,15 37-5,-6-9-6,15 19 0,-3-14-3297,-7-8 3521,13-1-73,-16-9 62,4-5-2246,-10-18 1809,-3-30-370,-2 9-717,-8-14-5494,-18 30 6805,5 11 0,-7 2 0,15 11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01.4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11687,'2'75'4224,"0"-35"-3309,3 24 1,0-1-597,-1-29-2783,7 20 2464,-10-53 843,-1-9-944,0-7-2324,-5-29 2324,4-33 56,-4 15 11,10-8 23,37 41 2352,-17 26-2173,30 9-1559,-8 75 1463,-21-35 2276,13 36-2348,-13-52 0,-17-16 0,10-1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02.1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10367,'15'4'4682,"-3"-1"-2668,-12 64-1134,1-13 0,-1 2-824,2-5 0,-1-1-26,0 7 1,2-8-249,6-25-353,-5-12-143,4 0 714,-7-36 0,0 18 0,-3-17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02.5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99 10562,'49'-23'2394,"0"-1"0,11 6-1848,9-3 0,-2 9 132,-20 23 164,-11 12-150,-23 28 0,-6 7-647,2-4 165,18 17 0,4-5-104,-6-40 147,32 14 139,-27-44 51,0-43-398,-9 9-6,-5-31 162,-21 16-2249,-24 15 2003,-1 5-151,-21 18-67,10 12-5735,-23 11 5998,25 16 0,-6-9 0,35 7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03.2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 1 13978,'5'-1'5551,"-12"90"-8261,4-41 2785,-3 12 1,0 1 877,6-7-942,0-2-2370,3-5 2404,22 12-45,1-25 51,29 2-144,-24-34 144,5-14-1,-20-12-22,3-60 1424,-10 33-1604,0-39-240,-9 55-5136,-7-20 5923,5 22 1,-5-5 0,5 26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04.1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31 12578,'-4'-17'3792,"1"4"-3126,3 13 1581,-2 3-1026,1 14-678,-1 3-84,2 17-3212,4 17 3078,12 28-247,-1-14 40,8 8 123,-2-29-101,0 0-135,-4-11 68,-4-9 229,-10-23-262,1-3-29,-2-1-6,2-7 1,-1-5 3380,10-24-3537,2-16 81,-1 3 0,1-1 70,1-6-5,1-12-337,-13 64 224,-2 1 186,11 19-3309,9 17 3246,4 8 12,17 24-11,-5-14 285,25 8-157,-29-28 499,17-81-627,-43 3-6,0-4 0,0-5 8,-6 1 1,-3 4-138,1 0-190,0-24 3083,0 68-11406,0 1 8642,-1 5 0,1-1 0,-2 2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21.9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2 168 7403,'12'2'2246,"-3"-1"-1066,-9-1 3486,0 0-3036,0-5-1585,0 1-3165,4-20 3120,10 1 6,0-7 277,8 4-138,15-2-139,-15 16 5,13-6-5,-20 18-1,2 0 1,-1 13 3420,-4-2-3365,-6 32-796,-12-3 623,-5 8-84,-8-5-224,-22 4 241,12-15 129,-5 3-62,21-26-297,21-10 448,7-2 191,12-3 403,55 15-488,-47 1 792,33 17-349,-87 28-538,-2-24-16,-22 22-34,6-38-269,-40 0-45,38-8-145,-24 0-6075,50-22 3526,7 2 3008,17-20 0,-7 20 0,12-4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22.4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 0 9671,'7'2'6117,"-1"-1"-5485,-6-1-116,0 0 542,-18 48-800,10-18-4409,-17 61 4045,28-16 100,4-23-1164,56-12 1204,-32-49-34,28-13 118,-47-20-497,-13-23 379,-8 12 1982,-11-4-9425,-32 32 7371,26 13 1,-15 2 0,34 10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23.2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0 598 10474,'12'21'5147,"-3"-5"-2162,-5-19-2716,-3-4-4283,3-6 4042,-2-33 0,-1-10 516,3-12-634,0 1 0,2-5-976,1 9 1,0 5 1278,5-14-213,1-12 5,-8 65-5,-2 13 84,9 6 2327,-4 7-2193,7 8-1887,14 58 1719,-13-27 2269,16 39-2221,-13-26 0,-2-4-92,1-1-4,-1 0 1,-2-1 9,-4-10-2281,-5-18 2006,2 8 1977,-5-24-2510,-1-4 1,-1-2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23.8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31 106 12595,'-17'-8'1070,"4"1"-858,13 7 214,0 0-3782,53-24 3822,-4 6 399,26-13-854,-9 18-1199,-35 10 1255,5 1 78,-19 4 203,-1 6 2878,11 13-2218,5 35-913,-6-19 123,-2 35-212,-14-46 1780,0 10-1786,14-17 39,-11-12 84,14 0 6,-12-7 756,28-42-767,-24 21 420,16-49-1076,-30 39 264,-7-6-325,-4 15-1390,-8 2 1989,-7 4 0,8 3 0,-1 6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24.4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171 3 12169,'11'5'3271,"-2"-2"-2867,-9-3 1768,-33-10-2088,15 18-78,-28-3-493,2 82 106,26-47 11,-14 42 113,60-69-2556,-8-6 2869,25-9-50,-16-11 0,15-45-207,-21 3 1192,4-11-167,-23 29-538,6 75 2185,0-2-2392,10 47-1395,-6-35 0,0 2 1503,-3 2 1,-2 2 198,2-2 1,-2 1-236,-2 38-1977,-25-18 1725,-39-10-336,6-17-235,-23-17-2599,25-47 3271,18-62 0,5 43 0,18-39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0.5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6 11553,'-2'3'3355,"0"0"2005,2-3-5147,16 0-168,-2 0-39,16-1-1,-5-1-3391,1-1 3397,16 0-11,-15 1 6,9 1 10,-16 1-4,-2 0-7,-3 0-5,-4 0-33,-4 0-2051,3 0-1434,1 0 3518,4 0 0,-9 0 0,-1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1.5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 1 12382,'-5'10'2655,"0"-2"-2476,5-8 180,0 0 223,0-9 129,-1 7 493,-2 3-1114,1 14-51,-1 19 6,3 8-45,0 13 213,2 19 0,2 4-163,1 5-47,-1-8 0,2-3 41,7-5 24,-6-31 22,1 3 145,-7-33-184,2-15-107,-1-6-34,2-15-33,-1-7 39,1-4-51,6-19-214,8 7 344,2 4-29,3 18 29,-4 23 700,23 43-421,-19-1-39,16 38-1755,-27-23 1,-4 1 1524,5 22-10,3 10-62,-9-46-3484,5-29 3551,2-26 0,-2 10 0,-2-14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2.0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23 134 11519,'2'13'3070,"0"-3"-2986,-2-10-45,67-11 767,-29-1-357,35-4-12,-52 4-129,-21 6-112,-8-25-124,-2 13 242,-10-17 890,-19 22-1098,5 11-111,-7 11-29,14 12-3313,4 44 3414,12-22 34,-2 26-11,13-34-45,0-6-2319,16 8 1932,11-10 0,9-2-397,7-14 739,30-28 0,-44 12 0,26-14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2.3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14499,'6'88'4437,"-1"-38"-4812,-4 13 1,-2 4 520,4 2 252,2-2-858,4 12 1,2 1-1411,4-6 35,-4-2 1,5-12 1875,1-43 1,-7-8 0,-2-8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3.0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270 389 12494,'-11'-6'4929,"-3"1"-7040,-20-18 2693,4 12 739,9 8-1103,-2 1-2688,-18 31 2430,15-5-4,-14 26 10,26-9-39,3-2 665,6 29-693,8-35 28,6 14-95,7-41 1242,39-31-1730,-25-1 365,25-25 212,-33-20-734,-12 13 877,-5 4 1,-1-1-60,-4-13-827,0-1 1,0 2 1381,0 17-230,0-26-84,0 70 673,0 46-560,0-6 5,0 43-224,0-15-90,8 33-1537,4-6-1146,6-1 3414,7-19 0,-15-45 0,2-4 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3.5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11338,'5'8'3904,"-1"-1"-2503,-4-7 694,21 98-1962,-13-60-32,4 20 0,0-2 234,-6-30-223,0 4 137,-2-7-887,1-2-1244,-2-10-1776,-2-8 3745,2-5 0,-3 2 0,2-1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3.7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10415,'14'7'106,"-3"-2"1,-11-5-1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4.1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1 318 11570,'17'9'2537,"-4"-1"-431,-13-8-1305,0 0-762,3-30-39,-7 4-1363,2-67 1324,-3 46 39,1-26 28,7 49-3018,11 3 3090,10 11 24,2 1 60,5 7 1501,3 52 1,-4 15-7075,6-1 5389,-3-3 0,-3-4 0,-17-23 0,-5-39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5.0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17 8774,'-4'7'9830,"1"4"-8692,3 42-869,0-3-4196,11 28 3977,6 4-5,6-5 876,3-14-909,23-18-63,-23-24-5,22 4 23,-30-25 33,-2-3 16,9-44 24,-13 10-35,4-41 3398,-15 23-3363,-2-43-46,-2 43-207,-2-24-448,1 55-734,1 5 547,1 2 0,2 8 0,0 2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5.7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13095,'0'14'2045,"1"-2"-1323,-1-12-5,0 0-2985,12 101 2633,-4-53-242,0 17 0,2-1 955,3-14-938,-1-6 292,14 19-270,-12-31 98,8 11-86,-15-36 38,-1-3 18,0-2-96,-2-5 51,0-5 3308,2-11-3460,12-55-66,-6 22 27,8-34 1,-12 50 5,-2 11-79,-2 13-145,-1 7 118,2 11 100,4 8 1,3 11-1,34 49 0,-21-32 6,24 28 51,-29-51-3275,2-9 3319,-8-4 17,1-5 50,-11-2 40,2-11-101,-3-10-96,3-64-5,-4 32 0,0-37-78,-2 56-2750,-1-13 2828,-6 15 0,4 1 0,-3 17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7.1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34 10438,'9'12'3423,"-3"-3"-2763,-6-9 959,0 0-1137,-1 10 1416,9 47-1561,0-10-130,10 38-106,1-33-62,0-3 157,17 15 51,-15-32-12,9 7-39,-22-35-17,-2-2 331,1-10-348,-1-9-78,4-15-34,0-13-50,1-12-11,-5 2 0,0-2-129,2-10-146,-1-30-301,-6 67-624,-1 10-3992,4 10 5203,5 13 0,-3-2 0,1 8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7.4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12763,'18'7'3165,"-3"-1"-2566,-15-6 179,0 0-134,17 86 118,-6-24-709,0-7 0,1 3-282,3 22-505,-7-48-548,3 10-925,-3-34-3171,-2-3 5378,1-6 0,-4 0 0,0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7.5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12472,'12'12'-376,"-1"-2"-3181,-11-10 3557,0 0 0,0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7.9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12981,'12'12'3081,"-1"-2"-2342,-11-10 1104,46 119-2174,-29-70 519,11 23 0,-2-1 36,-14-25 105,1-3-279,0-1-785,7 5 936,-5-14 34,3-1-50,-8-19 721,-1-6-470,0-4-200,-6-2 139,2-3 964,-3-7-1059,1-7-174,1-9-39,2-19-67,-1 9-72,1-7-208,-4 18-287,1 3-4832,13-24 1339,-4 13 4060,10-16 0,-14 32 0,-1 5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8.5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138 34 9979,'4'10'4531,"-2"-2"-3724,-2-8 1248,0 0-1433,0-22-107,-1 15 270,-14-16-785,4 28-34,-13 7 29,8 11-1,0 5-44,-10 34 55,13-22-5,-4 24-61,14-36-74,2-2-403,1-3 264,4-10 50,2-2 100,5-10 74,3-3-286,12-41 274,-9 11 57,6-34 5,-14 23 134,-2 6 1171,-2 2-1226,-3 19-51,0 3-22,-2 13 207,0 27-90,0-6-45,1 25-72,2-13-6,3-1-4474,9 11 3141,0-14-610,12 4-3415,-6-19 5358,4-7 0,-12-5 0,-4-2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8.7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0 344 13446,'17'-32'9242,"-5"9"-14885,-10-50 5643,-2 37 1375,0-9-1560,0 23 551,0 6-1402,3 0-3221,15-5 2291,14 4 1966,39-8 0,-33 16 0,9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9.0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11687,'1'76'2797,"1"-1"0,1 3 0,2-12-2797,5-22-1025,5 14-964,-7-32-1634,2-1 3623,-5-19 0,-2-3 0,-2-3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9.2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24 13239,'-4'-13'1277,"2"2"-1277,2 11 0,0 0 0,0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39.6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8946,'14'4'3047,"-3"-1"-1014,-11-3-1607,0 0 274,79 132-471,-59-79-159,23 25 0,-6-1-19,-37-36 710,0-5-638,14 9 288,-1-17-406,13 4 1330,-6-20-1335,2-5 185,17-11-101,-15-10 5,12-9-22,-24-8 73,-2-3 393,-6-14-354,-1 13-179,-3-6-190,-7 18-118,1 5-281,-8 1-2194,-3-2-544,6 8 3327,-5-3 0,12 11 0,0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40.5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0 101 10959,'11'3'2582,"-3"0"-2033,-8-3 1109,0 0-1271,15 92-264,-8-58-42,2 20 0,0-3 216,-1-28 218,-1-2 387,-1 0-650,0-6-95,-3-1-73,-1-10 17,-1-1 420,0-3-521,-1-9-39,0-4-11,0-13-90,-7-23-46,4 6 29,-3-15 23,4 15 22,2 4 78,0 3-50,4-6 28,1 15-39,4-2-17,-2 16-22,1 5 50,-3 4 56,5 4 89,0 11 51,4 7-39,1 12-17,0 5-28,11 34-22,-11-25 44,7 22-50,-14-38 0,0-4-3386,-2-8 3386,-2-4 33,-2-8 169,0-1 11,0-3-96,0 0 2,0-5-86,1-23-118,2-2-21,2-21-45,0 6 3476,5 0-3325,-1 3 78,7 0-11,-6 18 45,3 5 23,-6 15 50,2 5 286,8 26-309,-3-2-50,5 23-50,-8-8-57,1-1-5,-4-4-3392,-1-6 3135,-2-5-618,-1-6-978,-3-7-2247,0-4 4100,-3-6 0,0-1 0,0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41.6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 10534,'10'3'3259,"-1"0"-2435,-9-3 2419,0 0-2195,1-4-147,-1 3-72,2-3 885,-2 4-4755,1 0-2068,3 0 5109,4 2 0,-3-1 0,0 2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45.8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20 13228,'2'7'2318,"-1"-2"-2138,-1-5 2698,0 0-2833,6 0-4156,16 0 4184,1 0 848,16-1-870,6-2-40,-10 0 39,16 0-2065,-26 2 2110,0 1 2459,-15 0-2397,-6 0-107,0 0-235,-1-2-919,6-1-2268,0 0 3372,4-4 0,-6 5 0,-2-2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47.1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32 201 12466,'-17'-9'3462,"3"3"-3093,14 6 393,16 0-633,1-3-62,16 0-62,-1-4 1,14-6-3392,-12 3 3419,4-3-27,-19 6-1,-7 2 51,-5 1 79,-3 1-1,-2 2-27,-1-1-68,-1 1 3358,0-1-3397,0-2-173,-2-8 162,-6 1-79,-2-6 40,-5 5-3354,-8-4 3399,7 4-1,-7-3 6,9 8 11,-1 3 45,0 3 45,-6 1-106,7 1-29,-4 5-11,8 3 3392,1 8-3319,-3 40 23,6-16-46,-1 30 29,7-31-3420,13 22 3324,-3-26-67,13 13-196,-6-32-246,3-5-2084,17-2 2479,2-13 1,-7 4-1,-8-8 1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47.5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12987,'1'15'3047,"0"-3"-2627,-1 72-90,3-40-221,-2 11 1,3 3-5580,11 6 5531,8-10 1354,-1-10-1404,5-20 938,-9-19-518,19-18-319,-16-7-11,12-17-45,-23-5 84,-4-51-162,-3 45 3083,-4-33-3973,-2 65 64,-6-14 0,5 20 0,-3-11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47.8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13418,'13'6'2795,"-2"-1"-1305,-11-5-824,0 85-122,0-37-337,-1 9 1,2 5-4236,3 38 4028,-1-40 860,3 25-1079,0-51-234,-4-3-1850,0 0 169,-2-12-2145,0-2 4279,-1-14 0,1-1 0,-2-2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48.5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1 360 9828,'7'0'711,"49"-10"0,12-5-705,-19-1-1,24-1 1,-4-3 0,-30-3 117,11-29 224,-23 17 303,7-21-67,-25 26-62,-3 4-2872,-2-1 2906,-2 10-84,0 4-119,-2 10-4,2 3 553,-2 18-498,0 3 57,0 23 3329,1 3-3514,2 9-121,1 2 0,0 1-148,3 12-3,-2-15 0,0-3 2,1-6 1,0-10 50,1 11-51,-2-26 1,-1 5 162,-1-25-134,2-17-34,1-5 5,5-19-5,-1-4 0,5-4 0,14-30 0,-12 34 0,9-12 11,-17 46 57,-1 5 520,13 30-437,-7-4-101,7 25-50,-8-10-145,-5-1-1783,3 6-1063,-3-17 2991,5 0 0,-8-19 0,2-5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49.1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178 1 11452,'11'9'3573,"-3"-2"-2956,-8-7 1108,0 0-1518,-20-5-126,-3 22 255,-11-4 103,4 27-158,10-1-130,-1 6-100,0 21-483,8-17 426,1 10 253,10-25-298,2-9-72,0-3-398,5-10 330,3-5 96,7-5-50,2-12 257,2-8-1355,18-66 1114,-17 25 129,-4 10 0,-2 0 90,-5 0 352,-5 11 953,0 11-1300,-3 16 163,1 17 84,1 16-84,2 15 5,6 34-258,-3-18-5,5 19-296,-3-31-842,1-7 290,15-6 0,-16-16 0,9-2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0.0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9973,'5'9'1664,"-1"-1"-651,-4-8 1037,0 0-1300,0 74-212,1-37-219,2 60 148,2-58-310,5 15-152,-5-25 211,3 8-143,-6-30 886,1-4-460,-3-2-790,1-11-1,-1-4 85,0-17-459,0-49 565,0 27 23,0-32 72,0 48 6,4 11 151,8 7-33,-2 10 39,8 4 55,-5 12 46,4 7 319,7 27-218,-6-4-68,3 17-95,-9-12-112,-2 0-1322,6 37-95,-6-40-723,6 23-1932,-8-55 3988,0-3 0,-3-4 0,-1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0.2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12337,'14'83'2281,"1"0"1,-2-7 0,-1-12-5044,-4-20-21,-1-22-2220,1 4 5003,-2-24 0,-3-2 0,0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0.3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13911,'16'13'2078,"-3"-3"-3014,-13-10 380,0 0 0,0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1.1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1 10511,'0'8'2846,"0"-2"-2449,0-6 410,0 0 431,-2 3-885,1-2-17,-3 1 67,4-2 773,-1 0-1171,6-1 1,3-2 28,5 0 27,3-3 146,11 3-78,-10 0 50,7 2 7,-15 1-80,-2 0 242,-1 20-248,-3-4-16,0 22-44,-3-10 4,-3 23-1327,-3-13 1288,-3 14-5,-3-17 6,1-2 0,0-1 5,-4 10-11,7-17 0,-2 6 1323,8-23-1267,1-3-51,1-3-10,0-1 5,0 1 0,2-1 0,7 1 5,4 1-5,8-3-5,4 1-1368,31-1 23,-20-4-549,20-2-1489,-33-3 3388,-7 0 0,-7 5 0,-5 1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1.8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0 102 11928,'1'7'1737,"-1"-1"-1474,0-6-263,0 0 5,82-4-5,-42 1 17,11 1 0,3-2 106,19-6 40,-30 1-40,22-3-45,-38 2-3291,-3-1 4177,6-8-505,-14 8-67,3-5-207,-16 14-179,-1 0-191,-1 2 185,1 0 3392,0 0-3386,0 0-6,0 0 16,-1 0-27,-12 0 11,0 0 0,-9 0 6,3 0-1,1 2 113,-6 3-118,6 0-6,-1 6-33,8 0 39,1 5-3341,-1 17 3464,3 13-62,0 0-55,5 1-6,2-16-487,28 11-28,-8-18-18,28 4-128,-14-24 661,60-21 0,-59 13 0,38-15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2.4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171 532 7302,'14'12'7600,"7"-33"-7129,-46 5 414,9-17-549,-24 24 174,-1 12-482,22 3-28,-9 5-6,12 16-95,6 16 23,2-8-29,5 4-21,9-24-136,9 1-447,10-8 307,1-1-279,4-17-3190,-7-23 3660,0-28 179,-9-6 34,-9 15 0,-3-4 131,-2-9 1,-2 0 8,0 13 0,0 1 140,-1-7 0,-1 8 343,-2 18 32,1 13-426,2 15 51,2 19 342,1 40-12,11 26-540,-4-24 0,3 1-70,11 34-392,-7-42 0,0-3 392,13 13 0,-11-17 0,-1-16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3.6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168 1 9755,'-79'34'9483,"12"10"-15082,55-1 5605,4 3 1403,6-15-1465,2-3 809,2-3-1146,18-2 337,-6-11 56,16-2-28,-3-11 3297,6-27-3269,-7 7 39,-4-21 62,-18 14 152,-3-15-253,-6 16-136,-1-9-228,-7 23-296,1 4-236,-1 3-1866,1 4 2762,4 8 0,2-4 0,5 6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4.0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25 12001,'3'4'2576,"92"18"-7351,-70 18 4907,25-19 0,-3 3 1439,-43 34-1465,2-20 815,1-4-904,1-1 392,-1-16-146,-1-2-123,-1-18-409,-1-36 90,0 6 3263,4-30-3672,6-1-2810,2 10 3561,3 6-6,-2 24 61,-6 21 12,2 3 632,15 37-531,-10-9-79,9 33-73,-12 2-700,-2-6 521,6 0 0,-9-25 0,0-20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7.0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120 0 12225,'0'12'3462,"0"-2"-2857,0-10 856,0 0-1164,-22-2-146,12 13 331,-20 5-117,16 19-203,1 7-44,1 6-57,3 2-61,3 2-5,4-4-1,0-3-44,2-6-18,5-5-16,6-8 45,5-6 28,8-5 11,1-5 0,5-5-6,3-3-33,3-2-342,14-15 179,-13 0 146,5-16 56,-23 4 157,-7-2 16,-7-3-49,-4-1-51,-4-4-22,-8-1 16,-6 0-17,-7 3-95,-16-4-162,12 14-113,-9-1-324,18 15-638,4 5-768,7 0 2050,2 5 0,4-1 0,1 2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7.4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233 85 11200,'10'2'3226,"-3"0"-3002,-7-2 762,0 0-291,-35-39 111,20 29 17,-27-29-324,27 39-337,1 4-27,-3 7 17,0 9 4,-2 9 7,1 6-12,0 2-78,4 4-12,2-4-21,4 0 10,4-5-39,3-1-11,1-5-5,1 1-96,6-4-78,5-2-79,7-1-308,6-4-515,3-2-526,10-7-2001,0-3 3608,3-5 0,-19 1 0,-7-2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7.7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13278,'20'94'1928,"0"1"1,-5-24 0,-1-7-3217,2 13-1513,-8-45 2801,-3-7 0,-1-11 0,-2-4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00:57.8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17 110 13205,'-9'-1'2341,"1"1"-2234,8 0-107,0 0-437,76-16-717,-31 0-2546,6 2 1,-1-2 3699,-3-8 0,-23 10 0,-9 5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17:56:56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0 24575,'-17'0'0,"-4"0"0,-4 0 0,5 0 0,-1 0 0,8 0 0,-4 0 0,5 0 0,4 0 0,-4 0 0,7 4 0,-5-3 0,5 5 0,-3-5 0,1 3 0,-1-1 0,0 2 0,-4-1 0,3 3 0,-2-6 0,3 2 0,4 1 0,-3-3 0,3 2 0,-3-3 0,-1 0 0,4 3 0,1 1 0,6 8 0,-2-4 0,6 4 0,-6-5 0,2 1 0,1-4 0,-3 2 0,2-1 0,-3 3 0,0 0 0,4-4 0,-3 10 0,2-8 0,-3 9 0,0-4 0,0-2 0,4-2 0,-4 0 0,4 0 0,6-2 0,-4 2 0,9-7 0,-7 0 0,7 0 0,-6 0 0,6 0 0,-7 0 0,7 0 0,-5 0 0,5 0 0,-7 0 0,-1 0 0,1 0 0,0 0 0,0 0 0,-1 0 0,1 0 0,-1 0 0,1 0 0,-1 0 0,0 0 0,1 0 0,-1 0 0,1 0 0,-1 0 0,8 0 0,-5 0 0,5 0 0,-7 0 0,3 0 0,-2 3 0,2 5 0,-7 0 0,-1 6 0,-3-5 0,0 2 0,0-4 0,0 1 0,0 0 0,0-1 0,0 1 0,0-1 0,0 1 0,0-1 0,0 1 0,0 0 0,0 3 0,0-3 0,0 6 0,0-5 0,0 1 0,-3-6 0,2 3 0,-6-6 0,3 5 0,-4-2 0,0 1 0,4 2 0,-3-6 0,3 5 0,-4-5 0,3 6 0,-2-6 0,0 2 0,-2-3 0,-2 0 0,3 0 0,1 0 0,-1 0 0,0 0 0,1 0 0,-1 0 0,0 0 0,0 0 0,1 0 0,-2 0 0,2 0 0,-2 0 0,1 0 0,0 0 0,0 0 0,1 0 0,-2 0 0,-2 0 0,2 0 0,-2 0 0,3 0 0,0 0 0,1 0 0,-1 0 0,1-3 0,3-1 0,-3-4 0,6 1 0,-6-1 0,6 0 0,-2 0 0,3 0 0,-4 4 0,3-3 0,-2 6 0,3-2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79003-4971-5A48-B17A-370D91BB0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BCD47-DC72-1143-BACF-AFB066D8F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06CFF-CB00-A246-AC3D-D2C4F8C67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BD978-013B-714A-8BEF-C02D0E8A6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13832-5209-6340-A643-7D598B247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368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695FA-B665-A74B-A87F-918CFC61B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6393D-784D-3F44-B803-94A14DEBD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DBA36-91C3-134C-97DC-817B5F0E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C871E-7D93-9B4C-AA1C-957B7052D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FFCFC-756E-2B49-A520-CEEDED831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51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ADC9C-36F0-E649-BB47-FA077458C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6E7A9-1E2A-FC47-93FE-D50BAE94C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36BA0-3122-A442-8637-62893D622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F1CA5-C152-1447-BD2B-CB7AE2B1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F2A05-960C-964C-856A-ACDB1BE83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85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434AD-0A55-804D-BDC5-F5895BFB3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7BE90-6CA0-8B41-83FE-23D253FC79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784AA-ADBD-7E45-877A-9506BEC9D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F200E4-63DA-714B-BF56-EC377A08C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D6638-3D1E-EF4F-8EAE-0ABFE2AEF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CD4D5-B432-BF4A-9769-6CE06D52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80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D1932-BF0C-AD4C-A619-F049A66C7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C5790-3421-ED47-AB59-1DCEF6517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99B10-CC6D-6340-8657-3947BBA32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CA8720-F2DE-A74C-8A92-36E3763BB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2EF0CE-147D-534D-9288-0271A4A19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EC811C-2AD9-B34D-9A2E-8B9AF7E36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F72120-1C83-7141-8D0A-04FF97E2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115239-D571-3948-8E5B-2A7B77FE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90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4AF09-7B71-0948-984A-18669497B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4EB1B-8CA3-9E4C-B5D9-702FABFA9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233FF8-C77D-1642-A427-728170AB3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6517CE-957A-304C-9C4F-AA34E0BC5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678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39EF98-BDF0-7541-A4F0-21FB083B6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B1280-7623-7847-ABE7-0D6F137BE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4FEBE-6C53-834F-B91B-8C80ED976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27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FFAC-9EDD-DC4E-A5F2-CFFFC1949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2378F-BC25-3047-8113-DFB010F96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1CF6D-560E-7445-BB45-7E9D2E898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27A9E-A446-BB45-BFCA-94706377E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100A9-C8F6-C54D-BB6F-9E6197775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BDB71-B126-1C48-9A04-2869B1C6E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2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8DC10-094B-3D4D-AD49-16BB0EF2B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F762D0-E817-704F-9511-E2BFBD107C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C98C5-70C5-6F43-8543-9384B9B92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0A775-DF48-1B48-B0B0-951E2D88A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632F6-5513-1C46-9116-8964D1D1E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F336D-98A0-4545-9ED2-055AF5E85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70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A0E05-D2EE-524E-854E-822B209F5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B73171-E387-F644-9B14-5747265F5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91DFA-3C97-6A41-8BE2-E12E49C97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1FB8B-CE04-EE48-968F-9F8C9D8A0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6F5D8-BEA9-4B45-8298-A4986E8D0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7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CA2191-62B3-524E-8D10-68D6D50FB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E7F46A-EFCB-B445-BF9D-0EA971123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9B713-91E8-8944-BFB3-3C9CBB331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EE90E-6F9E-4543-A89D-FD8793B2E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4D491-7846-B140-BCB2-AF2AC867C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8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A44A46-B8EF-5443-9107-C20BE6216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0C32D-83B6-AD4C-B989-8DE777853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3DC64-5D7D-8C41-AF4F-65CEB81234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8F8A0-3291-DE40-BB49-3D0B5CC2AEF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B1A77-448C-D74C-97A3-51800A2A0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4EECA-C115-1A4B-ABA1-D591FA5E3F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46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1" Type="http://schemas.openxmlformats.org/officeDocument/2006/relationships/image" Target="../media/image148.png"/><Relationship Id="rId170" Type="http://schemas.openxmlformats.org/officeDocument/2006/relationships/image" Target="../media/image358.png"/><Relationship Id="rId268" Type="http://schemas.openxmlformats.org/officeDocument/2006/relationships/image" Target="../media/image406.png"/><Relationship Id="rId475" Type="http://schemas.openxmlformats.org/officeDocument/2006/relationships/customXml" Target="../ink/ink243.xml"/><Relationship Id="rId682" Type="http://schemas.openxmlformats.org/officeDocument/2006/relationships/customXml" Target="../ink/ink352.xml"/><Relationship Id="rId128" Type="http://schemas.openxmlformats.org/officeDocument/2006/relationships/customXml" Target="../ink/ink64.xml"/><Relationship Id="rId335" Type="http://schemas.openxmlformats.org/officeDocument/2006/relationships/image" Target="../media/image439.png"/><Relationship Id="rId542" Type="http://schemas.openxmlformats.org/officeDocument/2006/relationships/image" Target="../media/image537.png"/><Relationship Id="rId987" Type="http://schemas.openxmlformats.org/officeDocument/2006/relationships/image" Target="../media/image752.png"/><Relationship Id="rId1172" Type="http://schemas.openxmlformats.org/officeDocument/2006/relationships/customXml" Target="../ink/ink604.xml"/><Relationship Id="rId402" Type="http://schemas.openxmlformats.org/officeDocument/2006/relationships/customXml" Target="../ink/ink205.xml"/><Relationship Id="rId847" Type="http://schemas.openxmlformats.org/officeDocument/2006/relationships/image" Target="../media/image685.png"/><Relationship Id="rId1032" Type="http://schemas.openxmlformats.org/officeDocument/2006/relationships/image" Target="../media/image774.png"/><Relationship Id="rId1477" Type="http://schemas.openxmlformats.org/officeDocument/2006/relationships/customXml" Target="../ink/ink754.xml"/><Relationship Id="rId707" Type="http://schemas.openxmlformats.org/officeDocument/2006/relationships/image" Target="../media/image616.png"/><Relationship Id="rId914" Type="http://schemas.openxmlformats.org/officeDocument/2006/relationships/customXml" Target="../ink/ink471.xml"/><Relationship Id="rId1337" Type="http://schemas.openxmlformats.org/officeDocument/2006/relationships/customXml" Target="../ink/ink687.xml"/><Relationship Id="rId43" Type="http://schemas.openxmlformats.org/officeDocument/2006/relationships/image" Target="../media/image296.png"/><Relationship Id="rId1404" Type="http://schemas.openxmlformats.org/officeDocument/2006/relationships/customXml" Target="../ink/ink718.xml"/><Relationship Id="rId192" Type="http://schemas.openxmlformats.org/officeDocument/2006/relationships/customXml" Target="../ink/ink97.xml"/><Relationship Id="rId497" Type="http://schemas.openxmlformats.org/officeDocument/2006/relationships/customXml" Target="../ink/ink255.xml"/><Relationship Id="rId357" Type="http://schemas.openxmlformats.org/officeDocument/2006/relationships/customXml" Target="../ink/ink181.xml"/><Relationship Id="rId1194" Type="http://schemas.openxmlformats.org/officeDocument/2006/relationships/customXml" Target="../ink/ink615.xml"/><Relationship Id="rId217" Type="http://schemas.openxmlformats.org/officeDocument/2006/relationships/image" Target="../media/image381.png"/><Relationship Id="rId564" Type="http://schemas.openxmlformats.org/officeDocument/2006/relationships/customXml" Target="../ink/ink290.xml"/><Relationship Id="rId771" Type="http://schemas.openxmlformats.org/officeDocument/2006/relationships/image" Target="../media/image647.png"/><Relationship Id="rId869" Type="http://schemas.openxmlformats.org/officeDocument/2006/relationships/customXml" Target="../ink/ink447.xml"/><Relationship Id="rId1499" Type="http://schemas.openxmlformats.org/officeDocument/2006/relationships/image" Target="../media/image997.png"/><Relationship Id="rId424" Type="http://schemas.openxmlformats.org/officeDocument/2006/relationships/image" Target="../media/image481.png"/><Relationship Id="rId631" Type="http://schemas.openxmlformats.org/officeDocument/2006/relationships/image" Target="../media/image579.png"/><Relationship Id="rId729" Type="http://schemas.openxmlformats.org/officeDocument/2006/relationships/image" Target="../media/image627.png"/><Relationship Id="rId1054" Type="http://schemas.openxmlformats.org/officeDocument/2006/relationships/customXml" Target="../ink/ink543.xml"/><Relationship Id="rId1261" Type="http://schemas.openxmlformats.org/officeDocument/2006/relationships/image" Target="../media/image883.png"/><Relationship Id="rId1359" Type="http://schemas.openxmlformats.org/officeDocument/2006/relationships/customXml" Target="../ink/ink699.xml"/><Relationship Id="rId936" Type="http://schemas.openxmlformats.org/officeDocument/2006/relationships/image" Target="../media/image727.png"/><Relationship Id="rId1121" Type="http://schemas.openxmlformats.org/officeDocument/2006/relationships/image" Target="../media/image817.png"/><Relationship Id="rId1219" Type="http://schemas.openxmlformats.org/officeDocument/2006/relationships/image" Target="../media/image865.png"/><Relationship Id="rId65" Type="http://schemas.openxmlformats.org/officeDocument/2006/relationships/image" Target="../media/image306.png"/><Relationship Id="rId1426" Type="http://schemas.openxmlformats.org/officeDocument/2006/relationships/customXml" Target="../ink/ink729.xml"/><Relationship Id="rId281" Type="http://schemas.openxmlformats.org/officeDocument/2006/relationships/customXml" Target="../ink/ink142.xml"/><Relationship Id="rId141" Type="http://schemas.openxmlformats.org/officeDocument/2006/relationships/image" Target="../media/image344.png"/><Relationship Id="rId379" Type="http://schemas.openxmlformats.org/officeDocument/2006/relationships/customXml" Target="../ink/ink193.xml"/><Relationship Id="rId586" Type="http://schemas.openxmlformats.org/officeDocument/2006/relationships/image" Target="../media/image558.png"/><Relationship Id="rId793" Type="http://schemas.openxmlformats.org/officeDocument/2006/relationships/image" Target="../media/image658.png"/><Relationship Id="rId7" Type="http://schemas.openxmlformats.org/officeDocument/2006/relationships/image" Target="../media/image280.png"/><Relationship Id="rId239" Type="http://schemas.openxmlformats.org/officeDocument/2006/relationships/image" Target="../media/image392.png"/><Relationship Id="rId446" Type="http://schemas.openxmlformats.org/officeDocument/2006/relationships/customXml" Target="../ink/ink228.xml"/><Relationship Id="rId653" Type="http://schemas.openxmlformats.org/officeDocument/2006/relationships/customXml" Target="../ink/ink337.xml"/><Relationship Id="rId1076" Type="http://schemas.openxmlformats.org/officeDocument/2006/relationships/customXml" Target="../ink/ink554.xml"/><Relationship Id="rId1283" Type="http://schemas.openxmlformats.org/officeDocument/2006/relationships/image" Target="../media/image893.png"/><Relationship Id="rId1490" Type="http://schemas.openxmlformats.org/officeDocument/2006/relationships/image" Target="../media/image993.png"/><Relationship Id="rId306" Type="http://schemas.openxmlformats.org/officeDocument/2006/relationships/customXml" Target="../ink/ink155.xml"/><Relationship Id="rId860" Type="http://schemas.openxmlformats.org/officeDocument/2006/relationships/image" Target="../media/image691.png"/><Relationship Id="rId958" Type="http://schemas.openxmlformats.org/officeDocument/2006/relationships/customXml" Target="../ink/ink494.xml"/><Relationship Id="rId1143" Type="http://schemas.openxmlformats.org/officeDocument/2006/relationships/image" Target="../media/image828.png"/><Relationship Id="rId87" Type="http://schemas.openxmlformats.org/officeDocument/2006/relationships/image" Target="../media/image317.png"/><Relationship Id="rId513" Type="http://schemas.openxmlformats.org/officeDocument/2006/relationships/image" Target="../media/image523.png"/><Relationship Id="rId720" Type="http://schemas.openxmlformats.org/officeDocument/2006/relationships/customXml" Target="../ink/ink371.xml"/><Relationship Id="rId818" Type="http://schemas.openxmlformats.org/officeDocument/2006/relationships/customXml" Target="../ink/ink421.xml"/><Relationship Id="rId1350" Type="http://schemas.openxmlformats.org/officeDocument/2006/relationships/customXml" Target="../ink/ink694.xml"/><Relationship Id="rId1448" Type="http://schemas.openxmlformats.org/officeDocument/2006/relationships/customXml" Target="../ink/ink738.xml"/><Relationship Id="rId1003" Type="http://schemas.openxmlformats.org/officeDocument/2006/relationships/image" Target="../media/image760.png"/><Relationship Id="rId1210" Type="http://schemas.openxmlformats.org/officeDocument/2006/relationships/customXml" Target="../ink/ink619.xml"/><Relationship Id="rId1308" Type="http://schemas.openxmlformats.org/officeDocument/2006/relationships/customXml" Target="../ink/ink672.xml"/><Relationship Id="rId1515" Type="http://schemas.openxmlformats.org/officeDocument/2006/relationships/image" Target="../media/image1005.png"/><Relationship Id="rId14" Type="http://schemas.openxmlformats.org/officeDocument/2006/relationships/customXml" Target="../ink/ink7.xml"/><Relationship Id="rId163" Type="http://schemas.openxmlformats.org/officeDocument/2006/relationships/customXml" Target="../ink/ink82.xml"/><Relationship Id="rId370" Type="http://schemas.openxmlformats.org/officeDocument/2006/relationships/customXml" Target="../ink/ink188.xml"/><Relationship Id="rId230" Type="http://schemas.openxmlformats.org/officeDocument/2006/relationships/customXml" Target="../ink/ink116.xml"/><Relationship Id="rId468" Type="http://schemas.openxmlformats.org/officeDocument/2006/relationships/image" Target="../media/image502.png"/><Relationship Id="rId675" Type="http://schemas.openxmlformats.org/officeDocument/2006/relationships/image" Target="../media/image600.png"/><Relationship Id="rId882" Type="http://schemas.openxmlformats.org/officeDocument/2006/relationships/image" Target="../media/image702.png"/><Relationship Id="rId1098" Type="http://schemas.openxmlformats.org/officeDocument/2006/relationships/customXml" Target="../ink/ink565.xml"/><Relationship Id="rId328" Type="http://schemas.openxmlformats.org/officeDocument/2006/relationships/customXml" Target="../ink/ink166.xml"/><Relationship Id="rId535" Type="http://schemas.openxmlformats.org/officeDocument/2006/relationships/customXml" Target="../ink/ink275.xml"/><Relationship Id="rId742" Type="http://schemas.openxmlformats.org/officeDocument/2006/relationships/image" Target="../media/image633.png"/><Relationship Id="rId1165" Type="http://schemas.openxmlformats.org/officeDocument/2006/relationships/customXml" Target="../ink/ink600.xml"/><Relationship Id="rId1372" Type="http://schemas.openxmlformats.org/officeDocument/2006/relationships/customXml" Target="../ink/ink706.xml"/><Relationship Id="rId602" Type="http://schemas.openxmlformats.org/officeDocument/2006/relationships/customXml" Target="../ink/ink310.xml"/><Relationship Id="rId1025" Type="http://schemas.openxmlformats.org/officeDocument/2006/relationships/customXml" Target="../ink/ink528.xml"/><Relationship Id="rId1232" Type="http://schemas.openxmlformats.org/officeDocument/2006/relationships/customXml" Target="../ink/ink632.xml"/><Relationship Id="rId907" Type="http://schemas.openxmlformats.org/officeDocument/2006/relationships/image" Target="../media/image713.png"/><Relationship Id="rId36" Type="http://schemas.openxmlformats.org/officeDocument/2006/relationships/customXml" Target="../ink/ink18.xml"/><Relationship Id="rId185" Type="http://schemas.openxmlformats.org/officeDocument/2006/relationships/image" Target="../media/image365.png"/><Relationship Id="rId392" Type="http://schemas.openxmlformats.org/officeDocument/2006/relationships/customXml" Target="../ink/ink200.xml"/><Relationship Id="rId697" Type="http://schemas.openxmlformats.org/officeDocument/2006/relationships/image" Target="../media/image611.png"/><Relationship Id="rId252" Type="http://schemas.openxmlformats.org/officeDocument/2006/relationships/image" Target="../media/image398.png"/><Relationship Id="rId1187" Type="http://schemas.openxmlformats.org/officeDocument/2006/relationships/image" Target="../media/image849.png"/><Relationship Id="rId112" Type="http://schemas.openxmlformats.org/officeDocument/2006/relationships/customXml" Target="../ink/ink56.xml"/><Relationship Id="rId557" Type="http://schemas.openxmlformats.org/officeDocument/2006/relationships/customXml" Target="../ink/ink286.xml"/><Relationship Id="rId764" Type="http://schemas.openxmlformats.org/officeDocument/2006/relationships/customXml" Target="../ink/ink394.xml"/><Relationship Id="rId971" Type="http://schemas.openxmlformats.org/officeDocument/2006/relationships/image" Target="../media/image744.png"/><Relationship Id="rId417" Type="http://schemas.openxmlformats.org/officeDocument/2006/relationships/image" Target="../media/image478.png"/><Relationship Id="rId624" Type="http://schemas.openxmlformats.org/officeDocument/2006/relationships/customXml" Target="../ink/ink322.xml"/><Relationship Id="rId831" Type="http://schemas.openxmlformats.org/officeDocument/2006/relationships/image" Target="../media/image677.png"/><Relationship Id="rId1047" Type="http://schemas.openxmlformats.org/officeDocument/2006/relationships/image" Target="../media/image781.png"/><Relationship Id="rId1254" Type="http://schemas.openxmlformats.org/officeDocument/2006/relationships/customXml" Target="../ink/ink644.xml"/><Relationship Id="rId1461" Type="http://schemas.openxmlformats.org/officeDocument/2006/relationships/customXml" Target="../ink/ink745.xml"/><Relationship Id="rId929" Type="http://schemas.openxmlformats.org/officeDocument/2006/relationships/customXml" Target="../ink/ink479.xml"/><Relationship Id="rId1114" Type="http://schemas.openxmlformats.org/officeDocument/2006/relationships/customXml" Target="../ink/ink574.xml"/><Relationship Id="rId1321" Type="http://schemas.openxmlformats.org/officeDocument/2006/relationships/image" Target="../media/image912.png"/><Relationship Id="rId58" Type="http://schemas.openxmlformats.org/officeDocument/2006/relationships/customXml" Target="../ink/ink29.xml"/><Relationship Id="rId1419" Type="http://schemas.openxmlformats.org/officeDocument/2006/relationships/image" Target="../media/image959.png"/><Relationship Id="rId274" Type="http://schemas.openxmlformats.org/officeDocument/2006/relationships/image" Target="../media/image409.png"/><Relationship Id="rId481" Type="http://schemas.openxmlformats.org/officeDocument/2006/relationships/image" Target="../media/image508.png"/><Relationship Id="rId134" Type="http://schemas.openxmlformats.org/officeDocument/2006/relationships/customXml" Target="../ink/ink67.xml"/><Relationship Id="rId579" Type="http://schemas.openxmlformats.org/officeDocument/2006/relationships/customXml" Target="../ink/ink298.xml"/><Relationship Id="rId786" Type="http://schemas.openxmlformats.org/officeDocument/2006/relationships/customXml" Target="../ink/ink405.xml"/><Relationship Id="rId993" Type="http://schemas.openxmlformats.org/officeDocument/2006/relationships/image" Target="../media/image755.png"/><Relationship Id="rId341" Type="http://schemas.openxmlformats.org/officeDocument/2006/relationships/image" Target="../media/image442.png"/><Relationship Id="rId439" Type="http://schemas.openxmlformats.org/officeDocument/2006/relationships/customXml" Target="../ink/ink224.xml"/><Relationship Id="rId646" Type="http://schemas.openxmlformats.org/officeDocument/2006/relationships/image" Target="../media/image586.png"/><Relationship Id="rId1069" Type="http://schemas.openxmlformats.org/officeDocument/2006/relationships/image" Target="../media/image792.png"/><Relationship Id="rId1276" Type="http://schemas.openxmlformats.org/officeDocument/2006/relationships/customXml" Target="../ink/ink656.xml"/><Relationship Id="rId1483" Type="http://schemas.openxmlformats.org/officeDocument/2006/relationships/customXml" Target="../ink/ink757.xml"/><Relationship Id="rId201" Type="http://schemas.openxmlformats.org/officeDocument/2006/relationships/image" Target="../media/image373.png"/><Relationship Id="rId506" Type="http://schemas.openxmlformats.org/officeDocument/2006/relationships/customXml" Target="../ink/ink260.xml"/><Relationship Id="rId853" Type="http://schemas.openxmlformats.org/officeDocument/2006/relationships/customXml" Target="../ink/ink439.xml"/><Relationship Id="rId1136" Type="http://schemas.openxmlformats.org/officeDocument/2006/relationships/customXml" Target="../ink/ink585.xml"/><Relationship Id="rId713" Type="http://schemas.openxmlformats.org/officeDocument/2006/relationships/image" Target="../media/image619.png"/><Relationship Id="rId920" Type="http://schemas.openxmlformats.org/officeDocument/2006/relationships/customXml" Target="../ink/ink474.xml"/><Relationship Id="rId1343" Type="http://schemas.openxmlformats.org/officeDocument/2006/relationships/customXml" Target="../ink/ink690.xml"/><Relationship Id="rId1410" Type="http://schemas.openxmlformats.org/officeDocument/2006/relationships/customXml" Target="../ink/ink721.xml"/><Relationship Id="rId1508" Type="http://schemas.openxmlformats.org/officeDocument/2006/relationships/customXml" Target="../ink/ink770.xml"/><Relationship Id="rId296" Type="http://schemas.openxmlformats.org/officeDocument/2006/relationships/customXml" Target="../ink/ink150.xml"/><Relationship Id="rId156" Type="http://schemas.openxmlformats.org/officeDocument/2006/relationships/image" Target="../media/image351.png"/><Relationship Id="rId363" Type="http://schemas.openxmlformats.org/officeDocument/2006/relationships/customXml" Target="../ink/ink184.xml"/><Relationship Id="rId570" Type="http://schemas.openxmlformats.org/officeDocument/2006/relationships/customXml" Target="../ink/ink293.xml"/><Relationship Id="rId223" Type="http://schemas.openxmlformats.org/officeDocument/2006/relationships/image" Target="../media/image384.png"/><Relationship Id="rId430" Type="http://schemas.openxmlformats.org/officeDocument/2006/relationships/image" Target="../media/image484.png"/><Relationship Id="rId668" Type="http://schemas.openxmlformats.org/officeDocument/2006/relationships/customXml" Target="../ink/ink345.xml"/><Relationship Id="rId875" Type="http://schemas.openxmlformats.org/officeDocument/2006/relationships/customXml" Target="../ink/ink450.xml"/><Relationship Id="rId1060" Type="http://schemas.openxmlformats.org/officeDocument/2006/relationships/customXml" Target="../ink/ink546.xml"/><Relationship Id="rId1298" Type="http://schemas.openxmlformats.org/officeDocument/2006/relationships/customXml" Target="../ink/ink667.xml"/><Relationship Id="rId528" Type="http://schemas.openxmlformats.org/officeDocument/2006/relationships/image" Target="../media/image530.png"/><Relationship Id="rId735" Type="http://schemas.openxmlformats.org/officeDocument/2006/relationships/customXml" Target="../ink/ink379.xml"/><Relationship Id="rId942" Type="http://schemas.openxmlformats.org/officeDocument/2006/relationships/image" Target="../media/image730.png"/><Relationship Id="rId1158" Type="http://schemas.openxmlformats.org/officeDocument/2006/relationships/customXml" Target="../ink/ink596.xml"/><Relationship Id="rId1365" Type="http://schemas.openxmlformats.org/officeDocument/2006/relationships/customXml" Target="../ink/ink702.xml"/><Relationship Id="rId1018" Type="http://schemas.openxmlformats.org/officeDocument/2006/relationships/customXml" Target="../ink/ink524.xml"/><Relationship Id="rId1225" Type="http://schemas.openxmlformats.org/officeDocument/2006/relationships/customXml" Target="../ink/ink628.xml"/><Relationship Id="rId1432" Type="http://schemas.openxmlformats.org/officeDocument/2006/relationships/customXml" Target="../ink/ink732.xml"/><Relationship Id="rId71" Type="http://schemas.openxmlformats.org/officeDocument/2006/relationships/image" Target="../media/image309.png"/><Relationship Id="rId802" Type="http://schemas.openxmlformats.org/officeDocument/2006/relationships/customXml" Target="../ink/ink413.xml"/><Relationship Id="rId29" Type="http://schemas.openxmlformats.org/officeDocument/2006/relationships/image" Target="../media/image289.png"/><Relationship Id="rId178" Type="http://schemas.openxmlformats.org/officeDocument/2006/relationships/image" Target="../media/image362.png"/><Relationship Id="rId385" Type="http://schemas.openxmlformats.org/officeDocument/2006/relationships/customXml" Target="../ink/ink196.xml"/><Relationship Id="rId592" Type="http://schemas.openxmlformats.org/officeDocument/2006/relationships/customXml" Target="../ink/ink305.xml"/><Relationship Id="rId245" Type="http://schemas.openxmlformats.org/officeDocument/2006/relationships/customXml" Target="../ink/ink124.xml"/><Relationship Id="rId452" Type="http://schemas.openxmlformats.org/officeDocument/2006/relationships/customXml" Target="../ink/ink231.xml"/><Relationship Id="rId897" Type="http://schemas.openxmlformats.org/officeDocument/2006/relationships/customXml" Target="../ink/ink461.xml"/><Relationship Id="rId1082" Type="http://schemas.openxmlformats.org/officeDocument/2006/relationships/customXml" Target="../ink/ink557.xml"/><Relationship Id="rId105" Type="http://schemas.openxmlformats.org/officeDocument/2006/relationships/image" Target="../media/image326.png"/><Relationship Id="rId312" Type="http://schemas.openxmlformats.org/officeDocument/2006/relationships/customXml" Target="../ink/ink158.xml"/><Relationship Id="rId757" Type="http://schemas.openxmlformats.org/officeDocument/2006/relationships/customXml" Target="../ink/ink390.xml"/><Relationship Id="rId964" Type="http://schemas.openxmlformats.org/officeDocument/2006/relationships/customXml" Target="../ink/ink497.xml"/><Relationship Id="rId93" Type="http://schemas.openxmlformats.org/officeDocument/2006/relationships/image" Target="../media/image320.png"/><Relationship Id="rId617" Type="http://schemas.openxmlformats.org/officeDocument/2006/relationships/customXml" Target="../ink/ink318.xml"/><Relationship Id="rId824" Type="http://schemas.openxmlformats.org/officeDocument/2006/relationships/customXml" Target="../ink/ink424.xml"/><Relationship Id="rId1247" Type="http://schemas.openxmlformats.org/officeDocument/2006/relationships/image" Target="../media/image877.png"/><Relationship Id="rId1454" Type="http://schemas.openxmlformats.org/officeDocument/2006/relationships/customXml" Target="../ink/ink741.xml"/><Relationship Id="rId1107" Type="http://schemas.openxmlformats.org/officeDocument/2006/relationships/customXml" Target="../ink/ink570.xml"/><Relationship Id="rId1314" Type="http://schemas.openxmlformats.org/officeDocument/2006/relationships/customXml" Target="../ink/ink675.xml"/><Relationship Id="rId1521" Type="http://schemas.openxmlformats.org/officeDocument/2006/relationships/image" Target="../media/image1008.png"/><Relationship Id="rId20" Type="http://schemas.openxmlformats.org/officeDocument/2006/relationships/customXml" Target="../ink/ink10.xml"/><Relationship Id="rId267" Type="http://schemas.openxmlformats.org/officeDocument/2006/relationships/customXml" Target="../ink/ink135.xml"/><Relationship Id="rId474" Type="http://schemas.openxmlformats.org/officeDocument/2006/relationships/image" Target="../media/image505.png"/><Relationship Id="rId127" Type="http://schemas.openxmlformats.org/officeDocument/2006/relationships/image" Target="../media/image337.png"/><Relationship Id="rId681" Type="http://schemas.openxmlformats.org/officeDocument/2006/relationships/image" Target="../media/image603.png"/><Relationship Id="rId779" Type="http://schemas.openxmlformats.org/officeDocument/2006/relationships/image" Target="../media/image651.png"/><Relationship Id="rId986" Type="http://schemas.openxmlformats.org/officeDocument/2006/relationships/customXml" Target="../ink/ink508.xml"/><Relationship Id="rId334" Type="http://schemas.openxmlformats.org/officeDocument/2006/relationships/customXml" Target="../ink/ink169.xml"/><Relationship Id="rId541" Type="http://schemas.openxmlformats.org/officeDocument/2006/relationships/customXml" Target="../ink/ink278.xml"/><Relationship Id="rId639" Type="http://schemas.openxmlformats.org/officeDocument/2006/relationships/customXml" Target="../ink/ink330.xml"/><Relationship Id="rId1171" Type="http://schemas.openxmlformats.org/officeDocument/2006/relationships/image" Target="../media/image841.png"/><Relationship Id="rId1269" Type="http://schemas.openxmlformats.org/officeDocument/2006/relationships/customXml" Target="../ink/ink652.xml"/><Relationship Id="rId1476" Type="http://schemas.openxmlformats.org/officeDocument/2006/relationships/image" Target="../media/image986.png"/><Relationship Id="rId401" Type="http://schemas.openxmlformats.org/officeDocument/2006/relationships/image" Target="../media/image470.png"/><Relationship Id="rId846" Type="http://schemas.openxmlformats.org/officeDocument/2006/relationships/customXml" Target="../ink/ink435.xml"/><Relationship Id="rId1031" Type="http://schemas.openxmlformats.org/officeDocument/2006/relationships/customXml" Target="../ink/ink531.xml"/><Relationship Id="rId1129" Type="http://schemas.openxmlformats.org/officeDocument/2006/relationships/image" Target="../media/image821.png"/><Relationship Id="rId706" Type="http://schemas.openxmlformats.org/officeDocument/2006/relationships/customXml" Target="../ink/ink364.xml"/><Relationship Id="rId913" Type="http://schemas.openxmlformats.org/officeDocument/2006/relationships/image" Target="../media/image716.png"/><Relationship Id="rId1336" Type="http://schemas.openxmlformats.org/officeDocument/2006/relationships/customXml" Target="../ink/ink686.xml"/><Relationship Id="rId42" Type="http://schemas.openxmlformats.org/officeDocument/2006/relationships/customXml" Target="../ink/ink21.xml"/><Relationship Id="rId1403" Type="http://schemas.openxmlformats.org/officeDocument/2006/relationships/image" Target="../media/image951.png"/><Relationship Id="rId191" Type="http://schemas.openxmlformats.org/officeDocument/2006/relationships/image" Target="../media/image368.png"/><Relationship Id="rId289" Type="http://schemas.openxmlformats.org/officeDocument/2006/relationships/image" Target="../media/image416.png"/><Relationship Id="rId496" Type="http://schemas.openxmlformats.org/officeDocument/2006/relationships/image" Target="../media/image515.png"/><Relationship Id="rId149" Type="http://schemas.openxmlformats.org/officeDocument/2006/relationships/customXml" Target="../ink/ink75.xml"/><Relationship Id="rId356" Type="http://schemas.openxmlformats.org/officeDocument/2006/relationships/image" Target="../media/image449.png"/><Relationship Id="rId563" Type="http://schemas.openxmlformats.org/officeDocument/2006/relationships/image" Target="../media/image547.png"/><Relationship Id="rId770" Type="http://schemas.openxmlformats.org/officeDocument/2006/relationships/customXml" Target="../ink/ink397.xml"/><Relationship Id="rId1193" Type="http://schemas.openxmlformats.org/officeDocument/2006/relationships/image" Target="../media/image852.png"/><Relationship Id="rId216" Type="http://schemas.openxmlformats.org/officeDocument/2006/relationships/customXml" Target="../ink/ink109.xml"/><Relationship Id="rId423" Type="http://schemas.openxmlformats.org/officeDocument/2006/relationships/customXml" Target="../ink/ink216.xml"/><Relationship Id="rId868" Type="http://schemas.openxmlformats.org/officeDocument/2006/relationships/image" Target="../media/image695.png"/><Relationship Id="rId1053" Type="http://schemas.openxmlformats.org/officeDocument/2006/relationships/image" Target="../media/image784.png"/><Relationship Id="rId1260" Type="http://schemas.openxmlformats.org/officeDocument/2006/relationships/customXml" Target="../ink/ink647.xml"/><Relationship Id="rId1498" Type="http://schemas.openxmlformats.org/officeDocument/2006/relationships/customXml" Target="../ink/ink765.xml"/><Relationship Id="rId630" Type="http://schemas.openxmlformats.org/officeDocument/2006/relationships/customXml" Target="../ink/ink325.xml"/><Relationship Id="rId728" Type="http://schemas.openxmlformats.org/officeDocument/2006/relationships/customXml" Target="../ink/ink375.xml"/><Relationship Id="rId935" Type="http://schemas.openxmlformats.org/officeDocument/2006/relationships/customXml" Target="../ink/ink482.xml"/><Relationship Id="rId1358" Type="http://schemas.openxmlformats.org/officeDocument/2006/relationships/image" Target="../media/image929.png"/><Relationship Id="rId64" Type="http://schemas.openxmlformats.org/officeDocument/2006/relationships/customXml" Target="../ink/ink32.xml"/><Relationship Id="rId1120" Type="http://schemas.openxmlformats.org/officeDocument/2006/relationships/customXml" Target="../ink/ink577.xml"/><Relationship Id="rId1218" Type="http://schemas.openxmlformats.org/officeDocument/2006/relationships/customXml" Target="../ink/ink623.xml"/><Relationship Id="rId1425" Type="http://schemas.openxmlformats.org/officeDocument/2006/relationships/image" Target="../media/image962.png"/><Relationship Id="rId280" Type="http://schemas.openxmlformats.org/officeDocument/2006/relationships/image" Target="../media/image412.png"/><Relationship Id="rId140" Type="http://schemas.openxmlformats.org/officeDocument/2006/relationships/customXml" Target="../ink/ink70.xml"/><Relationship Id="rId378" Type="http://schemas.openxmlformats.org/officeDocument/2006/relationships/image" Target="../media/image459.png"/><Relationship Id="rId585" Type="http://schemas.openxmlformats.org/officeDocument/2006/relationships/customXml" Target="../ink/ink301.xml"/><Relationship Id="rId792" Type="http://schemas.openxmlformats.org/officeDocument/2006/relationships/customXml" Target="../ink/ink408.xml"/><Relationship Id="rId6" Type="http://schemas.openxmlformats.org/officeDocument/2006/relationships/customXml" Target="../ink/ink3.xml"/><Relationship Id="rId238" Type="http://schemas.openxmlformats.org/officeDocument/2006/relationships/customXml" Target="../ink/ink120.xml"/><Relationship Id="rId445" Type="http://schemas.openxmlformats.org/officeDocument/2006/relationships/customXml" Target="../ink/ink227.xml"/><Relationship Id="rId652" Type="http://schemas.openxmlformats.org/officeDocument/2006/relationships/image" Target="../media/image589.png"/><Relationship Id="rId1075" Type="http://schemas.openxmlformats.org/officeDocument/2006/relationships/image" Target="../media/image795.png"/><Relationship Id="rId1282" Type="http://schemas.openxmlformats.org/officeDocument/2006/relationships/customXml" Target="../ink/ink659.xml"/><Relationship Id="rId305" Type="http://schemas.openxmlformats.org/officeDocument/2006/relationships/image" Target="../media/image424.png"/><Relationship Id="rId512" Type="http://schemas.openxmlformats.org/officeDocument/2006/relationships/customXml" Target="../ink/ink263.xml"/><Relationship Id="rId957" Type="http://schemas.openxmlformats.org/officeDocument/2006/relationships/image" Target="../media/image737.png"/><Relationship Id="rId1142" Type="http://schemas.openxmlformats.org/officeDocument/2006/relationships/customXml" Target="../ink/ink588.xml"/><Relationship Id="rId86" Type="http://schemas.openxmlformats.org/officeDocument/2006/relationships/customXml" Target="../ink/ink43.xml"/><Relationship Id="rId817" Type="http://schemas.openxmlformats.org/officeDocument/2006/relationships/image" Target="../media/image670.png"/><Relationship Id="rId1002" Type="http://schemas.openxmlformats.org/officeDocument/2006/relationships/customXml" Target="../ink/ink516.xml"/><Relationship Id="rId1447" Type="http://schemas.openxmlformats.org/officeDocument/2006/relationships/image" Target="../media/image973.png"/><Relationship Id="rId1307" Type="http://schemas.openxmlformats.org/officeDocument/2006/relationships/image" Target="../media/image905.png"/><Relationship Id="rId1514" Type="http://schemas.openxmlformats.org/officeDocument/2006/relationships/customXml" Target="../ink/ink773.xml"/><Relationship Id="rId13" Type="http://schemas.openxmlformats.org/officeDocument/2006/relationships/image" Target="../media/image283.png"/><Relationship Id="rId162" Type="http://schemas.openxmlformats.org/officeDocument/2006/relationships/image" Target="../media/image354.png"/><Relationship Id="rId467" Type="http://schemas.openxmlformats.org/officeDocument/2006/relationships/customXml" Target="../ink/ink239.xml"/><Relationship Id="rId1097" Type="http://schemas.openxmlformats.org/officeDocument/2006/relationships/image" Target="../media/image806.png"/><Relationship Id="rId674" Type="http://schemas.openxmlformats.org/officeDocument/2006/relationships/customXml" Target="../ink/ink348.xml"/><Relationship Id="rId881" Type="http://schemas.openxmlformats.org/officeDocument/2006/relationships/customXml" Target="../ink/ink453.xml"/><Relationship Id="rId979" Type="http://schemas.openxmlformats.org/officeDocument/2006/relationships/image" Target="../media/image748.png"/><Relationship Id="rId327" Type="http://schemas.openxmlformats.org/officeDocument/2006/relationships/image" Target="../media/image435.png"/><Relationship Id="rId534" Type="http://schemas.openxmlformats.org/officeDocument/2006/relationships/image" Target="../media/image533.png"/><Relationship Id="rId741" Type="http://schemas.openxmlformats.org/officeDocument/2006/relationships/customXml" Target="../ink/ink382.xml"/><Relationship Id="rId839" Type="http://schemas.openxmlformats.org/officeDocument/2006/relationships/image" Target="../media/image681.png"/><Relationship Id="rId1164" Type="http://schemas.openxmlformats.org/officeDocument/2006/relationships/image" Target="../media/image838.png"/><Relationship Id="rId1371" Type="http://schemas.openxmlformats.org/officeDocument/2006/relationships/image" Target="../media/image935.png"/><Relationship Id="rId1469" Type="http://schemas.openxmlformats.org/officeDocument/2006/relationships/image" Target="../media/image983.png"/><Relationship Id="rId601" Type="http://schemas.openxmlformats.org/officeDocument/2006/relationships/image" Target="../media/image565.png"/><Relationship Id="rId1024" Type="http://schemas.openxmlformats.org/officeDocument/2006/relationships/customXml" Target="../ink/ink527.xml"/><Relationship Id="rId1231" Type="http://schemas.openxmlformats.org/officeDocument/2006/relationships/image" Target="../media/image869.png"/><Relationship Id="rId906" Type="http://schemas.openxmlformats.org/officeDocument/2006/relationships/customXml" Target="../ink/ink467.xml"/><Relationship Id="rId1329" Type="http://schemas.openxmlformats.org/officeDocument/2006/relationships/image" Target="../media/image916.png"/><Relationship Id="rId35" Type="http://schemas.openxmlformats.org/officeDocument/2006/relationships/image" Target="../media/image292.png"/><Relationship Id="rId184" Type="http://schemas.openxmlformats.org/officeDocument/2006/relationships/customXml" Target="../ink/ink93.xml"/><Relationship Id="rId391" Type="http://schemas.openxmlformats.org/officeDocument/2006/relationships/customXml" Target="../ink/ink199.xml"/><Relationship Id="rId251" Type="http://schemas.openxmlformats.org/officeDocument/2006/relationships/customXml" Target="../ink/ink127.xml"/><Relationship Id="rId489" Type="http://schemas.openxmlformats.org/officeDocument/2006/relationships/image" Target="../media/image512.png"/><Relationship Id="rId696" Type="http://schemas.openxmlformats.org/officeDocument/2006/relationships/customXml" Target="../ink/ink359.xml"/><Relationship Id="rId349" Type="http://schemas.openxmlformats.org/officeDocument/2006/relationships/customXml" Target="../ink/ink177.xml"/><Relationship Id="rId556" Type="http://schemas.openxmlformats.org/officeDocument/2006/relationships/image" Target="../media/image544.png"/><Relationship Id="rId763" Type="http://schemas.openxmlformats.org/officeDocument/2006/relationships/image" Target="../media/image643.png"/><Relationship Id="rId1186" Type="http://schemas.openxmlformats.org/officeDocument/2006/relationships/customXml" Target="../ink/ink611.xml"/><Relationship Id="rId111" Type="http://schemas.openxmlformats.org/officeDocument/2006/relationships/image" Target="../media/image329.png"/><Relationship Id="rId209" Type="http://schemas.openxmlformats.org/officeDocument/2006/relationships/image" Target="../media/image377.png"/><Relationship Id="rId416" Type="http://schemas.openxmlformats.org/officeDocument/2006/relationships/customXml" Target="../ink/ink212.xml"/><Relationship Id="rId970" Type="http://schemas.openxmlformats.org/officeDocument/2006/relationships/customXml" Target="../ink/ink500.xml"/><Relationship Id="rId1046" Type="http://schemas.openxmlformats.org/officeDocument/2006/relationships/customXml" Target="../ink/ink539.xml"/><Relationship Id="rId1253" Type="http://schemas.openxmlformats.org/officeDocument/2006/relationships/image" Target="../media/image879.png"/><Relationship Id="rId623" Type="http://schemas.openxmlformats.org/officeDocument/2006/relationships/image" Target="../media/image575.png"/><Relationship Id="rId830" Type="http://schemas.openxmlformats.org/officeDocument/2006/relationships/customXml" Target="../ink/ink427.xml"/><Relationship Id="rId928" Type="http://schemas.openxmlformats.org/officeDocument/2006/relationships/image" Target="../media/image723.png"/><Relationship Id="rId1460" Type="http://schemas.openxmlformats.org/officeDocument/2006/relationships/image" Target="../media/image979.png"/><Relationship Id="rId57" Type="http://schemas.openxmlformats.org/officeDocument/2006/relationships/image" Target="../media/image302.png"/><Relationship Id="rId1113" Type="http://schemas.openxmlformats.org/officeDocument/2006/relationships/image" Target="../media/image813.png"/><Relationship Id="rId1320" Type="http://schemas.openxmlformats.org/officeDocument/2006/relationships/customXml" Target="../ink/ink678.xml"/><Relationship Id="rId1418" Type="http://schemas.openxmlformats.org/officeDocument/2006/relationships/customXml" Target="../ink/ink725.xml"/><Relationship Id="rId273" Type="http://schemas.openxmlformats.org/officeDocument/2006/relationships/customXml" Target="../ink/ink138.xml"/><Relationship Id="rId480" Type="http://schemas.openxmlformats.org/officeDocument/2006/relationships/customXml" Target="../ink/ink246.xml"/><Relationship Id="rId133" Type="http://schemas.openxmlformats.org/officeDocument/2006/relationships/image" Target="../media/image340.png"/><Relationship Id="rId340" Type="http://schemas.openxmlformats.org/officeDocument/2006/relationships/customXml" Target="../ink/ink172.xml"/><Relationship Id="rId578" Type="http://schemas.openxmlformats.org/officeDocument/2006/relationships/image" Target="../media/image554.png"/><Relationship Id="rId785" Type="http://schemas.openxmlformats.org/officeDocument/2006/relationships/image" Target="../media/image654.png"/><Relationship Id="rId992" Type="http://schemas.openxmlformats.org/officeDocument/2006/relationships/customXml" Target="../ink/ink511.xml"/><Relationship Id="rId200" Type="http://schemas.openxmlformats.org/officeDocument/2006/relationships/customXml" Target="../ink/ink101.xml"/><Relationship Id="rId438" Type="http://schemas.openxmlformats.org/officeDocument/2006/relationships/image" Target="../media/image488.png"/><Relationship Id="rId645" Type="http://schemas.openxmlformats.org/officeDocument/2006/relationships/customXml" Target="../ink/ink333.xml"/><Relationship Id="rId852" Type="http://schemas.openxmlformats.org/officeDocument/2006/relationships/image" Target="../media/image687.png"/><Relationship Id="rId1068" Type="http://schemas.openxmlformats.org/officeDocument/2006/relationships/customXml" Target="../ink/ink550.xml"/><Relationship Id="rId1275" Type="http://schemas.openxmlformats.org/officeDocument/2006/relationships/customXml" Target="../ink/ink655.xml"/><Relationship Id="rId1482" Type="http://schemas.openxmlformats.org/officeDocument/2006/relationships/image" Target="../media/image989.png"/><Relationship Id="rId505" Type="http://schemas.openxmlformats.org/officeDocument/2006/relationships/image" Target="../media/image519.png"/><Relationship Id="rId712" Type="http://schemas.openxmlformats.org/officeDocument/2006/relationships/customXml" Target="../ink/ink367.xml"/><Relationship Id="rId1135" Type="http://schemas.openxmlformats.org/officeDocument/2006/relationships/image" Target="../media/image824.png"/><Relationship Id="rId1342" Type="http://schemas.openxmlformats.org/officeDocument/2006/relationships/image" Target="../media/image922.png"/><Relationship Id="rId79" Type="http://schemas.openxmlformats.org/officeDocument/2006/relationships/image" Target="../media/image313.png"/><Relationship Id="rId1507" Type="http://schemas.openxmlformats.org/officeDocument/2006/relationships/image" Target="../media/image1001.png"/><Relationship Id="rId295" Type="http://schemas.openxmlformats.org/officeDocument/2006/relationships/image" Target="../media/image419.png"/><Relationship Id="rId155" Type="http://schemas.openxmlformats.org/officeDocument/2006/relationships/customXml" Target="../ink/ink78.xml"/><Relationship Id="rId362" Type="http://schemas.openxmlformats.org/officeDocument/2006/relationships/image" Target="../media/image452.png"/><Relationship Id="rId1297" Type="http://schemas.openxmlformats.org/officeDocument/2006/relationships/image" Target="../media/image900.png"/><Relationship Id="rId222" Type="http://schemas.openxmlformats.org/officeDocument/2006/relationships/customXml" Target="../ink/ink112.xml"/><Relationship Id="rId667" Type="http://schemas.openxmlformats.org/officeDocument/2006/relationships/image" Target="../media/image596.png"/><Relationship Id="rId874" Type="http://schemas.openxmlformats.org/officeDocument/2006/relationships/image" Target="../media/image698.png"/><Relationship Id="rId527" Type="http://schemas.openxmlformats.org/officeDocument/2006/relationships/customXml" Target="../ink/ink271.xml"/><Relationship Id="rId734" Type="http://schemas.openxmlformats.org/officeDocument/2006/relationships/image" Target="../media/image629.png"/><Relationship Id="rId941" Type="http://schemas.openxmlformats.org/officeDocument/2006/relationships/customXml" Target="../ink/ink485.xml"/><Relationship Id="rId1157" Type="http://schemas.openxmlformats.org/officeDocument/2006/relationships/image" Target="../media/image835.png"/><Relationship Id="rId1364" Type="http://schemas.openxmlformats.org/officeDocument/2006/relationships/image" Target="../media/image932.png"/><Relationship Id="rId70" Type="http://schemas.openxmlformats.org/officeDocument/2006/relationships/customXml" Target="../ink/ink35.xml"/><Relationship Id="rId801" Type="http://schemas.openxmlformats.org/officeDocument/2006/relationships/image" Target="../media/image662.png"/><Relationship Id="rId1017" Type="http://schemas.openxmlformats.org/officeDocument/2006/relationships/image" Target="../media/image767.png"/><Relationship Id="rId1224" Type="http://schemas.openxmlformats.org/officeDocument/2006/relationships/customXml" Target="../ink/ink627.xml"/><Relationship Id="rId1431" Type="http://schemas.openxmlformats.org/officeDocument/2006/relationships/image" Target="../media/image965.png"/><Relationship Id="rId28" Type="http://schemas.openxmlformats.org/officeDocument/2006/relationships/customXml" Target="../ink/ink14.xml"/><Relationship Id="rId177" Type="http://schemas.openxmlformats.org/officeDocument/2006/relationships/customXml" Target="../ink/ink89.xml"/><Relationship Id="rId384" Type="http://schemas.openxmlformats.org/officeDocument/2006/relationships/image" Target="../media/image462.png"/><Relationship Id="rId591" Type="http://schemas.openxmlformats.org/officeDocument/2006/relationships/customXml" Target="../ink/ink304.xml"/><Relationship Id="rId244" Type="http://schemas.openxmlformats.org/officeDocument/2006/relationships/image" Target="../media/image394.png"/><Relationship Id="rId689" Type="http://schemas.openxmlformats.org/officeDocument/2006/relationships/image" Target="../media/image607.png"/><Relationship Id="rId896" Type="http://schemas.openxmlformats.org/officeDocument/2006/relationships/image" Target="../media/image709.png"/><Relationship Id="rId1081" Type="http://schemas.openxmlformats.org/officeDocument/2006/relationships/image" Target="../media/image798.png"/><Relationship Id="rId451" Type="http://schemas.openxmlformats.org/officeDocument/2006/relationships/image" Target="../media/image494.png"/><Relationship Id="rId549" Type="http://schemas.openxmlformats.org/officeDocument/2006/relationships/customXml" Target="../ink/ink282.xml"/><Relationship Id="rId756" Type="http://schemas.openxmlformats.org/officeDocument/2006/relationships/image" Target="../media/image640.png"/><Relationship Id="rId1179" Type="http://schemas.openxmlformats.org/officeDocument/2006/relationships/image" Target="../media/image845.png"/><Relationship Id="rId1386" Type="http://schemas.openxmlformats.org/officeDocument/2006/relationships/customXml" Target="../ink/ink713.xml"/><Relationship Id="rId104" Type="http://schemas.openxmlformats.org/officeDocument/2006/relationships/customXml" Target="../ink/ink52.xml"/><Relationship Id="rId311" Type="http://schemas.openxmlformats.org/officeDocument/2006/relationships/image" Target="../media/image427.png"/><Relationship Id="rId409" Type="http://schemas.openxmlformats.org/officeDocument/2006/relationships/image" Target="../media/image474.png"/><Relationship Id="rId963" Type="http://schemas.openxmlformats.org/officeDocument/2006/relationships/image" Target="../media/image740.png"/><Relationship Id="rId1039" Type="http://schemas.openxmlformats.org/officeDocument/2006/relationships/image" Target="../media/image777.png"/><Relationship Id="rId1246" Type="http://schemas.openxmlformats.org/officeDocument/2006/relationships/customXml" Target="../ink/ink639.xml"/><Relationship Id="rId92" Type="http://schemas.openxmlformats.org/officeDocument/2006/relationships/customXml" Target="../ink/ink46.xml"/><Relationship Id="rId616" Type="http://schemas.openxmlformats.org/officeDocument/2006/relationships/image" Target="../media/image572.png"/><Relationship Id="rId823" Type="http://schemas.openxmlformats.org/officeDocument/2006/relationships/image" Target="../media/image673.png"/><Relationship Id="rId1453" Type="http://schemas.openxmlformats.org/officeDocument/2006/relationships/image" Target="../media/image976.png"/><Relationship Id="rId1106" Type="http://schemas.openxmlformats.org/officeDocument/2006/relationships/image" Target="../media/image810.png"/><Relationship Id="rId1313" Type="http://schemas.openxmlformats.org/officeDocument/2006/relationships/image" Target="../media/image908.png"/><Relationship Id="rId199" Type="http://schemas.openxmlformats.org/officeDocument/2006/relationships/image" Target="../media/image372.png"/><Relationship Id="rId266" Type="http://schemas.openxmlformats.org/officeDocument/2006/relationships/image" Target="../media/image405.png"/><Relationship Id="rId473" Type="http://schemas.openxmlformats.org/officeDocument/2006/relationships/customXml" Target="../ink/ink242.xml"/><Relationship Id="rId680" Type="http://schemas.openxmlformats.org/officeDocument/2006/relationships/customXml" Target="../ink/ink351.xml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333" Type="http://schemas.openxmlformats.org/officeDocument/2006/relationships/image" Target="../media/image438.png"/><Relationship Id="rId540" Type="http://schemas.openxmlformats.org/officeDocument/2006/relationships/image" Target="../media/image536.png"/><Relationship Id="rId778" Type="http://schemas.openxmlformats.org/officeDocument/2006/relationships/customXml" Target="../ink/ink401.xml"/><Relationship Id="rId985" Type="http://schemas.openxmlformats.org/officeDocument/2006/relationships/image" Target="../media/image751.png"/><Relationship Id="rId1170" Type="http://schemas.openxmlformats.org/officeDocument/2006/relationships/customXml" Target="../ink/ink603.xml"/><Relationship Id="rId638" Type="http://schemas.openxmlformats.org/officeDocument/2006/relationships/customXml" Target="../ink/ink329.xml"/><Relationship Id="rId845" Type="http://schemas.openxmlformats.org/officeDocument/2006/relationships/image" Target="../media/image684.png"/><Relationship Id="rId1030" Type="http://schemas.openxmlformats.org/officeDocument/2006/relationships/image" Target="../media/image773.png"/><Relationship Id="rId1268" Type="http://schemas.openxmlformats.org/officeDocument/2006/relationships/image" Target="../media/image886.png"/><Relationship Id="rId1475" Type="http://schemas.openxmlformats.org/officeDocument/2006/relationships/customXml" Target="../ink/ink753.xml"/><Relationship Id="rId277" Type="http://schemas.openxmlformats.org/officeDocument/2006/relationships/customXml" Target="../ink/ink140.xml"/><Relationship Id="rId400" Type="http://schemas.openxmlformats.org/officeDocument/2006/relationships/customXml" Target="../ink/ink204.xml"/><Relationship Id="rId484" Type="http://schemas.openxmlformats.org/officeDocument/2006/relationships/customXml" Target="../ink/ink248.xml"/><Relationship Id="rId705" Type="http://schemas.openxmlformats.org/officeDocument/2006/relationships/image" Target="../media/image615.png"/><Relationship Id="rId1128" Type="http://schemas.openxmlformats.org/officeDocument/2006/relationships/customXml" Target="../ink/ink581.xml"/><Relationship Id="rId1335" Type="http://schemas.openxmlformats.org/officeDocument/2006/relationships/image" Target="../media/image919.png"/><Relationship Id="rId137" Type="http://schemas.openxmlformats.org/officeDocument/2006/relationships/image" Target="../media/image342.png"/><Relationship Id="rId344" Type="http://schemas.openxmlformats.org/officeDocument/2006/relationships/customXml" Target="../ink/ink174.xml"/><Relationship Id="rId691" Type="http://schemas.openxmlformats.org/officeDocument/2006/relationships/image" Target="../media/image608.png"/><Relationship Id="rId789" Type="http://schemas.openxmlformats.org/officeDocument/2006/relationships/image" Target="../media/image656.png"/><Relationship Id="rId912" Type="http://schemas.openxmlformats.org/officeDocument/2006/relationships/customXml" Target="../ink/ink470.xml"/><Relationship Id="rId996" Type="http://schemas.openxmlformats.org/officeDocument/2006/relationships/customXml" Target="../ink/ink513.xml"/><Relationship Id="rId41" Type="http://schemas.openxmlformats.org/officeDocument/2006/relationships/image" Target="../media/image295.png"/><Relationship Id="rId551" Type="http://schemas.openxmlformats.org/officeDocument/2006/relationships/customXml" Target="../ink/ink283.xml"/><Relationship Id="rId649" Type="http://schemas.openxmlformats.org/officeDocument/2006/relationships/customXml" Target="../ink/ink335.xml"/><Relationship Id="rId856" Type="http://schemas.openxmlformats.org/officeDocument/2006/relationships/image" Target="../media/image689.png"/><Relationship Id="rId1181" Type="http://schemas.openxmlformats.org/officeDocument/2006/relationships/image" Target="../media/image846.png"/><Relationship Id="rId1279" Type="http://schemas.openxmlformats.org/officeDocument/2006/relationships/image" Target="../media/image891.png"/><Relationship Id="rId1402" Type="http://schemas.openxmlformats.org/officeDocument/2006/relationships/customXml" Target="../ink/ink717.xml"/><Relationship Id="rId1486" Type="http://schemas.openxmlformats.org/officeDocument/2006/relationships/image" Target="../media/image991.png"/><Relationship Id="rId190" Type="http://schemas.openxmlformats.org/officeDocument/2006/relationships/customXml" Target="../ink/ink96.xml"/><Relationship Id="rId204" Type="http://schemas.openxmlformats.org/officeDocument/2006/relationships/customXml" Target="../ink/ink103.xml"/><Relationship Id="rId288" Type="http://schemas.openxmlformats.org/officeDocument/2006/relationships/customXml" Target="../ink/ink146.xml"/><Relationship Id="rId411" Type="http://schemas.openxmlformats.org/officeDocument/2006/relationships/image" Target="../media/image475.png"/><Relationship Id="rId509" Type="http://schemas.openxmlformats.org/officeDocument/2006/relationships/image" Target="../media/image521.png"/><Relationship Id="rId1041" Type="http://schemas.openxmlformats.org/officeDocument/2006/relationships/image" Target="../media/image778.png"/><Relationship Id="rId1139" Type="http://schemas.openxmlformats.org/officeDocument/2006/relationships/image" Target="../media/image826.png"/><Relationship Id="rId1346" Type="http://schemas.openxmlformats.org/officeDocument/2006/relationships/image" Target="../media/image924.png"/><Relationship Id="rId495" Type="http://schemas.openxmlformats.org/officeDocument/2006/relationships/customXml" Target="../ink/ink254.xml"/><Relationship Id="rId716" Type="http://schemas.openxmlformats.org/officeDocument/2006/relationships/customXml" Target="../ink/ink369.xml"/><Relationship Id="rId923" Type="http://schemas.openxmlformats.org/officeDocument/2006/relationships/image" Target="../media/image721.png"/><Relationship Id="rId52" Type="http://schemas.openxmlformats.org/officeDocument/2006/relationships/customXml" Target="../ink/ink26.xml"/><Relationship Id="rId148" Type="http://schemas.openxmlformats.org/officeDocument/2006/relationships/image" Target="../media/image347.png"/><Relationship Id="rId355" Type="http://schemas.openxmlformats.org/officeDocument/2006/relationships/customXml" Target="../ink/ink180.xml"/><Relationship Id="rId562" Type="http://schemas.openxmlformats.org/officeDocument/2006/relationships/customXml" Target="../ink/ink289.xml"/><Relationship Id="rId1192" Type="http://schemas.openxmlformats.org/officeDocument/2006/relationships/customXml" Target="../ink/ink614.xml"/><Relationship Id="rId1413" Type="http://schemas.openxmlformats.org/officeDocument/2006/relationships/image" Target="../media/image956.png"/><Relationship Id="rId215" Type="http://schemas.openxmlformats.org/officeDocument/2006/relationships/image" Target="../media/image380.png"/><Relationship Id="rId422" Type="http://schemas.openxmlformats.org/officeDocument/2006/relationships/image" Target="../media/image480.png"/><Relationship Id="rId867" Type="http://schemas.openxmlformats.org/officeDocument/2006/relationships/customXml" Target="../ink/ink446.xml"/><Relationship Id="rId1052" Type="http://schemas.openxmlformats.org/officeDocument/2006/relationships/customXml" Target="../ink/ink542.xml"/><Relationship Id="rId1497" Type="http://schemas.openxmlformats.org/officeDocument/2006/relationships/customXml" Target="../ink/ink764.xml"/><Relationship Id="rId299" Type="http://schemas.openxmlformats.org/officeDocument/2006/relationships/image" Target="../media/image421.png"/><Relationship Id="rId727" Type="http://schemas.openxmlformats.org/officeDocument/2006/relationships/image" Target="../media/image626.png"/><Relationship Id="rId934" Type="http://schemas.openxmlformats.org/officeDocument/2006/relationships/image" Target="../media/image726.png"/><Relationship Id="rId1357" Type="http://schemas.openxmlformats.org/officeDocument/2006/relationships/customXml" Target="../ink/ink698.xml"/><Relationship Id="rId63" Type="http://schemas.openxmlformats.org/officeDocument/2006/relationships/image" Target="../media/image305.png"/><Relationship Id="rId159" Type="http://schemas.openxmlformats.org/officeDocument/2006/relationships/customXml" Target="../ink/ink80.xml"/><Relationship Id="rId366" Type="http://schemas.openxmlformats.org/officeDocument/2006/relationships/customXml" Target="../ink/ink186.xml"/><Relationship Id="rId573" Type="http://schemas.openxmlformats.org/officeDocument/2006/relationships/customXml" Target="../ink/ink295.xml"/><Relationship Id="rId780" Type="http://schemas.openxmlformats.org/officeDocument/2006/relationships/customXml" Target="../ink/ink402.xml"/><Relationship Id="rId1217" Type="http://schemas.openxmlformats.org/officeDocument/2006/relationships/image" Target="../media/image864.png"/><Relationship Id="rId1424" Type="http://schemas.openxmlformats.org/officeDocument/2006/relationships/customXml" Target="../ink/ink728.xml"/><Relationship Id="rId226" Type="http://schemas.openxmlformats.org/officeDocument/2006/relationships/customXml" Target="../ink/ink114.xml"/><Relationship Id="rId433" Type="http://schemas.openxmlformats.org/officeDocument/2006/relationships/customXml" Target="../ink/ink221.xml"/><Relationship Id="rId878" Type="http://schemas.openxmlformats.org/officeDocument/2006/relationships/image" Target="../media/image700.png"/><Relationship Id="rId1063" Type="http://schemas.openxmlformats.org/officeDocument/2006/relationships/image" Target="../media/image789.png"/><Relationship Id="rId1270" Type="http://schemas.openxmlformats.org/officeDocument/2006/relationships/image" Target="../media/image887.png"/><Relationship Id="rId640" Type="http://schemas.openxmlformats.org/officeDocument/2006/relationships/image" Target="../media/image583.png"/><Relationship Id="rId738" Type="http://schemas.openxmlformats.org/officeDocument/2006/relationships/image" Target="../media/image631.png"/><Relationship Id="rId945" Type="http://schemas.openxmlformats.org/officeDocument/2006/relationships/customXml" Target="../ink/ink487.xml"/><Relationship Id="rId1368" Type="http://schemas.openxmlformats.org/officeDocument/2006/relationships/customXml" Target="../ink/ink704.xml"/><Relationship Id="rId74" Type="http://schemas.openxmlformats.org/officeDocument/2006/relationships/customXml" Target="../ink/ink37.xml"/><Relationship Id="rId377" Type="http://schemas.openxmlformats.org/officeDocument/2006/relationships/customXml" Target="../ink/ink192.xml"/><Relationship Id="rId500" Type="http://schemas.openxmlformats.org/officeDocument/2006/relationships/customXml" Target="../ink/ink257.xml"/><Relationship Id="rId584" Type="http://schemas.openxmlformats.org/officeDocument/2006/relationships/image" Target="../media/image557.png"/><Relationship Id="rId805" Type="http://schemas.openxmlformats.org/officeDocument/2006/relationships/image" Target="../media/image664.png"/><Relationship Id="rId1130" Type="http://schemas.openxmlformats.org/officeDocument/2006/relationships/customXml" Target="../ink/ink582.xml"/><Relationship Id="rId1228" Type="http://schemas.openxmlformats.org/officeDocument/2006/relationships/customXml" Target="../ink/ink630.xml"/><Relationship Id="rId1435" Type="http://schemas.openxmlformats.org/officeDocument/2006/relationships/image" Target="../media/image967.png"/><Relationship Id="rId5" Type="http://schemas.openxmlformats.org/officeDocument/2006/relationships/image" Target="../media/image279.png"/><Relationship Id="rId237" Type="http://schemas.openxmlformats.org/officeDocument/2006/relationships/image" Target="../media/image391.png"/><Relationship Id="rId791" Type="http://schemas.openxmlformats.org/officeDocument/2006/relationships/image" Target="../media/image657.png"/><Relationship Id="rId889" Type="http://schemas.openxmlformats.org/officeDocument/2006/relationships/customXml" Target="../ink/ink457.xml"/><Relationship Id="rId1074" Type="http://schemas.openxmlformats.org/officeDocument/2006/relationships/customXml" Target="../ink/ink553.xml"/><Relationship Id="rId444" Type="http://schemas.openxmlformats.org/officeDocument/2006/relationships/image" Target="../media/image491.png"/><Relationship Id="rId651" Type="http://schemas.openxmlformats.org/officeDocument/2006/relationships/customXml" Target="../ink/ink336.xml"/><Relationship Id="rId749" Type="http://schemas.openxmlformats.org/officeDocument/2006/relationships/customXml" Target="../ink/ink386.xml"/><Relationship Id="rId1281" Type="http://schemas.openxmlformats.org/officeDocument/2006/relationships/image" Target="../media/image892.png"/><Relationship Id="rId1379" Type="http://schemas.openxmlformats.org/officeDocument/2006/relationships/image" Target="../media/image939.png"/><Relationship Id="rId1502" Type="http://schemas.openxmlformats.org/officeDocument/2006/relationships/customXml" Target="../ink/ink767.xml"/><Relationship Id="rId290" Type="http://schemas.openxmlformats.org/officeDocument/2006/relationships/customXml" Target="../ink/ink147.xml"/><Relationship Id="rId304" Type="http://schemas.openxmlformats.org/officeDocument/2006/relationships/customXml" Target="../ink/ink154.xml"/><Relationship Id="rId388" Type="http://schemas.openxmlformats.org/officeDocument/2006/relationships/image" Target="../media/image464.png"/><Relationship Id="rId511" Type="http://schemas.openxmlformats.org/officeDocument/2006/relationships/image" Target="../media/image522.png"/><Relationship Id="rId609" Type="http://schemas.openxmlformats.org/officeDocument/2006/relationships/customXml" Target="../ink/ink314.xml"/><Relationship Id="rId956" Type="http://schemas.openxmlformats.org/officeDocument/2006/relationships/customXml" Target="../ink/ink493.xml"/><Relationship Id="rId1141" Type="http://schemas.openxmlformats.org/officeDocument/2006/relationships/image" Target="../media/image827.png"/><Relationship Id="rId1239" Type="http://schemas.openxmlformats.org/officeDocument/2006/relationships/image" Target="../media/image873.png"/><Relationship Id="rId85" Type="http://schemas.openxmlformats.org/officeDocument/2006/relationships/image" Target="../media/image316.png"/><Relationship Id="rId150" Type="http://schemas.openxmlformats.org/officeDocument/2006/relationships/image" Target="../media/image348.png"/><Relationship Id="rId595" Type="http://schemas.openxmlformats.org/officeDocument/2006/relationships/image" Target="../media/image562.png"/><Relationship Id="rId816" Type="http://schemas.openxmlformats.org/officeDocument/2006/relationships/customXml" Target="../ink/ink420.xml"/><Relationship Id="rId1001" Type="http://schemas.openxmlformats.org/officeDocument/2006/relationships/image" Target="../media/image759.png"/><Relationship Id="rId1446" Type="http://schemas.openxmlformats.org/officeDocument/2006/relationships/customXml" Target="../ink/ink737.xml"/><Relationship Id="rId248" Type="http://schemas.openxmlformats.org/officeDocument/2006/relationships/image" Target="../media/image396.png"/><Relationship Id="rId455" Type="http://schemas.openxmlformats.org/officeDocument/2006/relationships/image" Target="../media/image496.png"/><Relationship Id="rId662" Type="http://schemas.openxmlformats.org/officeDocument/2006/relationships/image" Target="../media/image594.png"/><Relationship Id="rId1085" Type="http://schemas.openxmlformats.org/officeDocument/2006/relationships/image" Target="../media/image800.png"/><Relationship Id="rId1292" Type="http://schemas.openxmlformats.org/officeDocument/2006/relationships/customXml" Target="../ink/ink664.xml"/><Relationship Id="rId1306" Type="http://schemas.openxmlformats.org/officeDocument/2006/relationships/customXml" Target="../ink/ink671.xml"/><Relationship Id="rId1513" Type="http://schemas.openxmlformats.org/officeDocument/2006/relationships/image" Target="../media/image1004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429.png"/><Relationship Id="rId522" Type="http://schemas.openxmlformats.org/officeDocument/2006/relationships/customXml" Target="../ink/ink268.xml"/><Relationship Id="rId967" Type="http://schemas.openxmlformats.org/officeDocument/2006/relationships/image" Target="../media/image742.png"/><Relationship Id="rId1152" Type="http://schemas.openxmlformats.org/officeDocument/2006/relationships/customXml" Target="../ink/ink593.xml"/><Relationship Id="rId96" Type="http://schemas.openxmlformats.org/officeDocument/2006/relationships/customXml" Target="../ink/ink48.xml"/><Relationship Id="rId161" Type="http://schemas.openxmlformats.org/officeDocument/2006/relationships/customXml" Target="../ink/ink81.xml"/><Relationship Id="rId399" Type="http://schemas.openxmlformats.org/officeDocument/2006/relationships/image" Target="../media/image469.png"/><Relationship Id="rId827" Type="http://schemas.openxmlformats.org/officeDocument/2006/relationships/image" Target="../media/image675.png"/><Relationship Id="rId1012" Type="http://schemas.openxmlformats.org/officeDocument/2006/relationships/customXml" Target="../ink/ink521.xml"/><Relationship Id="rId1457" Type="http://schemas.openxmlformats.org/officeDocument/2006/relationships/customXml" Target="../ink/ink743.xml"/><Relationship Id="rId259" Type="http://schemas.openxmlformats.org/officeDocument/2006/relationships/customXml" Target="../ink/ink131.xml"/><Relationship Id="rId466" Type="http://schemas.openxmlformats.org/officeDocument/2006/relationships/image" Target="../media/image501.png"/><Relationship Id="rId673" Type="http://schemas.openxmlformats.org/officeDocument/2006/relationships/image" Target="../media/image599.png"/><Relationship Id="rId880" Type="http://schemas.openxmlformats.org/officeDocument/2006/relationships/image" Target="../media/image701.png"/><Relationship Id="rId1096" Type="http://schemas.openxmlformats.org/officeDocument/2006/relationships/customXml" Target="../ink/ink564.xml"/><Relationship Id="rId1317" Type="http://schemas.openxmlformats.org/officeDocument/2006/relationships/image" Target="../media/image910.png"/><Relationship Id="rId23" Type="http://schemas.openxmlformats.org/officeDocument/2006/relationships/image" Target="../media/image286.png"/><Relationship Id="rId119" Type="http://schemas.openxmlformats.org/officeDocument/2006/relationships/image" Target="../media/image333.png"/><Relationship Id="rId326" Type="http://schemas.openxmlformats.org/officeDocument/2006/relationships/customXml" Target="../ink/ink165.xml"/><Relationship Id="rId533" Type="http://schemas.openxmlformats.org/officeDocument/2006/relationships/customXml" Target="../ink/ink274.xml"/><Relationship Id="rId978" Type="http://schemas.openxmlformats.org/officeDocument/2006/relationships/customXml" Target="../ink/ink504.xml"/><Relationship Id="rId1163" Type="http://schemas.openxmlformats.org/officeDocument/2006/relationships/customXml" Target="../ink/ink599.xml"/><Relationship Id="rId1370" Type="http://schemas.openxmlformats.org/officeDocument/2006/relationships/customXml" Target="../ink/ink705.xml"/><Relationship Id="rId740" Type="http://schemas.openxmlformats.org/officeDocument/2006/relationships/image" Target="../media/image632.png"/><Relationship Id="rId838" Type="http://schemas.openxmlformats.org/officeDocument/2006/relationships/customXml" Target="../ink/ink431.xml"/><Relationship Id="rId1023" Type="http://schemas.openxmlformats.org/officeDocument/2006/relationships/image" Target="../media/image770.png"/><Relationship Id="rId1468" Type="http://schemas.openxmlformats.org/officeDocument/2006/relationships/customXml" Target="../ink/ink749.xml"/><Relationship Id="rId172" Type="http://schemas.openxmlformats.org/officeDocument/2006/relationships/image" Target="../media/image359.png"/><Relationship Id="rId477" Type="http://schemas.openxmlformats.org/officeDocument/2006/relationships/customXml" Target="../ink/ink244.xml"/><Relationship Id="rId600" Type="http://schemas.openxmlformats.org/officeDocument/2006/relationships/customXml" Target="../ink/ink309.xml"/><Relationship Id="rId684" Type="http://schemas.openxmlformats.org/officeDocument/2006/relationships/customXml" Target="../ink/ink353.xml"/><Relationship Id="rId1230" Type="http://schemas.openxmlformats.org/officeDocument/2006/relationships/customXml" Target="../ink/ink631.xml"/><Relationship Id="rId1328" Type="http://schemas.openxmlformats.org/officeDocument/2006/relationships/customXml" Target="../ink/ink682.xml"/><Relationship Id="rId337" Type="http://schemas.openxmlformats.org/officeDocument/2006/relationships/image" Target="../media/image440.png"/><Relationship Id="rId891" Type="http://schemas.openxmlformats.org/officeDocument/2006/relationships/customXml" Target="../ink/ink458.xml"/><Relationship Id="rId905" Type="http://schemas.openxmlformats.org/officeDocument/2006/relationships/image" Target="../media/image712.png"/><Relationship Id="rId989" Type="http://schemas.openxmlformats.org/officeDocument/2006/relationships/image" Target="../media/image753.png"/><Relationship Id="rId34" Type="http://schemas.openxmlformats.org/officeDocument/2006/relationships/customXml" Target="../ink/ink17.xml"/><Relationship Id="rId544" Type="http://schemas.openxmlformats.org/officeDocument/2006/relationships/image" Target="../media/image538.png"/><Relationship Id="rId751" Type="http://schemas.openxmlformats.org/officeDocument/2006/relationships/customXml" Target="../ink/ink387.xml"/><Relationship Id="rId849" Type="http://schemas.openxmlformats.org/officeDocument/2006/relationships/image" Target="../media/image686.png"/><Relationship Id="rId1174" Type="http://schemas.openxmlformats.org/officeDocument/2006/relationships/customXml" Target="../ink/ink605.xml"/><Relationship Id="rId1381" Type="http://schemas.openxmlformats.org/officeDocument/2006/relationships/image" Target="../media/image940.png"/><Relationship Id="rId1479" Type="http://schemas.openxmlformats.org/officeDocument/2006/relationships/customXml" Target="../ink/ink755.xml"/><Relationship Id="rId183" Type="http://schemas.openxmlformats.org/officeDocument/2006/relationships/image" Target="../media/image364.png"/><Relationship Id="rId390" Type="http://schemas.openxmlformats.org/officeDocument/2006/relationships/image" Target="../media/image465.png"/><Relationship Id="rId404" Type="http://schemas.openxmlformats.org/officeDocument/2006/relationships/customXml" Target="../ink/ink206.xml"/><Relationship Id="rId611" Type="http://schemas.openxmlformats.org/officeDocument/2006/relationships/customXml" Target="../ink/ink315.xml"/><Relationship Id="rId1034" Type="http://schemas.openxmlformats.org/officeDocument/2006/relationships/customXml" Target="../ink/ink533.xml"/><Relationship Id="rId1241" Type="http://schemas.openxmlformats.org/officeDocument/2006/relationships/image" Target="../media/image874.png"/><Relationship Id="rId1339" Type="http://schemas.openxmlformats.org/officeDocument/2006/relationships/customXml" Target="../ink/ink688.xml"/><Relationship Id="rId250" Type="http://schemas.openxmlformats.org/officeDocument/2006/relationships/image" Target="../media/image397.png"/><Relationship Id="rId488" Type="http://schemas.openxmlformats.org/officeDocument/2006/relationships/customXml" Target="../ink/ink250.xml"/><Relationship Id="rId695" Type="http://schemas.openxmlformats.org/officeDocument/2006/relationships/image" Target="../media/image610.png"/><Relationship Id="rId709" Type="http://schemas.openxmlformats.org/officeDocument/2006/relationships/image" Target="../media/image617.png"/><Relationship Id="rId916" Type="http://schemas.openxmlformats.org/officeDocument/2006/relationships/customXml" Target="../ink/ink472.xml"/><Relationship Id="rId1101" Type="http://schemas.openxmlformats.org/officeDocument/2006/relationships/customXml" Target="../ink/ink567.xml"/><Relationship Id="rId45" Type="http://schemas.openxmlformats.org/officeDocument/2006/relationships/image" Target="../media/image297.png"/><Relationship Id="rId110" Type="http://schemas.openxmlformats.org/officeDocument/2006/relationships/customXml" Target="../ink/ink55.xml"/><Relationship Id="rId348" Type="http://schemas.openxmlformats.org/officeDocument/2006/relationships/image" Target="../media/image445.png"/><Relationship Id="rId555" Type="http://schemas.openxmlformats.org/officeDocument/2006/relationships/customXml" Target="../ink/ink285.xml"/><Relationship Id="rId762" Type="http://schemas.openxmlformats.org/officeDocument/2006/relationships/customXml" Target="../ink/ink393.xml"/><Relationship Id="rId1185" Type="http://schemas.openxmlformats.org/officeDocument/2006/relationships/image" Target="../media/image848.png"/><Relationship Id="rId1406" Type="http://schemas.openxmlformats.org/officeDocument/2006/relationships/customXml" Target="../ink/ink719.xml"/><Relationship Id="rId194" Type="http://schemas.openxmlformats.org/officeDocument/2006/relationships/customXml" Target="../ink/ink98.xml"/><Relationship Id="rId208" Type="http://schemas.openxmlformats.org/officeDocument/2006/relationships/customXml" Target="../ink/ink105.xml"/><Relationship Id="rId415" Type="http://schemas.openxmlformats.org/officeDocument/2006/relationships/image" Target="../media/image477.png"/><Relationship Id="rId622" Type="http://schemas.openxmlformats.org/officeDocument/2006/relationships/customXml" Target="../ink/ink321.xml"/><Relationship Id="rId1045" Type="http://schemas.openxmlformats.org/officeDocument/2006/relationships/image" Target="../media/image780.png"/><Relationship Id="rId1252" Type="http://schemas.openxmlformats.org/officeDocument/2006/relationships/customXml" Target="../ink/ink643.xml"/><Relationship Id="rId261" Type="http://schemas.openxmlformats.org/officeDocument/2006/relationships/customXml" Target="../ink/ink132.xml"/><Relationship Id="rId499" Type="http://schemas.openxmlformats.org/officeDocument/2006/relationships/image" Target="../media/image516.png"/><Relationship Id="rId927" Type="http://schemas.openxmlformats.org/officeDocument/2006/relationships/customXml" Target="../ink/ink478.xml"/><Relationship Id="rId1112" Type="http://schemas.openxmlformats.org/officeDocument/2006/relationships/customXml" Target="../ink/ink573.xml"/><Relationship Id="rId56" Type="http://schemas.openxmlformats.org/officeDocument/2006/relationships/customXml" Target="../ink/ink28.xml"/><Relationship Id="rId359" Type="http://schemas.openxmlformats.org/officeDocument/2006/relationships/customXml" Target="../ink/ink182.xml"/><Relationship Id="rId566" Type="http://schemas.openxmlformats.org/officeDocument/2006/relationships/customXml" Target="../ink/ink291.xml"/><Relationship Id="rId773" Type="http://schemas.openxmlformats.org/officeDocument/2006/relationships/image" Target="../media/image648.png"/><Relationship Id="rId1196" Type="http://schemas.openxmlformats.org/officeDocument/2006/relationships/customXml" Target="../ink/ink616.xml"/><Relationship Id="rId1417" Type="http://schemas.openxmlformats.org/officeDocument/2006/relationships/image" Target="../media/image958.png"/><Relationship Id="rId121" Type="http://schemas.openxmlformats.org/officeDocument/2006/relationships/image" Target="../media/image334.png"/><Relationship Id="rId219" Type="http://schemas.openxmlformats.org/officeDocument/2006/relationships/image" Target="../media/image382.png"/><Relationship Id="rId426" Type="http://schemas.openxmlformats.org/officeDocument/2006/relationships/image" Target="../media/image482.png"/><Relationship Id="rId633" Type="http://schemas.openxmlformats.org/officeDocument/2006/relationships/image" Target="../media/image580.png"/><Relationship Id="rId980" Type="http://schemas.openxmlformats.org/officeDocument/2006/relationships/customXml" Target="../ink/ink505.xml"/><Relationship Id="rId1056" Type="http://schemas.openxmlformats.org/officeDocument/2006/relationships/customXml" Target="../ink/ink544.xml"/><Relationship Id="rId1263" Type="http://schemas.openxmlformats.org/officeDocument/2006/relationships/image" Target="../media/image884.png"/><Relationship Id="rId840" Type="http://schemas.openxmlformats.org/officeDocument/2006/relationships/customXml" Target="../ink/ink432.xml"/><Relationship Id="rId938" Type="http://schemas.openxmlformats.org/officeDocument/2006/relationships/image" Target="../media/image728.png"/><Relationship Id="rId1470" Type="http://schemas.openxmlformats.org/officeDocument/2006/relationships/customXml" Target="../ink/ink750.xml"/><Relationship Id="rId67" Type="http://schemas.openxmlformats.org/officeDocument/2006/relationships/image" Target="../media/image307.png"/><Relationship Id="rId272" Type="http://schemas.openxmlformats.org/officeDocument/2006/relationships/image" Target="../media/image408.png"/><Relationship Id="rId577" Type="http://schemas.openxmlformats.org/officeDocument/2006/relationships/customXml" Target="../ink/ink297.xml"/><Relationship Id="rId700" Type="http://schemas.openxmlformats.org/officeDocument/2006/relationships/customXml" Target="../ink/ink361.xml"/><Relationship Id="rId1123" Type="http://schemas.openxmlformats.org/officeDocument/2006/relationships/image" Target="../media/image818.png"/><Relationship Id="rId1330" Type="http://schemas.openxmlformats.org/officeDocument/2006/relationships/customXml" Target="../ink/ink683.xml"/><Relationship Id="rId1428" Type="http://schemas.openxmlformats.org/officeDocument/2006/relationships/customXml" Target="../ink/ink730.xml"/><Relationship Id="rId132" Type="http://schemas.openxmlformats.org/officeDocument/2006/relationships/customXml" Target="../ink/ink66.xml"/><Relationship Id="rId784" Type="http://schemas.openxmlformats.org/officeDocument/2006/relationships/customXml" Target="../ink/ink404.xml"/><Relationship Id="rId991" Type="http://schemas.openxmlformats.org/officeDocument/2006/relationships/image" Target="../media/image754.png"/><Relationship Id="rId1067" Type="http://schemas.openxmlformats.org/officeDocument/2006/relationships/image" Target="../media/image791.png"/><Relationship Id="rId437" Type="http://schemas.openxmlformats.org/officeDocument/2006/relationships/customXml" Target="../ink/ink223.xml"/><Relationship Id="rId644" Type="http://schemas.openxmlformats.org/officeDocument/2006/relationships/image" Target="../media/image585.png"/><Relationship Id="rId851" Type="http://schemas.openxmlformats.org/officeDocument/2006/relationships/customXml" Target="../ink/ink438.xml"/><Relationship Id="rId1274" Type="http://schemas.openxmlformats.org/officeDocument/2006/relationships/image" Target="../media/image889.png"/><Relationship Id="rId1481" Type="http://schemas.openxmlformats.org/officeDocument/2006/relationships/customXml" Target="../ink/ink756.xml"/><Relationship Id="rId283" Type="http://schemas.openxmlformats.org/officeDocument/2006/relationships/customXml" Target="../ink/ink143.xml"/><Relationship Id="rId490" Type="http://schemas.openxmlformats.org/officeDocument/2006/relationships/customXml" Target="../ink/ink251.xml"/><Relationship Id="rId504" Type="http://schemas.openxmlformats.org/officeDocument/2006/relationships/customXml" Target="../ink/ink259.xml"/><Relationship Id="rId711" Type="http://schemas.openxmlformats.org/officeDocument/2006/relationships/image" Target="../media/image618.png"/><Relationship Id="rId949" Type="http://schemas.openxmlformats.org/officeDocument/2006/relationships/image" Target="../media/image733.png"/><Relationship Id="rId1134" Type="http://schemas.openxmlformats.org/officeDocument/2006/relationships/customXml" Target="../ink/ink584.xml"/><Relationship Id="rId1341" Type="http://schemas.openxmlformats.org/officeDocument/2006/relationships/customXml" Target="../ink/ink689.xml"/><Relationship Id="rId78" Type="http://schemas.openxmlformats.org/officeDocument/2006/relationships/customXml" Target="../ink/ink39.xml"/><Relationship Id="rId143" Type="http://schemas.openxmlformats.org/officeDocument/2006/relationships/image" Target="../media/image345.png"/><Relationship Id="rId350" Type="http://schemas.openxmlformats.org/officeDocument/2006/relationships/image" Target="../media/image446.png"/><Relationship Id="rId588" Type="http://schemas.openxmlformats.org/officeDocument/2006/relationships/image" Target="../media/image559.png"/><Relationship Id="rId795" Type="http://schemas.openxmlformats.org/officeDocument/2006/relationships/image" Target="../media/image659.png"/><Relationship Id="rId809" Type="http://schemas.openxmlformats.org/officeDocument/2006/relationships/image" Target="../media/image666.png"/><Relationship Id="rId9" Type="http://schemas.openxmlformats.org/officeDocument/2006/relationships/image" Target="../media/image281.png"/><Relationship Id="rId210" Type="http://schemas.openxmlformats.org/officeDocument/2006/relationships/customXml" Target="../ink/ink106.xml"/><Relationship Id="rId448" Type="http://schemas.openxmlformats.org/officeDocument/2006/relationships/customXml" Target="../ink/ink229.xml"/><Relationship Id="rId655" Type="http://schemas.openxmlformats.org/officeDocument/2006/relationships/customXml" Target="../ink/ink338.xml"/><Relationship Id="rId862" Type="http://schemas.openxmlformats.org/officeDocument/2006/relationships/image" Target="../media/image692.png"/><Relationship Id="rId1078" Type="http://schemas.openxmlformats.org/officeDocument/2006/relationships/customXml" Target="../ink/ink555.xml"/><Relationship Id="rId1285" Type="http://schemas.openxmlformats.org/officeDocument/2006/relationships/image" Target="../media/image894.png"/><Relationship Id="rId1492" Type="http://schemas.openxmlformats.org/officeDocument/2006/relationships/image" Target="../media/image994.png"/><Relationship Id="rId1506" Type="http://schemas.openxmlformats.org/officeDocument/2006/relationships/customXml" Target="../ink/ink769.xml"/><Relationship Id="rId294" Type="http://schemas.openxmlformats.org/officeDocument/2006/relationships/customXml" Target="../ink/ink149.xml"/><Relationship Id="rId308" Type="http://schemas.openxmlformats.org/officeDocument/2006/relationships/customXml" Target="../ink/ink156.xml"/><Relationship Id="rId515" Type="http://schemas.openxmlformats.org/officeDocument/2006/relationships/image" Target="../media/image524.png"/><Relationship Id="rId722" Type="http://schemas.openxmlformats.org/officeDocument/2006/relationships/customXml" Target="../ink/ink372.xml"/><Relationship Id="rId1145" Type="http://schemas.openxmlformats.org/officeDocument/2006/relationships/image" Target="../media/image829.png"/><Relationship Id="rId1352" Type="http://schemas.openxmlformats.org/officeDocument/2006/relationships/customXml" Target="../ink/ink695.xml"/><Relationship Id="rId89" Type="http://schemas.openxmlformats.org/officeDocument/2006/relationships/image" Target="../media/image318.png"/><Relationship Id="rId154" Type="http://schemas.openxmlformats.org/officeDocument/2006/relationships/image" Target="../media/image350.png"/><Relationship Id="rId361" Type="http://schemas.openxmlformats.org/officeDocument/2006/relationships/customXml" Target="../ink/ink183.xml"/><Relationship Id="rId599" Type="http://schemas.openxmlformats.org/officeDocument/2006/relationships/image" Target="../media/image564.png"/><Relationship Id="rId1005" Type="http://schemas.openxmlformats.org/officeDocument/2006/relationships/image" Target="../media/image761.png"/><Relationship Id="rId1212" Type="http://schemas.openxmlformats.org/officeDocument/2006/relationships/customXml" Target="../ink/ink620.xml"/><Relationship Id="rId459" Type="http://schemas.openxmlformats.org/officeDocument/2006/relationships/image" Target="../media/image498.png"/><Relationship Id="rId666" Type="http://schemas.openxmlformats.org/officeDocument/2006/relationships/customXml" Target="../ink/ink344.xml"/><Relationship Id="rId873" Type="http://schemas.openxmlformats.org/officeDocument/2006/relationships/customXml" Target="../ink/ink449.xml"/><Relationship Id="rId1089" Type="http://schemas.openxmlformats.org/officeDocument/2006/relationships/image" Target="../media/image802.png"/><Relationship Id="rId1296" Type="http://schemas.openxmlformats.org/officeDocument/2006/relationships/customXml" Target="../ink/ink666.xml"/><Relationship Id="rId16" Type="http://schemas.openxmlformats.org/officeDocument/2006/relationships/customXml" Target="../ink/ink8.xml"/><Relationship Id="rId221" Type="http://schemas.openxmlformats.org/officeDocument/2006/relationships/image" Target="../media/image383.png"/><Relationship Id="rId319" Type="http://schemas.openxmlformats.org/officeDocument/2006/relationships/image" Target="../media/image431.png"/><Relationship Id="rId526" Type="http://schemas.openxmlformats.org/officeDocument/2006/relationships/image" Target="../media/image529.png"/><Relationship Id="rId1156" Type="http://schemas.openxmlformats.org/officeDocument/2006/relationships/customXml" Target="../ink/ink595.xml"/><Relationship Id="rId1363" Type="http://schemas.openxmlformats.org/officeDocument/2006/relationships/customXml" Target="../ink/ink701.xml"/><Relationship Id="rId733" Type="http://schemas.openxmlformats.org/officeDocument/2006/relationships/customXml" Target="../ink/ink378.xml"/><Relationship Id="rId940" Type="http://schemas.openxmlformats.org/officeDocument/2006/relationships/image" Target="../media/image729.png"/><Relationship Id="rId1016" Type="http://schemas.openxmlformats.org/officeDocument/2006/relationships/customXml" Target="../ink/ink523.xml"/><Relationship Id="rId165" Type="http://schemas.openxmlformats.org/officeDocument/2006/relationships/customXml" Target="../ink/ink83.xml"/><Relationship Id="rId372" Type="http://schemas.openxmlformats.org/officeDocument/2006/relationships/image" Target="../media/image456.png"/><Relationship Id="rId677" Type="http://schemas.openxmlformats.org/officeDocument/2006/relationships/image" Target="../media/image601.png"/><Relationship Id="rId800" Type="http://schemas.openxmlformats.org/officeDocument/2006/relationships/customXml" Target="../ink/ink412.xml"/><Relationship Id="rId1223" Type="http://schemas.openxmlformats.org/officeDocument/2006/relationships/customXml" Target="../ink/ink626.xml"/><Relationship Id="rId1430" Type="http://schemas.openxmlformats.org/officeDocument/2006/relationships/customXml" Target="../ink/ink731.xml"/><Relationship Id="rId232" Type="http://schemas.openxmlformats.org/officeDocument/2006/relationships/customXml" Target="../ink/ink117.xml"/><Relationship Id="rId884" Type="http://schemas.openxmlformats.org/officeDocument/2006/relationships/image" Target="../media/image703.png"/><Relationship Id="rId27" Type="http://schemas.openxmlformats.org/officeDocument/2006/relationships/image" Target="../media/image288.png"/><Relationship Id="rId537" Type="http://schemas.openxmlformats.org/officeDocument/2006/relationships/customXml" Target="../ink/ink276.xml"/><Relationship Id="rId744" Type="http://schemas.openxmlformats.org/officeDocument/2006/relationships/image" Target="../media/image634.png"/><Relationship Id="rId951" Type="http://schemas.openxmlformats.org/officeDocument/2006/relationships/image" Target="../media/image734.png"/><Relationship Id="rId1167" Type="http://schemas.openxmlformats.org/officeDocument/2006/relationships/customXml" Target="../ink/ink601.xml"/><Relationship Id="rId1374" Type="http://schemas.openxmlformats.org/officeDocument/2006/relationships/customXml" Target="../ink/ink707.xml"/><Relationship Id="rId80" Type="http://schemas.openxmlformats.org/officeDocument/2006/relationships/customXml" Target="../ink/ink40.xml"/><Relationship Id="rId176" Type="http://schemas.openxmlformats.org/officeDocument/2006/relationships/image" Target="../media/image361.png"/><Relationship Id="rId383" Type="http://schemas.openxmlformats.org/officeDocument/2006/relationships/customXml" Target="../ink/ink195.xml"/><Relationship Id="rId590" Type="http://schemas.openxmlformats.org/officeDocument/2006/relationships/image" Target="../media/image560.png"/><Relationship Id="rId604" Type="http://schemas.openxmlformats.org/officeDocument/2006/relationships/customXml" Target="../ink/ink311.xml"/><Relationship Id="rId811" Type="http://schemas.openxmlformats.org/officeDocument/2006/relationships/image" Target="../media/image667.png"/><Relationship Id="rId1027" Type="http://schemas.openxmlformats.org/officeDocument/2006/relationships/customXml" Target="../ink/ink529.xml"/><Relationship Id="rId1234" Type="http://schemas.openxmlformats.org/officeDocument/2006/relationships/customXml" Target="../ink/ink633.xml"/><Relationship Id="rId243" Type="http://schemas.openxmlformats.org/officeDocument/2006/relationships/customXml" Target="../ink/ink123.xml"/><Relationship Id="rId450" Type="http://schemas.openxmlformats.org/officeDocument/2006/relationships/customXml" Target="../ink/ink230.xml"/><Relationship Id="rId688" Type="http://schemas.openxmlformats.org/officeDocument/2006/relationships/customXml" Target="../ink/ink355.xml"/><Relationship Id="rId895" Type="http://schemas.openxmlformats.org/officeDocument/2006/relationships/customXml" Target="../ink/ink460.xml"/><Relationship Id="rId909" Type="http://schemas.openxmlformats.org/officeDocument/2006/relationships/image" Target="../media/image714.png"/><Relationship Id="rId1080" Type="http://schemas.openxmlformats.org/officeDocument/2006/relationships/customXml" Target="../ink/ink556.xml"/><Relationship Id="rId1301" Type="http://schemas.openxmlformats.org/officeDocument/2006/relationships/image" Target="../media/image902.png"/><Relationship Id="rId38" Type="http://schemas.openxmlformats.org/officeDocument/2006/relationships/customXml" Target="../ink/ink19.xml"/><Relationship Id="rId103" Type="http://schemas.openxmlformats.org/officeDocument/2006/relationships/image" Target="../media/image325.png"/><Relationship Id="rId310" Type="http://schemas.openxmlformats.org/officeDocument/2006/relationships/customXml" Target="../ink/ink157.xml"/><Relationship Id="rId548" Type="http://schemas.openxmlformats.org/officeDocument/2006/relationships/image" Target="../media/image540.png"/><Relationship Id="rId755" Type="http://schemas.openxmlformats.org/officeDocument/2006/relationships/customXml" Target="../ink/ink389.xml"/><Relationship Id="rId962" Type="http://schemas.openxmlformats.org/officeDocument/2006/relationships/customXml" Target="../ink/ink496.xml"/><Relationship Id="rId1178" Type="http://schemas.openxmlformats.org/officeDocument/2006/relationships/customXml" Target="../ink/ink607.xml"/><Relationship Id="rId1385" Type="http://schemas.openxmlformats.org/officeDocument/2006/relationships/image" Target="../media/image942.png"/><Relationship Id="rId91" Type="http://schemas.openxmlformats.org/officeDocument/2006/relationships/image" Target="../media/image319.png"/><Relationship Id="rId187" Type="http://schemas.openxmlformats.org/officeDocument/2006/relationships/image" Target="../media/image366.png"/><Relationship Id="rId394" Type="http://schemas.openxmlformats.org/officeDocument/2006/relationships/customXml" Target="../ink/ink201.xml"/><Relationship Id="rId408" Type="http://schemas.openxmlformats.org/officeDocument/2006/relationships/customXml" Target="../ink/ink208.xml"/><Relationship Id="rId615" Type="http://schemas.openxmlformats.org/officeDocument/2006/relationships/customXml" Target="../ink/ink317.xml"/><Relationship Id="rId822" Type="http://schemas.openxmlformats.org/officeDocument/2006/relationships/customXml" Target="../ink/ink423.xml"/><Relationship Id="rId1038" Type="http://schemas.openxmlformats.org/officeDocument/2006/relationships/customXml" Target="../ink/ink535.xml"/><Relationship Id="rId1245" Type="http://schemas.openxmlformats.org/officeDocument/2006/relationships/image" Target="../media/image876.png"/><Relationship Id="rId1452" Type="http://schemas.openxmlformats.org/officeDocument/2006/relationships/customXml" Target="../ink/ink740.xml"/><Relationship Id="rId254" Type="http://schemas.openxmlformats.org/officeDocument/2006/relationships/image" Target="../media/image399.png"/><Relationship Id="rId699" Type="http://schemas.openxmlformats.org/officeDocument/2006/relationships/image" Target="../media/image612.png"/><Relationship Id="rId1091" Type="http://schemas.openxmlformats.org/officeDocument/2006/relationships/image" Target="../media/image803.png"/><Relationship Id="rId1105" Type="http://schemas.openxmlformats.org/officeDocument/2006/relationships/customXml" Target="../ink/ink569.xml"/><Relationship Id="rId1312" Type="http://schemas.openxmlformats.org/officeDocument/2006/relationships/customXml" Target="../ink/ink674.xml"/><Relationship Id="rId49" Type="http://schemas.openxmlformats.org/officeDocument/2006/relationships/image" Target="../media/image299.png"/><Relationship Id="rId114" Type="http://schemas.openxmlformats.org/officeDocument/2006/relationships/customXml" Target="../ink/ink57.xml"/><Relationship Id="rId461" Type="http://schemas.openxmlformats.org/officeDocument/2006/relationships/customXml" Target="../ink/ink236.xml"/><Relationship Id="rId559" Type="http://schemas.openxmlformats.org/officeDocument/2006/relationships/image" Target="../media/image545.png"/><Relationship Id="rId766" Type="http://schemas.openxmlformats.org/officeDocument/2006/relationships/customXml" Target="../ink/ink395.xml"/><Relationship Id="rId1189" Type="http://schemas.openxmlformats.org/officeDocument/2006/relationships/image" Target="../media/image850.png"/><Relationship Id="rId1396" Type="http://schemas.openxmlformats.org/officeDocument/2006/relationships/customXml" Target="../ink/ink714.xml"/><Relationship Id="rId198" Type="http://schemas.openxmlformats.org/officeDocument/2006/relationships/customXml" Target="../ink/ink100.xml"/><Relationship Id="rId321" Type="http://schemas.openxmlformats.org/officeDocument/2006/relationships/image" Target="../media/image432.png"/><Relationship Id="rId419" Type="http://schemas.openxmlformats.org/officeDocument/2006/relationships/image" Target="../media/image479.png"/><Relationship Id="rId626" Type="http://schemas.openxmlformats.org/officeDocument/2006/relationships/customXml" Target="../ink/ink323.xml"/><Relationship Id="rId973" Type="http://schemas.openxmlformats.org/officeDocument/2006/relationships/image" Target="../media/image745.png"/><Relationship Id="rId1049" Type="http://schemas.openxmlformats.org/officeDocument/2006/relationships/image" Target="../media/image782.png"/><Relationship Id="rId1256" Type="http://schemas.openxmlformats.org/officeDocument/2006/relationships/customXml" Target="../ink/ink645.xml"/><Relationship Id="rId833" Type="http://schemas.openxmlformats.org/officeDocument/2006/relationships/image" Target="../media/image678.png"/><Relationship Id="rId1116" Type="http://schemas.openxmlformats.org/officeDocument/2006/relationships/customXml" Target="../ink/ink575.xml"/><Relationship Id="rId1463" Type="http://schemas.openxmlformats.org/officeDocument/2006/relationships/customXml" Target="../ink/ink746.xml"/><Relationship Id="rId265" Type="http://schemas.openxmlformats.org/officeDocument/2006/relationships/customXml" Target="../ink/ink134.xml"/><Relationship Id="rId472" Type="http://schemas.openxmlformats.org/officeDocument/2006/relationships/image" Target="../media/image504.png"/><Relationship Id="rId900" Type="http://schemas.openxmlformats.org/officeDocument/2006/relationships/customXml" Target="../ink/ink463.xml"/><Relationship Id="rId1323" Type="http://schemas.openxmlformats.org/officeDocument/2006/relationships/image" Target="../media/image913.png"/><Relationship Id="rId125" Type="http://schemas.openxmlformats.org/officeDocument/2006/relationships/image" Target="../media/image336.png"/><Relationship Id="rId332" Type="http://schemas.openxmlformats.org/officeDocument/2006/relationships/customXml" Target="../ink/ink168.xml"/><Relationship Id="rId777" Type="http://schemas.openxmlformats.org/officeDocument/2006/relationships/image" Target="../media/image650.png"/><Relationship Id="rId984" Type="http://schemas.openxmlformats.org/officeDocument/2006/relationships/customXml" Target="../ink/ink507.xml"/><Relationship Id="rId637" Type="http://schemas.openxmlformats.org/officeDocument/2006/relationships/image" Target="../media/image582.png"/><Relationship Id="rId844" Type="http://schemas.openxmlformats.org/officeDocument/2006/relationships/customXml" Target="../ink/ink434.xml"/><Relationship Id="rId1267" Type="http://schemas.openxmlformats.org/officeDocument/2006/relationships/customXml" Target="../ink/ink651.xml"/><Relationship Id="rId1474" Type="http://schemas.openxmlformats.org/officeDocument/2006/relationships/customXml" Target="../ink/ink752.xml"/><Relationship Id="rId276" Type="http://schemas.openxmlformats.org/officeDocument/2006/relationships/image" Target="../media/image410.png"/><Relationship Id="rId483" Type="http://schemas.openxmlformats.org/officeDocument/2006/relationships/image" Target="../media/image509.png"/><Relationship Id="rId690" Type="http://schemas.openxmlformats.org/officeDocument/2006/relationships/customXml" Target="../ink/ink356.xml"/><Relationship Id="rId704" Type="http://schemas.openxmlformats.org/officeDocument/2006/relationships/customXml" Target="../ink/ink363.xml"/><Relationship Id="rId911" Type="http://schemas.openxmlformats.org/officeDocument/2006/relationships/image" Target="../media/image715.png"/><Relationship Id="rId1127" Type="http://schemas.openxmlformats.org/officeDocument/2006/relationships/image" Target="../media/image820.png"/><Relationship Id="rId1334" Type="http://schemas.openxmlformats.org/officeDocument/2006/relationships/customXml" Target="../ink/ink685.xml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343" Type="http://schemas.openxmlformats.org/officeDocument/2006/relationships/image" Target="../media/image443.png"/><Relationship Id="rId550" Type="http://schemas.openxmlformats.org/officeDocument/2006/relationships/image" Target="../media/image541.png"/><Relationship Id="rId788" Type="http://schemas.openxmlformats.org/officeDocument/2006/relationships/customXml" Target="../ink/ink406.xml"/><Relationship Id="rId995" Type="http://schemas.openxmlformats.org/officeDocument/2006/relationships/image" Target="../media/image756.png"/><Relationship Id="rId1180" Type="http://schemas.openxmlformats.org/officeDocument/2006/relationships/customXml" Target="../ink/ink608.xml"/><Relationship Id="rId1401" Type="http://schemas.openxmlformats.org/officeDocument/2006/relationships/image" Target="../media/image950.png"/><Relationship Id="rId203" Type="http://schemas.openxmlformats.org/officeDocument/2006/relationships/image" Target="../media/image374.png"/><Relationship Id="rId648" Type="http://schemas.openxmlformats.org/officeDocument/2006/relationships/image" Target="../media/image587.png"/><Relationship Id="rId855" Type="http://schemas.openxmlformats.org/officeDocument/2006/relationships/customXml" Target="../ink/ink440.xml"/><Relationship Id="rId1040" Type="http://schemas.openxmlformats.org/officeDocument/2006/relationships/customXml" Target="../ink/ink536.xml"/><Relationship Id="rId1278" Type="http://schemas.openxmlformats.org/officeDocument/2006/relationships/customXml" Target="../ink/ink657.xml"/><Relationship Id="rId1485" Type="http://schemas.openxmlformats.org/officeDocument/2006/relationships/customXml" Target="../ink/ink758.xml"/><Relationship Id="rId287" Type="http://schemas.openxmlformats.org/officeDocument/2006/relationships/image" Target="../media/image415.png"/><Relationship Id="rId410" Type="http://schemas.openxmlformats.org/officeDocument/2006/relationships/customXml" Target="../ink/ink209.xml"/><Relationship Id="rId494" Type="http://schemas.openxmlformats.org/officeDocument/2006/relationships/image" Target="../media/image514.png"/><Relationship Id="rId508" Type="http://schemas.openxmlformats.org/officeDocument/2006/relationships/customXml" Target="../ink/ink261.xml"/><Relationship Id="rId715" Type="http://schemas.openxmlformats.org/officeDocument/2006/relationships/image" Target="../media/image620.png"/><Relationship Id="rId922" Type="http://schemas.openxmlformats.org/officeDocument/2006/relationships/customXml" Target="../ink/ink475.xml"/><Relationship Id="rId1138" Type="http://schemas.openxmlformats.org/officeDocument/2006/relationships/customXml" Target="../ink/ink586.xml"/><Relationship Id="rId1345" Type="http://schemas.openxmlformats.org/officeDocument/2006/relationships/customXml" Target="../ink/ink691.xml"/><Relationship Id="rId147" Type="http://schemas.openxmlformats.org/officeDocument/2006/relationships/customXml" Target="../ink/ink74.xml"/><Relationship Id="rId354" Type="http://schemas.openxmlformats.org/officeDocument/2006/relationships/image" Target="../media/image448.png"/><Relationship Id="rId799" Type="http://schemas.openxmlformats.org/officeDocument/2006/relationships/image" Target="../media/image661.png"/><Relationship Id="rId1191" Type="http://schemas.openxmlformats.org/officeDocument/2006/relationships/image" Target="../media/image851.png"/><Relationship Id="rId51" Type="http://schemas.openxmlformats.org/officeDocument/2006/relationships/image" Target="../media/image300.png"/><Relationship Id="rId561" Type="http://schemas.openxmlformats.org/officeDocument/2006/relationships/image" Target="../media/image546.png"/><Relationship Id="rId659" Type="http://schemas.openxmlformats.org/officeDocument/2006/relationships/customXml" Target="../ink/ink340.xml"/><Relationship Id="rId866" Type="http://schemas.openxmlformats.org/officeDocument/2006/relationships/image" Target="../media/image694.png"/><Relationship Id="rId1289" Type="http://schemas.openxmlformats.org/officeDocument/2006/relationships/image" Target="../media/image896.png"/><Relationship Id="rId1412" Type="http://schemas.openxmlformats.org/officeDocument/2006/relationships/customXml" Target="../ink/ink722.xml"/><Relationship Id="rId1496" Type="http://schemas.openxmlformats.org/officeDocument/2006/relationships/image" Target="../media/image996.png"/><Relationship Id="rId214" Type="http://schemas.openxmlformats.org/officeDocument/2006/relationships/customXml" Target="../ink/ink108.xml"/><Relationship Id="rId298" Type="http://schemas.openxmlformats.org/officeDocument/2006/relationships/customXml" Target="../ink/ink151.xml"/><Relationship Id="rId421" Type="http://schemas.openxmlformats.org/officeDocument/2006/relationships/customXml" Target="../ink/ink215.xml"/><Relationship Id="rId519" Type="http://schemas.openxmlformats.org/officeDocument/2006/relationships/image" Target="../media/image526.png"/><Relationship Id="rId1051" Type="http://schemas.openxmlformats.org/officeDocument/2006/relationships/image" Target="../media/image783.png"/><Relationship Id="rId1149" Type="http://schemas.openxmlformats.org/officeDocument/2006/relationships/image" Target="../media/image831.png"/><Relationship Id="rId1356" Type="http://schemas.openxmlformats.org/officeDocument/2006/relationships/customXml" Target="../ink/ink697.xml"/><Relationship Id="rId158" Type="http://schemas.openxmlformats.org/officeDocument/2006/relationships/image" Target="../media/image352.png"/><Relationship Id="rId726" Type="http://schemas.openxmlformats.org/officeDocument/2006/relationships/customXml" Target="../ink/ink374.xml"/><Relationship Id="rId933" Type="http://schemas.openxmlformats.org/officeDocument/2006/relationships/customXml" Target="../ink/ink481.xml"/><Relationship Id="rId1009" Type="http://schemas.openxmlformats.org/officeDocument/2006/relationships/image" Target="../media/image763.png"/><Relationship Id="rId62" Type="http://schemas.openxmlformats.org/officeDocument/2006/relationships/customXml" Target="../ink/ink31.xml"/><Relationship Id="rId365" Type="http://schemas.openxmlformats.org/officeDocument/2006/relationships/image" Target="../media/image453.png"/><Relationship Id="rId572" Type="http://schemas.openxmlformats.org/officeDocument/2006/relationships/image" Target="../media/image551.png"/><Relationship Id="rId1216" Type="http://schemas.openxmlformats.org/officeDocument/2006/relationships/customXml" Target="../ink/ink622.xml"/><Relationship Id="rId1423" Type="http://schemas.openxmlformats.org/officeDocument/2006/relationships/image" Target="../media/image961.png"/><Relationship Id="rId225" Type="http://schemas.openxmlformats.org/officeDocument/2006/relationships/image" Target="../media/image385.png"/><Relationship Id="rId432" Type="http://schemas.openxmlformats.org/officeDocument/2006/relationships/image" Target="../media/image485.png"/><Relationship Id="rId877" Type="http://schemas.openxmlformats.org/officeDocument/2006/relationships/customXml" Target="../ink/ink451.xml"/><Relationship Id="rId1062" Type="http://schemas.openxmlformats.org/officeDocument/2006/relationships/customXml" Target="../ink/ink547.xml"/><Relationship Id="rId737" Type="http://schemas.openxmlformats.org/officeDocument/2006/relationships/customXml" Target="../ink/ink380.xml"/><Relationship Id="rId944" Type="http://schemas.openxmlformats.org/officeDocument/2006/relationships/image" Target="../media/image731.png"/><Relationship Id="rId1367" Type="http://schemas.openxmlformats.org/officeDocument/2006/relationships/image" Target="../media/image933.png"/><Relationship Id="rId73" Type="http://schemas.openxmlformats.org/officeDocument/2006/relationships/image" Target="../media/image310.png"/><Relationship Id="rId169" Type="http://schemas.openxmlformats.org/officeDocument/2006/relationships/customXml" Target="../ink/ink85.xml"/><Relationship Id="rId376" Type="http://schemas.openxmlformats.org/officeDocument/2006/relationships/image" Target="../media/image458.png"/><Relationship Id="rId583" Type="http://schemas.openxmlformats.org/officeDocument/2006/relationships/customXml" Target="../ink/ink300.xml"/><Relationship Id="rId790" Type="http://schemas.openxmlformats.org/officeDocument/2006/relationships/customXml" Target="../ink/ink407.xml"/><Relationship Id="rId804" Type="http://schemas.openxmlformats.org/officeDocument/2006/relationships/customXml" Target="../ink/ink414.xml"/><Relationship Id="rId1227" Type="http://schemas.openxmlformats.org/officeDocument/2006/relationships/image" Target="../media/image867.png"/><Relationship Id="rId1434" Type="http://schemas.openxmlformats.org/officeDocument/2006/relationships/customXml" Target="../ink/ink733.xml"/><Relationship Id="rId4" Type="http://schemas.openxmlformats.org/officeDocument/2006/relationships/customXml" Target="../ink/ink2.xml"/><Relationship Id="rId236" Type="http://schemas.openxmlformats.org/officeDocument/2006/relationships/customXml" Target="../ink/ink119.xml"/><Relationship Id="rId443" Type="http://schemas.openxmlformats.org/officeDocument/2006/relationships/customXml" Target="../ink/ink226.xml"/><Relationship Id="rId650" Type="http://schemas.openxmlformats.org/officeDocument/2006/relationships/image" Target="../media/image588.png"/><Relationship Id="rId888" Type="http://schemas.openxmlformats.org/officeDocument/2006/relationships/image" Target="../media/image705.png"/><Relationship Id="rId1073" Type="http://schemas.openxmlformats.org/officeDocument/2006/relationships/image" Target="../media/image794.png"/><Relationship Id="rId1280" Type="http://schemas.openxmlformats.org/officeDocument/2006/relationships/customXml" Target="../ink/ink658.xml"/><Relationship Id="rId1501" Type="http://schemas.openxmlformats.org/officeDocument/2006/relationships/image" Target="../media/image998.png"/><Relationship Id="rId303" Type="http://schemas.openxmlformats.org/officeDocument/2006/relationships/image" Target="../media/image423.png"/><Relationship Id="rId748" Type="http://schemas.openxmlformats.org/officeDocument/2006/relationships/image" Target="../media/image636.png"/><Relationship Id="rId955" Type="http://schemas.openxmlformats.org/officeDocument/2006/relationships/image" Target="../media/image736.png"/><Relationship Id="rId1140" Type="http://schemas.openxmlformats.org/officeDocument/2006/relationships/customXml" Target="../ink/ink587.xml"/><Relationship Id="rId1378" Type="http://schemas.openxmlformats.org/officeDocument/2006/relationships/customXml" Target="../ink/ink709.xml"/><Relationship Id="rId84" Type="http://schemas.openxmlformats.org/officeDocument/2006/relationships/customXml" Target="../ink/ink42.xml"/><Relationship Id="rId387" Type="http://schemas.openxmlformats.org/officeDocument/2006/relationships/customXml" Target="../ink/ink197.xml"/><Relationship Id="rId510" Type="http://schemas.openxmlformats.org/officeDocument/2006/relationships/customXml" Target="../ink/ink262.xml"/><Relationship Id="rId594" Type="http://schemas.openxmlformats.org/officeDocument/2006/relationships/customXml" Target="../ink/ink306.xml"/><Relationship Id="rId608" Type="http://schemas.openxmlformats.org/officeDocument/2006/relationships/customXml" Target="../ink/ink313.xml"/><Relationship Id="rId815" Type="http://schemas.openxmlformats.org/officeDocument/2006/relationships/image" Target="../media/image669.png"/><Relationship Id="rId1238" Type="http://schemas.openxmlformats.org/officeDocument/2006/relationships/customXml" Target="../ink/ink635.xml"/><Relationship Id="rId1445" Type="http://schemas.openxmlformats.org/officeDocument/2006/relationships/image" Target="../media/image972.png"/><Relationship Id="rId247" Type="http://schemas.openxmlformats.org/officeDocument/2006/relationships/customXml" Target="../ink/ink125.xml"/><Relationship Id="rId899" Type="http://schemas.openxmlformats.org/officeDocument/2006/relationships/customXml" Target="../ink/ink462.xml"/><Relationship Id="rId1000" Type="http://schemas.openxmlformats.org/officeDocument/2006/relationships/customXml" Target="../ink/ink515.xml"/><Relationship Id="rId1084" Type="http://schemas.openxmlformats.org/officeDocument/2006/relationships/customXml" Target="../ink/ink558.xml"/><Relationship Id="rId1305" Type="http://schemas.openxmlformats.org/officeDocument/2006/relationships/image" Target="../media/image904.png"/><Relationship Id="rId107" Type="http://schemas.openxmlformats.org/officeDocument/2006/relationships/image" Target="../media/image327.png"/><Relationship Id="rId454" Type="http://schemas.openxmlformats.org/officeDocument/2006/relationships/customXml" Target="../ink/ink232.xml"/><Relationship Id="rId661" Type="http://schemas.openxmlformats.org/officeDocument/2006/relationships/customXml" Target="../ink/ink341.xml"/><Relationship Id="rId759" Type="http://schemas.openxmlformats.org/officeDocument/2006/relationships/customXml" Target="../ink/ink391.xml"/><Relationship Id="rId966" Type="http://schemas.openxmlformats.org/officeDocument/2006/relationships/customXml" Target="../ink/ink498.xml"/><Relationship Id="rId1291" Type="http://schemas.openxmlformats.org/officeDocument/2006/relationships/image" Target="../media/image897.png"/><Relationship Id="rId1512" Type="http://schemas.openxmlformats.org/officeDocument/2006/relationships/customXml" Target="../ink/ink772.xml"/><Relationship Id="rId11" Type="http://schemas.openxmlformats.org/officeDocument/2006/relationships/image" Target="../media/image282.png"/><Relationship Id="rId314" Type="http://schemas.openxmlformats.org/officeDocument/2006/relationships/customXml" Target="../ink/ink159.xml"/><Relationship Id="rId398" Type="http://schemas.openxmlformats.org/officeDocument/2006/relationships/customXml" Target="../ink/ink203.xml"/><Relationship Id="rId521" Type="http://schemas.openxmlformats.org/officeDocument/2006/relationships/image" Target="../media/image527.png"/><Relationship Id="rId619" Type="http://schemas.openxmlformats.org/officeDocument/2006/relationships/customXml" Target="../ink/ink319.xml"/><Relationship Id="rId1151" Type="http://schemas.openxmlformats.org/officeDocument/2006/relationships/image" Target="../media/image832.png"/><Relationship Id="rId1249" Type="http://schemas.openxmlformats.org/officeDocument/2006/relationships/image" Target="../media/image878.png"/><Relationship Id="rId95" Type="http://schemas.openxmlformats.org/officeDocument/2006/relationships/image" Target="../media/image321.png"/><Relationship Id="rId160" Type="http://schemas.openxmlformats.org/officeDocument/2006/relationships/image" Target="../media/image353.png"/><Relationship Id="rId826" Type="http://schemas.openxmlformats.org/officeDocument/2006/relationships/customXml" Target="../ink/ink425.xml"/><Relationship Id="rId1011" Type="http://schemas.openxmlformats.org/officeDocument/2006/relationships/image" Target="../media/image764.png"/><Relationship Id="rId1109" Type="http://schemas.openxmlformats.org/officeDocument/2006/relationships/customXml" Target="../ink/ink571.xml"/><Relationship Id="rId1456" Type="http://schemas.openxmlformats.org/officeDocument/2006/relationships/image" Target="../media/image977.png"/><Relationship Id="rId258" Type="http://schemas.openxmlformats.org/officeDocument/2006/relationships/image" Target="../media/image401.png"/><Relationship Id="rId465" Type="http://schemas.openxmlformats.org/officeDocument/2006/relationships/customXml" Target="../ink/ink238.xml"/><Relationship Id="rId672" Type="http://schemas.openxmlformats.org/officeDocument/2006/relationships/customXml" Target="../ink/ink347.xml"/><Relationship Id="rId1095" Type="http://schemas.openxmlformats.org/officeDocument/2006/relationships/image" Target="../media/image805.png"/><Relationship Id="rId1316" Type="http://schemas.openxmlformats.org/officeDocument/2006/relationships/customXml" Target="../ink/ink676.xml"/><Relationship Id="rId22" Type="http://schemas.openxmlformats.org/officeDocument/2006/relationships/customXml" Target="../ink/ink11.xml"/><Relationship Id="rId118" Type="http://schemas.openxmlformats.org/officeDocument/2006/relationships/customXml" Target="../ink/ink59.xml"/><Relationship Id="rId325" Type="http://schemas.openxmlformats.org/officeDocument/2006/relationships/image" Target="../media/image434.png"/><Relationship Id="rId532" Type="http://schemas.openxmlformats.org/officeDocument/2006/relationships/image" Target="../media/image532.png"/><Relationship Id="rId977" Type="http://schemas.openxmlformats.org/officeDocument/2006/relationships/image" Target="../media/image747.png"/><Relationship Id="rId1162" Type="http://schemas.openxmlformats.org/officeDocument/2006/relationships/image" Target="../media/image837.png"/><Relationship Id="rId171" Type="http://schemas.openxmlformats.org/officeDocument/2006/relationships/customXml" Target="../ink/ink86.xml"/><Relationship Id="rId837" Type="http://schemas.openxmlformats.org/officeDocument/2006/relationships/image" Target="../media/image680.png"/><Relationship Id="rId1022" Type="http://schemas.openxmlformats.org/officeDocument/2006/relationships/customXml" Target="../ink/ink526.xml"/><Relationship Id="rId1467" Type="http://schemas.openxmlformats.org/officeDocument/2006/relationships/image" Target="../media/image982.png"/><Relationship Id="rId269" Type="http://schemas.openxmlformats.org/officeDocument/2006/relationships/customXml" Target="../ink/ink136.xml"/><Relationship Id="rId476" Type="http://schemas.openxmlformats.org/officeDocument/2006/relationships/image" Target="../media/image506.png"/><Relationship Id="rId683" Type="http://schemas.openxmlformats.org/officeDocument/2006/relationships/image" Target="../media/image604.png"/><Relationship Id="rId890" Type="http://schemas.openxmlformats.org/officeDocument/2006/relationships/image" Target="../media/image706.png"/><Relationship Id="rId904" Type="http://schemas.openxmlformats.org/officeDocument/2006/relationships/customXml" Target="../ink/ink466.xml"/><Relationship Id="rId1327" Type="http://schemas.openxmlformats.org/officeDocument/2006/relationships/image" Target="../media/image915.png"/><Relationship Id="rId33" Type="http://schemas.openxmlformats.org/officeDocument/2006/relationships/image" Target="../media/image291.png"/><Relationship Id="rId129" Type="http://schemas.openxmlformats.org/officeDocument/2006/relationships/image" Target="../media/image338.png"/><Relationship Id="rId336" Type="http://schemas.openxmlformats.org/officeDocument/2006/relationships/customXml" Target="../ink/ink170.xml"/><Relationship Id="rId543" Type="http://schemas.openxmlformats.org/officeDocument/2006/relationships/customXml" Target="../ink/ink279.xml"/><Relationship Id="rId988" Type="http://schemas.openxmlformats.org/officeDocument/2006/relationships/customXml" Target="../ink/ink509.xml"/><Relationship Id="rId1173" Type="http://schemas.openxmlformats.org/officeDocument/2006/relationships/image" Target="../media/image842.png"/><Relationship Id="rId1380" Type="http://schemas.openxmlformats.org/officeDocument/2006/relationships/customXml" Target="../ink/ink710.xml"/><Relationship Id="rId182" Type="http://schemas.openxmlformats.org/officeDocument/2006/relationships/customXml" Target="../ink/ink92.xml"/><Relationship Id="rId403" Type="http://schemas.openxmlformats.org/officeDocument/2006/relationships/image" Target="../media/image471.png"/><Relationship Id="rId750" Type="http://schemas.openxmlformats.org/officeDocument/2006/relationships/image" Target="../media/image637.png"/><Relationship Id="rId848" Type="http://schemas.openxmlformats.org/officeDocument/2006/relationships/customXml" Target="../ink/ink436.xml"/><Relationship Id="rId1033" Type="http://schemas.openxmlformats.org/officeDocument/2006/relationships/customXml" Target="../ink/ink532.xml"/><Relationship Id="rId1478" Type="http://schemas.openxmlformats.org/officeDocument/2006/relationships/image" Target="../media/image987.png"/><Relationship Id="rId487" Type="http://schemas.openxmlformats.org/officeDocument/2006/relationships/image" Target="../media/image511.png"/><Relationship Id="rId610" Type="http://schemas.openxmlformats.org/officeDocument/2006/relationships/image" Target="../media/image569.png"/><Relationship Id="rId694" Type="http://schemas.openxmlformats.org/officeDocument/2006/relationships/customXml" Target="../ink/ink358.xml"/><Relationship Id="rId708" Type="http://schemas.openxmlformats.org/officeDocument/2006/relationships/customXml" Target="../ink/ink365.xml"/><Relationship Id="rId915" Type="http://schemas.openxmlformats.org/officeDocument/2006/relationships/image" Target="../media/image717.png"/><Relationship Id="rId1240" Type="http://schemas.openxmlformats.org/officeDocument/2006/relationships/customXml" Target="../ink/ink636.xml"/><Relationship Id="rId1338" Type="http://schemas.openxmlformats.org/officeDocument/2006/relationships/image" Target="../media/image920.png"/><Relationship Id="rId347" Type="http://schemas.openxmlformats.org/officeDocument/2006/relationships/customXml" Target="../ink/ink176.xml"/><Relationship Id="rId999" Type="http://schemas.openxmlformats.org/officeDocument/2006/relationships/image" Target="../media/image758.png"/><Relationship Id="rId1100" Type="http://schemas.openxmlformats.org/officeDocument/2006/relationships/customXml" Target="../ink/ink566.xml"/><Relationship Id="rId1184" Type="http://schemas.openxmlformats.org/officeDocument/2006/relationships/customXml" Target="../ink/ink610.xml"/><Relationship Id="rId1405" Type="http://schemas.openxmlformats.org/officeDocument/2006/relationships/image" Target="../media/image952.png"/><Relationship Id="rId44" Type="http://schemas.openxmlformats.org/officeDocument/2006/relationships/customXml" Target="../ink/ink22.xml"/><Relationship Id="rId554" Type="http://schemas.openxmlformats.org/officeDocument/2006/relationships/image" Target="../media/image543.png"/><Relationship Id="rId761" Type="http://schemas.openxmlformats.org/officeDocument/2006/relationships/image" Target="../media/image642.png"/><Relationship Id="rId859" Type="http://schemas.openxmlformats.org/officeDocument/2006/relationships/customXml" Target="../ink/ink442.xml"/><Relationship Id="rId1489" Type="http://schemas.openxmlformats.org/officeDocument/2006/relationships/customXml" Target="../ink/ink760.xml"/><Relationship Id="rId193" Type="http://schemas.openxmlformats.org/officeDocument/2006/relationships/image" Target="../media/image369.png"/><Relationship Id="rId207" Type="http://schemas.openxmlformats.org/officeDocument/2006/relationships/image" Target="../media/image376.png"/><Relationship Id="rId414" Type="http://schemas.openxmlformats.org/officeDocument/2006/relationships/customXml" Target="../ink/ink211.xml"/><Relationship Id="rId498" Type="http://schemas.openxmlformats.org/officeDocument/2006/relationships/customXml" Target="../ink/ink256.xml"/><Relationship Id="rId621" Type="http://schemas.openxmlformats.org/officeDocument/2006/relationships/image" Target="../media/image574.png"/><Relationship Id="rId1044" Type="http://schemas.openxmlformats.org/officeDocument/2006/relationships/customXml" Target="../ink/ink538.xml"/><Relationship Id="rId1251" Type="http://schemas.openxmlformats.org/officeDocument/2006/relationships/customXml" Target="../ink/ink642.xml"/><Relationship Id="rId1349" Type="http://schemas.openxmlformats.org/officeDocument/2006/relationships/customXml" Target="../ink/ink693.xml"/><Relationship Id="rId260" Type="http://schemas.openxmlformats.org/officeDocument/2006/relationships/image" Target="../media/image402.png"/><Relationship Id="rId719" Type="http://schemas.openxmlformats.org/officeDocument/2006/relationships/image" Target="../media/image622.png"/><Relationship Id="rId926" Type="http://schemas.openxmlformats.org/officeDocument/2006/relationships/customXml" Target="../ink/ink477.xml"/><Relationship Id="rId1111" Type="http://schemas.openxmlformats.org/officeDocument/2006/relationships/customXml" Target="../ink/ink572.xml"/><Relationship Id="rId55" Type="http://schemas.openxmlformats.org/officeDocument/2006/relationships/image" Target="../media/image17.png"/><Relationship Id="rId120" Type="http://schemas.openxmlformats.org/officeDocument/2006/relationships/customXml" Target="../ink/ink60.xml"/><Relationship Id="rId358" Type="http://schemas.openxmlformats.org/officeDocument/2006/relationships/image" Target="../media/image450.png"/><Relationship Id="rId565" Type="http://schemas.openxmlformats.org/officeDocument/2006/relationships/image" Target="../media/image548.png"/><Relationship Id="rId772" Type="http://schemas.openxmlformats.org/officeDocument/2006/relationships/customXml" Target="../ink/ink398.xml"/><Relationship Id="rId1195" Type="http://schemas.openxmlformats.org/officeDocument/2006/relationships/image" Target="../media/image853.png"/><Relationship Id="rId1209" Type="http://schemas.openxmlformats.org/officeDocument/2006/relationships/image" Target="../media/image860.png"/><Relationship Id="rId1416" Type="http://schemas.openxmlformats.org/officeDocument/2006/relationships/customXml" Target="../ink/ink724.xml"/><Relationship Id="rId218" Type="http://schemas.openxmlformats.org/officeDocument/2006/relationships/customXml" Target="../ink/ink110.xml"/><Relationship Id="rId425" Type="http://schemas.openxmlformats.org/officeDocument/2006/relationships/customXml" Target="../ink/ink217.xml"/><Relationship Id="rId632" Type="http://schemas.openxmlformats.org/officeDocument/2006/relationships/customXml" Target="../ink/ink326.xml"/><Relationship Id="rId1055" Type="http://schemas.openxmlformats.org/officeDocument/2006/relationships/image" Target="../media/image785.png"/><Relationship Id="rId1262" Type="http://schemas.openxmlformats.org/officeDocument/2006/relationships/customXml" Target="../ink/ink648.xml"/><Relationship Id="rId271" Type="http://schemas.openxmlformats.org/officeDocument/2006/relationships/customXml" Target="../ink/ink137.xml"/><Relationship Id="rId937" Type="http://schemas.openxmlformats.org/officeDocument/2006/relationships/customXml" Target="../ink/ink483.xml"/><Relationship Id="rId1122" Type="http://schemas.openxmlformats.org/officeDocument/2006/relationships/customXml" Target="../ink/ink578.xml"/><Relationship Id="rId66" Type="http://schemas.openxmlformats.org/officeDocument/2006/relationships/customXml" Target="../ink/ink33.xml"/><Relationship Id="rId131" Type="http://schemas.openxmlformats.org/officeDocument/2006/relationships/image" Target="../media/image339.png"/><Relationship Id="rId369" Type="http://schemas.openxmlformats.org/officeDocument/2006/relationships/image" Target="../media/image455.png"/><Relationship Id="rId576" Type="http://schemas.openxmlformats.org/officeDocument/2006/relationships/image" Target="../media/image553.png"/><Relationship Id="rId783" Type="http://schemas.openxmlformats.org/officeDocument/2006/relationships/image" Target="../media/image653.png"/><Relationship Id="rId990" Type="http://schemas.openxmlformats.org/officeDocument/2006/relationships/customXml" Target="../ink/ink510.xml"/><Relationship Id="rId1427" Type="http://schemas.openxmlformats.org/officeDocument/2006/relationships/image" Target="../media/image963.png"/><Relationship Id="rId229" Type="http://schemas.openxmlformats.org/officeDocument/2006/relationships/image" Target="../media/image387.png"/><Relationship Id="rId436" Type="http://schemas.openxmlformats.org/officeDocument/2006/relationships/image" Target="../media/image487.png"/><Relationship Id="rId643" Type="http://schemas.openxmlformats.org/officeDocument/2006/relationships/customXml" Target="../ink/ink332.xml"/><Relationship Id="rId1066" Type="http://schemas.openxmlformats.org/officeDocument/2006/relationships/customXml" Target="../ink/ink549.xml"/><Relationship Id="rId1273" Type="http://schemas.openxmlformats.org/officeDocument/2006/relationships/customXml" Target="../ink/ink654.xml"/><Relationship Id="rId1480" Type="http://schemas.openxmlformats.org/officeDocument/2006/relationships/image" Target="../media/image988.png"/><Relationship Id="rId850" Type="http://schemas.openxmlformats.org/officeDocument/2006/relationships/customXml" Target="../ink/ink437.xml"/><Relationship Id="rId948" Type="http://schemas.openxmlformats.org/officeDocument/2006/relationships/customXml" Target="../ink/ink489.xml"/><Relationship Id="rId1133" Type="http://schemas.openxmlformats.org/officeDocument/2006/relationships/image" Target="../media/image823.png"/><Relationship Id="rId77" Type="http://schemas.openxmlformats.org/officeDocument/2006/relationships/image" Target="../media/image312.png"/><Relationship Id="rId282" Type="http://schemas.openxmlformats.org/officeDocument/2006/relationships/image" Target="../media/image413.png"/><Relationship Id="rId503" Type="http://schemas.openxmlformats.org/officeDocument/2006/relationships/image" Target="../media/image518.png"/><Relationship Id="rId587" Type="http://schemas.openxmlformats.org/officeDocument/2006/relationships/customXml" Target="../ink/ink302.xml"/><Relationship Id="rId710" Type="http://schemas.openxmlformats.org/officeDocument/2006/relationships/customXml" Target="../ink/ink366.xml"/><Relationship Id="rId808" Type="http://schemas.openxmlformats.org/officeDocument/2006/relationships/customXml" Target="../ink/ink416.xml"/><Relationship Id="rId1340" Type="http://schemas.openxmlformats.org/officeDocument/2006/relationships/image" Target="../media/image921.png"/><Relationship Id="rId1438" Type="http://schemas.openxmlformats.org/officeDocument/2006/relationships/customXml" Target="../ink/ink735.xml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447" Type="http://schemas.openxmlformats.org/officeDocument/2006/relationships/image" Target="../media/image492.png"/><Relationship Id="rId794" Type="http://schemas.openxmlformats.org/officeDocument/2006/relationships/customXml" Target="../ink/ink409.xml"/><Relationship Id="rId1077" Type="http://schemas.openxmlformats.org/officeDocument/2006/relationships/image" Target="../media/image796.png"/><Relationship Id="rId654" Type="http://schemas.openxmlformats.org/officeDocument/2006/relationships/image" Target="../media/image590.png"/><Relationship Id="rId861" Type="http://schemas.openxmlformats.org/officeDocument/2006/relationships/customXml" Target="../ink/ink443.xml"/><Relationship Id="rId959" Type="http://schemas.openxmlformats.org/officeDocument/2006/relationships/image" Target="../media/image738.png"/><Relationship Id="rId1284" Type="http://schemas.openxmlformats.org/officeDocument/2006/relationships/customXml" Target="../ink/ink660.xml"/><Relationship Id="rId1491" Type="http://schemas.openxmlformats.org/officeDocument/2006/relationships/customXml" Target="../ink/ink761.xml"/><Relationship Id="rId1505" Type="http://schemas.openxmlformats.org/officeDocument/2006/relationships/image" Target="../media/image1000.png"/><Relationship Id="rId293" Type="http://schemas.openxmlformats.org/officeDocument/2006/relationships/image" Target="../media/image418.png"/><Relationship Id="rId307" Type="http://schemas.openxmlformats.org/officeDocument/2006/relationships/image" Target="../media/image425.png"/><Relationship Id="rId514" Type="http://schemas.openxmlformats.org/officeDocument/2006/relationships/customXml" Target="../ink/ink264.xml"/><Relationship Id="rId721" Type="http://schemas.openxmlformats.org/officeDocument/2006/relationships/image" Target="../media/image623.png"/><Relationship Id="rId1144" Type="http://schemas.openxmlformats.org/officeDocument/2006/relationships/customXml" Target="../ink/ink589.xml"/><Relationship Id="rId1351" Type="http://schemas.openxmlformats.org/officeDocument/2006/relationships/image" Target="../media/image926.png"/><Relationship Id="rId1449" Type="http://schemas.openxmlformats.org/officeDocument/2006/relationships/image" Target="../media/image974.png"/><Relationship Id="rId88" Type="http://schemas.openxmlformats.org/officeDocument/2006/relationships/customXml" Target="../ink/ink44.xml"/><Relationship Id="rId153" Type="http://schemas.openxmlformats.org/officeDocument/2006/relationships/customXml" Target="../ink/ink77.xml"/><Relationship Id="rId360" Type="http://schemas.openxmlformats.org/officeDocument/2006/relationships/image" Target="../media/image451.png"/><Relationship Id="rId598" Type="http://schemas.openxmlformats.org/officeDocument/2006/relationships/customXml" Target="../ink/ink308.xml"/><Relationship Id="rId819" Type="http://schemas.openxmlformats.org/officeDocument/2006/relationships/image" Target="../media/image671.png"/><Relationship Id="rId1004" Type="http://schemas.openxmlformats.org/officeDocument/2006/relationships/customXml" Target="../ink/ink517.xml"/><Relationship Id="rId1211" Type="http://schemas.openxmlformats.org/officeDocument/2006/relationships/image" Target="../media/image861.png"/><Relationship Id="rId220" Type="http://schemas.openxmlformats.org/officeDocument/2006/relationships/customXml" Target="../ink/ink111.xml"/><Relationship Id="rId458" Type="http://schemas.openxmlformats.org/officeDocument/2006/relationships/customXml" Target="../ink/ink234.xml"/><Relationship Id="rId665" Type="http://schemas.openxmlformats.org/officeDocument/2006/relationships/image" Target="../media/image595.png"/><Relationship Id="rId872" Type="http://schemas.openxmlformats.org/officeDocument/2006/relationships/image" Target="../media/image697.png"/><Relationship Id="rId1088" Type="http://schemas.openxmlformats.org/officeDocument/2006/relationships/customXml" Target="../ink/ink560.xml"/><Relationship Id="rId1295" Type="http://schemas.openxmlformats.org/officeDocument/2006/relationships/image" Target="../media/image899.png"/><Relationship Id="rId1309" Type="http://schemas.openxmlformats.org/officeDocument/2006/relationships/image" Target="../media/image906.png"/><Relationship Id="rId1516" Type="http://schemas.openxmlformats.org/officeDocument/2006/relationships/customXml" Target="../ink/ink774.xml"/><Relationship Id="rId15" Type="http://schemas.openxmlformats.org/officeDocument/2006/relationships/image" Target="../media/image284.png"/><Relationship Id="rId318" Type="http://schemas.openxmlformats.org/officeDocument/2006/relationships/customXml" Target="../ink/ink161.xml"/><Relationship Id="rId525" Type="http://schemas.openxmlformats.org/officeDocument/2006/relationships/customXml" Target="../ink/ink270.xml"/><Relationship Id="rId732" Type="http://schemas.openxmlformats.org/officeDocument/2006/relationships/image" Target="../media/image628.png"/><Relationship Id="rId1155" Type="http://schemas.openxmlformats.org/officeDocument/2006/relationships/image" Target="../media/image834.png"/><Relationship Id="rId1362" Type="http://schemas.openxmlformats.org/officeDocument/2006/relationships/image" Target="../media/image931.png"/><Relationship Id="rId99" Type="http://schemas.openxmlformats.org/officeDocument/2006/relationships/image" Target="../media/image323.png"/><Relationship Id="rId164" Type="http://schemas.openxmlformats.org/officeDocument/2006/relationships/image" Target="../media/image355.png"/><Relationship Id="rId371" Type="http://schemas.openxmlformats.org/officeDocument/2006/relationships/customXml" Target="../ink/ink189.xml"/><Relationship Id="rId1015" Type="http://schemas.openxmlformats.org/officeDocument/2006/relationships/image" Target="../media/image766.png"/><Relationship Id="rId1222" Type="http://schemas.openxmlformats.org/officeDocument/2006/relationships/customXml" Target="../ink/ink625.xml"/><Relationship Id="rId469" Type="http://schemas.openxmlformats.org/officeDocument/2006/relationships/customXml" Target="../ink/ink240.xml"/><Relationship Id="rId676" Type="http://schemas.openxmlformats.org/officeDocument/2006/relationships/customXml" Target="../ink/ink349.xml"/><Relationship Id="rId883" Type="http://schemas.openxmlformats.org/officeDocument/2006/relationships/customXml" Target="../ink/ink454.xml"/><Relationship Id="rId1099" Type="http://schemas.openxmlformats.org/officeDocument/2006/relationships/image" Target="../media/image807.png"/><Relationship Id="rId26" Type="http://schemas.openxmlformats.org/officeDocument/2006/relationships/customXml" Target="../ink/ink13.xml"/><Relationship Id="rId231" Type="http://schemas.openxmlformats.org/officeDocument/2006/relationships/image" Target="../media/image388.png"/><Relationship Id="rId329" Type="http://schemas.openxmlformats.org/officeDocument/2006/relationships/image" Target="../media/image436.png"/><Relationship Id="rId536" Type="http://schemas.openxmlformats.org/officeDocument/2006/relationships/image" Target="../media/image534.png"/><Relationship Id="rId1166" Type="http://schemas.openxmlformats.org/officeDocument/2006/relationships/image" Target="../media/image839.png"/><Relationship Id="rId1373" Type="http://schemas.openxmlformats.org/officeDocument/2006/relationships/image" Target="../media/image936.png"/><Relationship Id="rId175" Type="http://schemas.openxmlformats.org/officeDocument/2006/relationships/customXml" Target="../ink/ink88.xml"/><Relationship Id="rId743" Type="http://schemas.openxmlformats.org/officeDocument/2006/relationships/customXml" Target="../ink/ink383.xml"/><Relationship Id="rId950" Type="http://schemas.openxmlformats.org/officeDocument/2006/relationships/customXml" Target="../ink/ink490.xml"/><Relationship Id="rId1026" Type="http://schemas.openxmlformats.org/officeDocument/2006/relationships/image" Target="../media/image771.png"/><Relationship Id="rId382" Type="http://schemas.openxmlformats.org/officeDocument/2006/relationships/image" Target="../media/image461.png"/><Relationship Id="rId603" Type="http://schemas.openxmlformats.org/officeDocument/2006/relationships/image" Target="../media/image566.png"/><Relationship Id="rId687" Type="http://schemas.openxmlformats.org/officeDocument/2006/relationships/image" Target="../media/image606.png"/><Relationship Id="rId810" Type="http://schemas.openxmlformats.org/officeDocument/2006/relationships/customXml" Target="../ink/ink417.xml"/><Relationship Id="rId908" Type="http://schemas.openxmlformats.org/officeDocument/2006/relationships/customXml" Target="../ink/ink468.xml"/><Relationship Id="rId1233" Type="http://schemas.openxmlformats.org/officeDocument/2006/relationships/image" Target="../media/image870.png"/><Relationship Id="rId242" Type="http://schemas.openxmlformats.org/officeDocument/2006/relationships/customXml" Target="../ink/ink122.xml"/><Relationship Id="rId894" Type="http://schemas.openxmlformats.org/officeDocument/2006/relationships/image" Target="../media/image708.png"/><Relationship Id="rId1177" Type="http://schemas.openxmlformats.org/officeDocument/2006/relationships/image" Target="../media/image844.png"/><Relationship Id="rId1300" Type="http://schemas.openxmlformats.org/officeDocument/2006/relationships/customXml" Target="../ink/ink668.xml"/><Relationship Id="rId37" Type="http://schemas.openxmlformats.org/officeDocument/2006/relationships/image" Target="../media/image293.png"/><Relationship Id="rId102" Type="http://schemas.openxmlformats.org/officeDocument/2006/relationships/customXml" Target="../ink/ink51.xml"/><Relationship Id="rId547" Type="http://schemas.openxmlformats.org/officeDocument/2006/relationships/customXml" Target="../ink/ink281.xml"/><Relationship Id="rId754" Type="http://schemas.openxmlformats.org/officeDocument/2006/relationships/image" Target="../media/image639.png"/><Relationship Id="rId961" Type="http://schemas.openxmlformats.org/officeDocument/2006/relationships/image" Target="../media/image739.png"/><Relationship Id="rId1384" Type="http://schemas.openxmlformats.org/officeDocument/2006/relationships/customXml" Target="../ink/ink712.xml"/><Relationship Id="rId90" Type="http://schemas.openxmlformats.org/officeDocument/2006/relationships/customXml" Target="../ink/ink45.xml"/><Relationship Id="rId186" Type="http://schemas.openxmlformats.org/officeDocument/2006/relationships/customXml" Target="../ink/ink94.xml"/><Relationship Id="rId393" Type="http://schemas.openxmlformats.org/officeDocument/2006/relationships/image" Target="../media/image466.png"/><Relationship Id="rId407" Type="http://schemas.openxmlformats.org/officeDocument/2006/relationships/image" Target="../media/image473.png"/><Relationship Id="rId614" Type="http://schemas.openxmlformats.org/officeDocument/2006/relationships/image" Target="../media/image571.png"/><Relationship Id="rId821" Type="http://schemas.openxmlformats.org/officeDocument/2006/relationships/image" Target="../media/image672.png"/><Relationship Id="rId1037" Type="http://schemas.openxmlformats.org/officeDocument/2006/relationships/image" Target="../media/image776.png"/><Relationship Id="rId1244" Type="http://schemas.openxmlformats.org/officeDocument/2006/relationships/customXml" Target="../ink/ink638.xml"/><Relationship Id="rId1451" Type="http://schemas.openxmlformats.org/officeDocument/2006/relationships/image" Target="../media/image975.png"/><Relationship Id="rId253" Type="http://schemas.openxmlformats.org/officeDocument/2006/relationships/customXml" Target="../ink/ink128.xml"/><Relationship Id="rId460" Type="http://schemas.openxmlformats.org/officeDocument/2006/relationships/customXml" Target="../ink/ink235.xml"/><Relationship Id="rId698" Type="http://schemas.openxmlformats.org/officeDocument/2006/relationships/customXml" Target="../ink/ink360.xml"/><Relationship Id="rId919" Type="http://schemas.openxmlformats.org/officeDocument/2006/relationships/image" Target="../media/image719.png"/><Relationship Id="rId1090" Type="http://schemas.openxmlformats.org/officeDocument/2006/relationships/customXml" Target="../ink/ink561.xml"/><Relationship Id="rId1104" Type="http://schemas.openxmlformats.org/officeDocument/2006/relationships/image" Target="../media/image809.png"/><Relationship Id="rId1311" Type="http://schemas.openxmlformats.org/officeDocument/2006/relationships/image" Target="../media/image907.png"/><Relationship Id="rId48" Type="http://schemas.openxmlformats.org/officeDocument/2006/relationships/customXml" Target="../ink/ink24.xml"/><Relationship Id="rId113" Type="http://schemas.openxmlformats.org/officeDocument/2006/relationships/image" Target="../media/image330.png"/><Relationship Id="rId320" Type="http://schemas.openxmlformats.org/officeDocument/2006/relationships/customXml" Target="../ink/ink162.xml"/><Relationship Id="rId558" Type="http://schemas.openxmlformats.org/officeDocument/2006/relationships/customXml" Target="../ink/ink287.xml"/><Relationship Id="rId765" Type="http://schemas.openxmlformats.org/officeDocument/2006/relationships/image" Target="../media/image644.png"/><Relationship Id="rId972" Type="http://schemas.openxmlformats.org/officeDocument/2006/relationships/customXml" Target="../ink/ink501.xml"/><Relationship Id="rId1188" Type="http://schemas.openxmlformats.org/officeDocument/2006/relationships/customXml" Target="../ink/ink612.xml"/><Relationship Id="rId1395" Type="http://schemas.openxmlformats.org/officeDocument/2006/relationships/image" Target="../media/image947.png"/><Relationship Id="rId1409" Type="http://schemas.openxmlformats.org/officeDocument/2006/relationships/image" Target="../media/image954.png"/><Relationship Id="rId197" Type="http://schemas.openxmlformats.org/officeDocument/2006/relationships/image" Target="../media/image371.png"/><Relationship Id="rId418" Type="http://schemas.openxmlformats.org/officeDocument/2006/relationships/customXml" Target="../ink/ink213.xml"/><Relationship Id="rId625" Type="http://schemas.openxmlformats.org/officeDocument/2006/relationships/image" Target="../media/image576.png"/><Relationship Id="rId832" Type="http://schemas.openxmlformats.org/officeDocument/2006/relationships/customXml" Target="../ink/ink428.xml"/><Relationship Id="rId1048" Type="http://schemas.openxmlformats.org/officeDocument/2006/relationships/customXml" Target="../ink/ink540.xml"/><Relationship Id="rId1255" Type="http://schemas.openxmlformats.org/officeDocument/2006/relationships/image" Target="../media/image880.png"/><Relationship Id="rId1462" Type="http://schemas.openxmlformats.org/officeDocument/2006/relationships/image" Target="../media/image980.png"/><Relationship Id="rId264" Type="http://schemas.openxmlformats.org/officeDocument/2006/relationships/image" Target="../media/image404.png"/><Relationship Id="rId471" Type="http://schemas.openxmlformats.org/officeDocument/2006/relationships/customXml" Target="../ink/ink241.xml"/><Relationship Id="rId1115" Type="http://schemas.openxmlformats.org/officeDocument/2006/relationships/image" Target="../media/image814.png"/><Relationship Id="rId1322" Type="http://schemas.openxmlformats.org/officeDocument/2006/relationships/customXml" Target="../ink/ink679.xml"/><Relationship Id="rId59" Type="http://schemas.openxmlformats.org/officeDocument/2006/relationships/image" Target="../media/image303.png"/><Relationship Id="rId124" Type="http://schemas.openxmlformats.org/officeDocument/2006/relationships/customXml" Target="../ink/ink62.xml"/><Relationship Id="rId569" Type="http://schemas.openxmlformats.org/officeDocument/2006/relationships/image" Target="../media/image550.png"/><Relationship Id="rId776" Type="http://schemas.openxmlformats.org/officeDocument/2006/relationships/customXml" Target="../ink/ink400.xml"/><Relationship Id="rId983" Type="http://schemas.openxmlformats.org/officeDocument/2006/relationships/image" Target="../media/image750.png"/><Relationship Id="rId331" Type="http://schemas.openxmlformats.org/officeDocument/2006/relationships/image" Target="../media/image437.png"/><Relationship Id="rId429" Type="http://schemas.openxmlformats.org/officeDocument/2006/relationships/customXml" Target="../ink/ink219.xml"/><Relationship Id="rId636" Type="http://schemas.openxmlformats.org/officeDocument/2006/relationships/customXml" Target="../ink/ink328.xml"/><Relationship Id="rId1059" Type="http://schemas.openxmlformats.org/officeDocument/2006/relationships/image" Target="../media/image787.png"/><Relationship Id="rId1266" Type="http://schemas.openxmlformats.org/officeDocument/2006/relationships/customXml" Target="../ink/ink650.xml"/><Relationship Id="rId1473" Type="http://schemas.openxmlformats.org/officeDocument/2006/relationships/image" Target="../media/image985.png"/><Relationship Id="rId843" Type="http://schemas.openxmlformats.org/officeDocument/2006/relationships/image" Target="../media/image683.png"/><Relationship Id="rId1126" Type="http://schemas.openxmlformats.org/officeDocument/2006/relationships/customXml" Target="../ink/ink580.xml"/><Relationship Id="rId275" Type="http://schemas.openxmlformats.org/officeDocument/2006/relationships/customXml" Target="../ink/ink139.xml"/><Relationship Id="rId482" Type="http://schemas.openxmlformats.org/officeDocument/2006/relationships/customXml" Target="../ink/ink247.xml"/><Relationship Id="rId703" Type="http://schemas.openxmlformats.org/officeDocument/2006/relationships/image" Target="../media/image614.png"/><Relationship Id="rId910" Type="http://schemas.openxmlformats.org/officeDocument/2006/relationships/customXml" Target="../ink/ink469.xml"/><Relationship Id="rId1333" Type="http://schemas.openxmlformats.org/officeDocument/2006/relationships/image" Target="../media/image918.png"/><Relationship Id="rId135" Type="http://schemas.openxmlformats.org/officeDocument/2006/relationships/image" Target="../media/image341.png"/><Relationship Id="rId342" Type="http://schemas.openxmlformats.org/officeDocument/2006/relationships/customXml" Target="../ink/ink173.xml"/><Relationship Id="rId787" Type="http://schemas.openxmlformats.org/officeDocument/2006/relationships/image" Target="../media/image655.png"/><Relationship Id="rId994" Type="http://schemas.openxmlformats.org/officeDocument/2006/relationships/customXml" Target="../ink/ink512.xml"/><Relationship Id="rId1400" Type="http://schemas.openxmlformats.org/officeDocument/2006/relationships/customXml" Target="../ink/ink716.xml"/><Relationship Id="rId202" Type="http://schemas.openxmlformats.org/officeDocument/2006/relationships/customXml" Target="../ink/ink102.xml"/><Relationship Id="rId647" Type="http://schemas.openxmlformats.org/officeDocument/2006/relationships/customXml" Target="../ink/ink334.xml"/><Relationship Id="rId854" Type="http://schemas.openxmlformats.org/officeDocument/2006/relationships/image" Target="../media/image688.png"/><Relationship Id="rId1277" Type="http://schemas.openxmlformats.org/officeDocument/2006/relationships/image" Target="../media/image890.png"/><Relationship Id="rId1484" Type="http://schemas.openxmlformats.org/officeDocument/2006/relationships/image" Target="../media/image990.png"/><Relationship Id="rId286" Type="http://schemas.openxmlformats.org/officeDocument/2006/relationships/customXml" Target="../ink/ink145.xml"/><Relationship Id="rId493" Type="http://schemas.openxmlformats.org/officeDocument/2006/relationships/customXml" Target="../ink/ink253.xml"/><Relationship Id="rId507" Type="http://schemas.openxmlformats.org/officeDocument/2006/relationships/image" Target="../media/image520.png"/><Relationship Id="rId714" Type="http://schemas.openxmlformats.org/officeDocument/2006/relationships/customXml" Target="../ink/ink368.xml"/><Relationship Id="rId921" Type="http://schemas.openxmlformats.org/officeDocument/2006/relationships/image" Target="../media/image720.png"/><Relationship Id="rId1137" Type="http://schemas.openxmlformats.org/officeDocument/2006/relationships/image" Target="../media/image825.png"/><Relationship Id="rId1344" Type="http://schemas.openxmlformats.org/officeDocument/2006/relationships/image" Target="../media/image923.png"/><Relationship Id="rId50" Type="http://schemas.openxmlformats.org/officeDocument/2006/relationships/customXml" Target="../ink/ink25.xml"/><Relationship Id="rId146" Type="http://schemas.openxmlformats.org/officeDocument/2006/relationships/image" Target="../media/image346.png"/><Relationship Id="rId353" Type="http://schemas.openxmlformats.org/officeDocument/2006/relationships/customXml" Target="../ink/ink179.xml"/><Relationship Id="rId560" Type="http://schemas.openxmlformats.org/officeDocument/2006/relationships/customXml" Target="../ink/ink288.xml"/><Relationship Id="rId798" Type="http://schemas.openxmlformats.org/officeDocument/2006/relationships/customXml" Target="../ink/ink411.xml"/><Relationship Id="rId1190" Type="http://schemas.openxmlformats.org/officeDocument/2006/relationships/customXml" Target="../ink/ink613.xml"/><Relationship Id="rId1411" Type="http://schemas.openxmlformats.org/officeDocument/2006/relationships/image" Target="../media/image955.png"/><Relationship Id="rId213" Type="http://schemas.openxmlformats.org/officeDocument/2006/relationships/image" Target="../media/image379.png"/><Relationship Id="rId420" Type="http://schemas.openxmlformats.org/officeDocument/2006/relationships/customXml" Target="../ink/ink214.xml"/><Relationship Id="rId658" Type="http://schemas.openxmlformats.org/officeDocument/2006/relationships/image" Target="../media/image592.png"/><Relationship Id="rId865" Type="http://schemas.openxmlformats.org/officeDocument/2006/relationships/customXml" Target="../ink/ink445.xml"/><Relationship Id="rId1050" Type="http://schemas.openxmlformats.org/officeDocument/2006/relationships/customXml" Target="../ink/ink541.xml"/><Relationship Id="rId1288" Type="http://schemas.openxmlformats.org/officeDocument/2006/relationships/customXml" Target="../ink/ink662.xml"/><Relationship Id="rId1495" Type="http://schemas.openxmlformats.org/officeDocument/2006/relationships/customXml" Target="../ink/ink763.xml"/><Relationship Id="rId1509" Type="http://schemas.openxmlformats.org/officeDocument/2006/relationships/image" Target="../media/image1002.png"/><Relationship Id="rId297" Type="http://schemas.openxmlformats.org/officeDocument/2006/relationships/image" Target="../media/image420.png"/><Relationship Id="rId518" Type="http://schemas.openxmlformats.org/officeDocument/2006/relationships/customXml" Target="../ink/ink266.xml"/><Relationship Id="rId725" Type="http://schemas.openxmlformats.org/officeDocument/2006/relationships/image" Target="../media/image625.png"/><Relationship Id="rId932" Type="http://schemas.openxmlformats.org/officeDocument/2006/relationships/image" Target="../media/image725.png"/><Relationship Id="rId1148" Type="http://schemas.openxmlformats.org/officeDocument/2006/relationships/customXml" Target="../ink/ink591.xml"/><Relationship Id="rId1355" Type="http://schemas.openxmlformats.org/officeDocument/2006/relationships/image" Target="../media/image928.png"/><Relationship Id="rId157" Type="http://schemas.openxmlformats.org/officeDocument/2006/relationships/customXml" Target="../ink/ink79.xml"/><Relationship Id="rId364" Type="http://schemas.openxmlformats.org/officeDocument/2006/relationships/customXml" Target="../ink/ink185.xml"/><Relationship Id="rId1008" Type="http://schemas.openxmlformats.org/officeDocument/2006/relationships/customXml" Target="../ink/ink519.xml"/><Relationship Id="rId1215" Type="http://schemas.openxmlformats.org/officeDocument/2006/relationships/image" Target="../media/image863.png"/><Relationship Id="rId1422" Type="http://schemas.openxmlformats.org/officeDocument/2006/relationships/customXml" Target="../ink/ink727.xml"/><Relationship Id="rId61" Type="http://schemas.openxmlformats.org/officeDocument/2006/relationships/image" Target="../media/image304.png"/><Relationship Id="rId571" Type="http://schemas.openxmlformats.org/officeDocument/2006/relationships/customXml" Target="../ink/ink294.xml"/><Relationship Id="rId669" Type="http://schemas.openxmlformats.org/officeDocument/2006/relationships/image" Target="../media/image597.png"/><Relationship Id="rId876" Type="http://schemas.openxmlformats.org/officeDocument/2006/relationships/image" Target="../media/image699.png"/><Relationship Id="rId1299" Type="http://schemas.openxmlformats.org/officeDocument/2006/relationships/image" Target="../media/image901.png"/><Relationship Id="rId19" Type="http://schemas.openxmlformats.org/officeDocument/2006/relationships/image" Target="../media/image190.png"/><Relationship Id="rId224" Type="http://schemas.openxmlformats.org/officeDocument/2006/relationships/customXml" Target="../ink/ink113.xml"/><Relationship Id="rId431" Type="http://schemas.openxmlformats.org/officeDocument/2006/relationships/customXml" Target="../ink/ink220.xml"/><Relationship Id="rId529" Type="http://schemas.openxmlformats.org/officeDocument/2006/relationships/customXml" Target="../ink/ink272.xml"/><Relationship Id="rId736" Type="http://schemas.openxmlformats.org/officeDocument/2006/relationships/image" Target="../media/image630.png"/><Relationship Id="rId1061" Type="http://schemas.openxmlformats.org/officeDocument/2006/relationships/image" Target="../media/image788.png"/><Relationship Id="rId1159" Type="http://schemas.openxmlformats.org/officeDocument/2006/relationships/image" Target="../media/image836.png"/><Relationship Id="rId1366" Type="http://schemas.openxmlformats.org/officeDocument/2006/relationships/customXml" Target="../ink/ink703.xml"/><Relationship Id="rId168" Type="http://schemas.openxmlformats.org/officeDocument/2006/relationships/image" Target="../media/image357.png"/><Relationship Id="rId943" Type="http://schemas.openxmlformats.org/officeDocument/2006/relationships/customXml" Target="../ink/ink486.xml"/><Relationship Id="rId1019" Type="http://schemas.openxmlformats.org/officeDocument/2006/relationships/image" Target="../media/image768.png"/><Relationship Id="rId72" Type="http://schemas.openxmlformats.org/officeDocument/2006/relationships/customXml" Target="../ink/ink36.xml"/><Relationship Id="rId375" Type="http://schemas.openxmlformats.org/officeDocument/2006/relationships/customXml" Target="../ink/ink191.xml"/><Relationship Id="rId582" Type="http://schemas.openxmlformats.org/officeDocument/2006/relationships/image" Target="../media/image556.png"/><Relationship Id="rId803" Type="http://schemas.openxmlformats.org/officeDocument/2006/relationships/image" Target="../media/image663.png"/><Relationship Id="rId1226" Type="http://schemas.openxmlformats.org/officeDocument/2006/relationships/customXml" Target="../ink/ink629.xml"/><Relationship Id="rId1433" Type="http://schemas.openxmlformats.org/officeDocument/2006/relationships/image" Target="../media/image966.png"/><Relationship Id="rId3" Type="http://schemas.openxmlformats.org/officeDocument/2006/relationships/image" Target="../media/image278.png"/><Relationship Id="rId235" Type="http://schemas.openxmlformats.org/officeDocument/2006/relationships/image" Target="../media/image390.png"/><Relationship Id="rId442" Type="http://schemas.openxmlformats.org/officeDocument/2006/relationships/image" Target="../media/image490.png"/><Relationship Id="rId887" Type="http://schemas.openxmlformats.org/officeDocument/2006/relationships/customXml" Target="../ink/ink456.xml"/><Relationship Id="rId1072" Type="http://schemas.openxmlformats.org/officeDocument/2006/relationships/customXml" Target="../ink/ink552.xml"/><Relationship Id="rId1500" Type="http://schemas.openxmlformats.org/officeDocument/2006/relationships/customXml" Target="../ink/ink766.xml"/><Relationship Id="rId302" Type="http://schemas.openxmlformats.org/officeDocument/2006/relationships/customXml" Target="../ink/ink153.xml"/><Relationship Id="rId747" Type="http://schemas.openxmlformats.org/officeDocument/2006/relationships/customXml" Target="../ink/ink385.xml"/><Relationship Id="rId954" Type="http://schemas.openxmlformats.org/officeDocument/2006/relationships/customXml" Target="../ink/ink492.xml"/><Relationship Id="rId1377" Type="http://schemas.openxmlformats.org/officeDocument/2006/relationships/image" Target="../media/image938.png"/><Relationship Id="rId83" Type="http://schemas.openxmlformats.org/officeDocument/2006/relationships/image" Target="../media/image315.png"/><Relationship Id="rId179" Type="http://schemas.openxmlformats.org/officeDocument/2006/relationships/customXml" Target="../ink/ink90.xml"/><Relationship Id="rId386" Type="http://schemas.openxmlformats.org/officeDocument/2006/relationships/image" Target="../media/image463.png"/><Relationship Id="rId593" Type="http://schemas.openxmlformats.org/officeDocument/2006/relationships/image" Target="../media/image561.png"/><Relationship Id="rId607" Type="http://schemas.openxmlformats.org/officeDocument/2006/relationships/image" Target="../media/image568.png"/><Relationship Id="rId814" Type="http://schemas.openxmlformats.org/officeDocument/2006/relationships/customXml" Target="../ink/ink419.xml"/><Relationship Id="rId1237" Type="http://schemas.openxmlformats.org/officeDocument/2006/relationships/image" Target="../media/image872.png"/><Relationship Id="rId1444" Type="http://schemas.openxmlformats.org/officeDocument/2006/relationships/customXml" Target="../ink/ink736.xml"/><Relationship Id="rId246" Type="http://schemas.openxmlformats.org/officeDocument/2006/relationships/image" Target="../media/image395.png"/><Relationship Id="rId453" Type="http://schemas.openxmlformats.org/officeDocument/2006/relationships/image" Target="../media/image495.png"/><Relationship Id="rId660" Type="http://schemas.openxmlformats.org/officeDocument/2006/relationships/image" Target="../media/image593.png"/><Relationship Id="rId898" Type="http://schemas.openxmlformats.org/officeDocument/2006/relationships/image" Target="../media/image710.png"/><Relationship Id="rId1083" Type="http://schemas.openxmlformats.org/officeDocument/2006/relationships/image" Target="../media/image799.png"/><Relationship Id="rId1290" Type="http://schemas.openxmlformats.org/officeDocument/2006/relationships/customXml" Target="../ink/ink663.xml"/><Relationship Id="rId1304" Type="http://schemas.openxmlformats.org/officeDocument/2006/relationships/customXml" Target="../ink/ink670.xml"/><Relationship Id="rId1511" Type="http://schemas.openxmlformats.org/officeDocument/2006/relationships/image" Target="../media/image1003.png"/><Relationship Id="rId106" Type="http://schemas.openxmlformats.org/officeDocument/2006/relationships/customXml" Target="../ink/ink53.xml"/><Relationship Id="rId313" Type="http://schemas.openxmlformats.org/officeDocument/2006/relationships/image" Target="../media/image428.png"/><Relationship Id="rId758" Type="http://schemas.openxmlformats.org/officeDocument/2006/relationships/image" Target="../media/image641.png"/><Relationship Id="rId965" Type="http://schemas.openxmlformats.org/officeDocument/2006/relationships/image" Target="../media/image741.png"/><Relationship Id="rId1150" Type="http://schemas.openxmlformats.org/officeDocument/2006/relationships/customXml" Target="../ink/ink592.xml"/><Relationship Id="rId10" Type="http://schemas.openxmlformats.org/officeDocument/2006/relationships/customXml" Target="../ink/ink5.xml"/><Relationship Id="rId94" Type="http://schemas.openxmlformats.org/officeDocument/2006/relationships/customXml" Target="../ink/ink47.xml"/><Relationship Id="rId397" Type="http://schemas.openxmlformats.org/officeDocument/2006/relationships/image" Target="../media/image468.png"/><Relationship Id="rId520" Type="http://schemas.openxmlformats.org/officeDocument/2006/relationships/customXml" Target="../ink/ink267.xml"/><Relationship Id="rId618" Type="http://schemas.openxmlformats.org/officeDocument/2006/relationships/image" Target="../media/image573.png"/><Relationship Id="rId825" Type="http://schemas.openxmlformats.org/officeDocument/2006/relationships/image" Target="../media/image674.png"/><Relationship Id="rId1248" Type="http://schemas.openxmlformats.org/officeDocument/2006/relationships/customXml" Target="../ink/ink640.xml"/><Relationship Id="rId1455" Type="http://schemas.openxmlformats.org/officeDocument/2006/relationships/customXml" Target="../ink/ink742.xml"/><Relationship Id="rId257" Type="http://schemas.openxmlformats.org/officeDocument/2006/relationships/customXml" Target="../ink/ink130.xml"/><Relationship Id="rId464" Type="http://schemas.openxmlformats.org/officeDocument/2006/relationships/image" Target="../media/image500.png"/><Relationship Id="rId1010" Type="http://schemas.openxmlformats.org/officeDocument/2006/relationships/customXml" Target="../ink/ink520.xml"/><Relationship Id="rId1094" Type="http://schemas.openxmlformats.org/officeDocument/2006/relationships/customXml" Target="../ink/ink563.xml"/><Relationship Id="rId1108" Type="http://schemas.openxmlformats.org/officeDocument/2006/relationships/image" Target="../media/image811.png"/><Relationship Id="rId1315" Type="http://schemas.openxmlformats.org/officeDocument/2006/relationships/image" Target="../media/image909.png"/><Relationship Id="rId117" Type="http://schemas.openxmlformats.org/officeDocument/2006/relationships/image" Target="../media/image332.png"/><Relationship Id="rId671" Type="http://schemas.openxmlformats.org/officeDocument/2006/relationships/image" Target="../media/image598.png"/><Relationship Id="rId769" Type="http://schemas.openxmlformats.org/officeDocument/2006/relationships/image" Target="../media/image646.png"/><Relationship Id="rId976" Type="http://schemas.openxmlformats.org/officeDocument/2006/relationships/customXml" Target="../ink/ink503.xml"/><Relationship Id="rId1399" Type="http://schemas.openxmlformats.org/officeDocument/2006/relationships/image" Target="../media/image949.png"/><Relationship Id="rId324" Type="http://schemas.openxmlformats.org/officeDocument/2006/relationships/customXml" Target="../ink/ink164.xml"/><Relationship Id="rId531" Type="http://schemas.openxmlformats.org/officeDocument/2006/relationships/customXml" Target="../ink/ink273.xml"/><Relationship Id="rId629" Type="http://schemas.openxmlformats.org/officeDocument/2006/relationships/image" Target="../media/image578.png"/><Relationship Id="rId1161" Type="http://schemas.openxmlformats.org/officeDocument/2006/relationships/customXml" Target="../ink/ink598.xml"/><Relationship Id="rId1259" Type="http://schemas.openxmlformats.org/officeDocument/2006/relationships/image" Target="../media/image882.png"/><Relationship Id="rId1466" Type="http://schemas.openxmlformats.org/officeDocument/2006/relationships/customXml" Target="../ink/ink748.xml"/><Relationship Id="rId836" Type="http://schemas.openxmlformats.org/officeDocument/2006/relationships/customXml" Target="../ink/ink430.xml"/><Relationship Id="rId1021" Type="http://schemas.openxmlformats.org/officeDocument/2006/relationships/image" Target="../media/image769.png"/><Relationship Id="rId1119" Type="http://schemas.openxmlformats.org/officeDocument/2006/relationships/image" Target="../media/image816.png"/><Relationship Id="rId903" Type="http://schemas.openxmlformats.org/officeDocument/2006/relationships/customXml" Target="../ink/ink465.xml"/><Relationship Id="rId1326" Type="http://schemas.openxmlformats.org/officeDocument/2006/relationships/customXml" Target="../ink/ink681.xml"/><Relationship Id="rId32" Type="http://schemas.openxmlformats.org/officeDocument/2006/relationships/customXml" Target="../ink/ink16.xml"/><Relationship Id="rId181" Type="http://schemas.openxmlformats.org/officeDocument/2006/relationships/image" Target="../media/image363.png"/><Relationship Id="rId279" Type="http://schemas.openxmlformats.org/officeDocument/2006/relationships/customXml" Target="../ink/ink141.xml"/><Relationship Id="rId486" Type="http://schemas.openxmlformats.org/officeDocument/2006/relationships/customXml" Target="../ink/ink249.xml"/><Relationship Id="rId693" Type="http://schemas.openxmlformats.org/officeDocument/2006/relationships/image" Target="../media/image609.png"/><Relationship Id="rId139" Type="http://schemas.openxmlformats.org/officeDocument/2006/relationships/image" Target="../media/image343.png"/><Relationship Id="rId346" Type="http://schemas.openxmlformats.org/officeDocument/2006/relationships/image" Target="../media/image444.png"/><Relationship Id="rId553" Type="http://schemas.openxmlformats.org/officeDocument/2006/relationships/customXml" Target="../ink/ink284.xml"/><Relationship Id="rId760" Type="http://schemas.openxmlformats.org/officeDocument/2006/relationships/customXml" Target="../ink/ink392.xml"/><Relationship Id="rId998" Type="http://schemas.openxmlformats.org/officeDocument/2006/relationships/customXml" Target="../ink/ink514.xml"/><Relationship Id="rId1183" Type="http://schemas.openxmlformats.org/officeDocument/2006/relationships/image" Target="../media/image847.png"/><Relationship Id="rId206" Type="http://schemas.openxmlformats.org/officeDocument/2006/relationships/customXml" Target="../ink/ink104.xml"/><Relationship Id="rId413" Type="http://schemas.openxmlformats.org/officeDocument/2006/relationships/image" Target="../media/image476.png"/><Relationship Id="rId858" Type="http://schemas.openxmlformats.org/officeDocument/2006/relationships/image" Target="../media/image690.png"/><Relationship Id="rId1043" Type="http://schemas.openxmlformats.org/officeDocument/2006/relationships/image" Target="../media/image779.png"/><Relationship Id="rId1488" Type="http://schemas.openxmlformats.org/officeDocument/2006/relationships/image" Target="../media/image992.png"/><Relationship Id="rId620" Type="http://schemas.openxmlformats.org/officeDocument/2006/relationships/customXml" Target="../ink/ink320.xml"/><Relationship Id="rId718" Type="http://schemas.openxmlformats.org/officeDocument/2006/relationships/customXml" Target="../ink/ink370.xml"/><Relationship Id="rId925" Type="http://schemas.openxmlformats.org/officeDocument/2006/relationships/image" Target="../media/image722.png"/><Relationship Id="rId1250" Type="http://schemas.openxmlformats.org/officeDocument/2006/relationships/customXml" Target="../ink/ink641.xml"/><Relationship Id="rId1348" Type="http://schemas.openxmlformats.org/officeDocument/2006/relationships/image" Target="../media/image925.png"/><Relationship Id="rId1110" Type="http://schemas.openxmlformats.org/officeDocument/2006/relationships/image" Target="../media/image812.png"/><Relationship Id="rId1208" Type="http://schemas.openxmlformats.org/officeDocument/2006/relationships/customXml" Target="../ink/ink618.xml"/><Relationship Id="rId1415" Type="http://schemas.openxmlformats.org/officeDocument/2006/relationships/image" Target="../media/image957.png"/><Relationship Id="rId54" Type="http://schemas.openxmlformats.org/officeDocument/2006/relationships/customXml" Target="../ink/ink27.xml"/><Relationship Id="rId270" Type="http://schemas.openxmlformats.org/officeDocument/2006/relationships/image" Target="../media/image407.png"/><Relationship Id="rId130" Type="http://schemas.openxmlformats.org/officeDocument/2006/relationships/customXml" Target="../ink/ink65.xml"/><Relationship Id="rId368" Type="http://schemas.openxmlformats.org/officeDocument/2006/relationships/customXml" Target="../ink/ink187.xml"/><Relationship Id="rId575" Type="http://schemas.openxmlformats.org/officeDocument/2006/relationships/customXml" Target="../ink/ink296.xml"/><Relationship Id="rId782" Type="http://schemas.openxmlformats.org/officeDocument/2006/relationships/customXml" Target="../ink/ink403.xml"/><Relationship Id="rId228" Type="http://schemas.openxmlformats.org/officeDocument/2006/relationships/customXml" Target="../ink/ink115.xml"/><Relationship Id="rId435" Type="http://schemas.openxmlformats.org/officeDocument/2006/relationships/customXml" Target="../ink/ink222.xml"/><Relationship Id="rId642" Type="http://schemas.openxmlformats.org/officeDocument/2006/relationships/image" Target="../media/image584.png"/><Relationship Id="rId1065" Type="http://schemas.openxmlformats.org/officeDocument/2006/relationships/image" Target="../media/image790.png"/><Relationship Id="rId1272" Type="http://schemas.openxmlformats.org/officeDocument/2006/relationships/image" Target="../media/image888.png"/><Relationship Id="rId502" Type="http://schemas.openxmlformats.org/officeDocument/2006/relationships/customXml" Target="../ink/ink258.xml"/><Relationship Id="rId947" Type="http://schemas.openxmlformats.org/officeDocument/2006/relationships/customXml" Target="../ink/ink488.xml"/><Relationship Id="rId1132" Type="http://schemas.openxmlformats.org/officeDocument/2006/relationships/customXml" Target="../ink/ink583.xml"/><Relationship Id="rId76" Type="http://schemas.openxmlformats.org/officeDocument/2006/relationships/customXml" Target="../ink/ink38.xml"/><Relationship Id="rId807" Type="http://schemas.openxmlformats.org/officeDocument/2006/relationships/image" Target="../media/image665.png"/><Relationship Id="rId1437" Type="http://schemas.openxmlformats.org/officeDocument/2006/relationships/image" Target="../media/image968.png"/><Relationship Id="rId1504" Type="http://schemas.openxmlformats.org/officeDocument/2006/relationships/customXml" Target="../ink/ink768.xml"/><Relationship Id="rId292" Type="http://schemas.openxmlformats.org/officeDocument/2006/relationships/customXml" Target="../ink/ink148.xml"/><Relationship Id="rId597" Type="http://schemas.openxmlformats.org/officeDocument/2006/relationships/image" Target="../media/image563.png"/><Relationship Id="rId152" Type="http://schemas.openxmlformats.org/officeDocument/2006/relationships/image" Target="../media/image349.png"/><Relationship Id="rId457" Type="http://schemas.openxmlformats.org/officeDocument/2006/relationships/image" Target="../media/image497.png"/><Relationship Id="rId1087" Type="http://schemas.openxmlformats.org/officeDocument/2006/relationships/image" Target="../media/image801.png"/><Relationship Id="rId1294" Type="http://schemas.openxmlformats.org/officeDocument/2006/relationships/customXml" Target="../ink/ink665.xml"/><Relationship Id="rId664" Type="http://schemas.openxmlformats.org/officeDocument/2006/relationships/customXml" Target="../ink/ink343.xml"/><Relationship Id="rId871" Type="http://schemas.openxmlformats.org/officeDocument/2006/relationships/customXml" Target="../ink/ink448.xml"/><Relationship Id="rId969" Type="http://schemas.openxmlformats.org/officeDocument/2006/relationships/image" Target="../media/image743.png"/><Relationship Id="rId317" Type="http://schemas.openxmlformats.org/officeDocument/2006/relationships/image" Target="../media/image430.png"/><Relationship Id="rId524" Type="http://schemas.openxmlformats.org/officeDocument/2006/relationships/customXml" Target="../ink/ink269.xml"/><Relationship Id="rId731" Type="http://schemas.openxmlformats.org/officeDocument/2006/relationships/customXml" Target="../ink/ink377.xml"/><Relationship Id="rId1154" Type="http://schemas.openxmlformats.org/officeDocument/2006/relationships/customXml" Target="../ink/ink594.xml"/><Relationship Id="rId1361" Type="http://schemas.openxmlformats.org/officeDocument/2006/relationships/customXml" Target="../ink/ink700.xml"/><Relationship Id="rId1459" Type="http://schemas.openxmlformats.org/officeDocument/2006/relationships/customXml" Target="../ink/ink744.xml"/><Relationship Id="rId98" Type="http://schemas.openxmlformats.org/officeDocument/2006/relationships/customXml" Target="../ink/ink49.xml"/><Relationship Id="rId829" Type="http://schemas.openxmlformats.org/officeDocument/2006/relationships/image" Target="../media/image676.png"/><Relationship Id="rId1014" Type="http://schemas.openxmlformats.org/officeDocument/2006/relationships/customXml" Target="../ink/ink522.xml"/><Relationship Id="rId1221" Type="http://schemas.openxmlformats.org/officeDocument/2006/relationships/image" Target="../media/image866.png"/><Relationship Id="rId1319" Type="http://schemas.openxmlformats.org/officeDocument/2006/relationships/image" Target="../media/image911.png"/><Relationship Id="rId25" Type="http://schemas.openxmlformats.org/officeDocument/2006/relationships/image" Target="../media/image287.png"/><Relationship Id="rId174" Type="http://schemas.openxmlformats.org/officeDocument/2006/relationships/image" Target="../media/image360.png"/><Relationship Id="rId381" Type="http://schemas.openxmlformats.org/officeDocument/2006/relationships/customXml" Target="../ink/ink194.xml"/><Relationship Id="rId241" Type="http://schemas.openxmlformats.org/officeDocument/2006/relationships/image" Target="../media/image393.png"/><Relationship Id="rId479" Type="http://schemas.openxmlformats.org/officeDocument/2006/relationships/image" Target="../media/image507.png"/><Relationship Id="rId686" Type="http://schemas.openxmlformats.org/officeDocument/2006/relationships/customXml" Target="../ink/ink354.xml"/><Relationship Id="rId893" Type="http://schemas.openxmlformats.org/officeDocument/2006/relationships/customXml" Target="../ink/ink459.xml"/><Relationship Id="rId339" Type="http://schemas.openxmlformats.org/officeDocument/2006/relationships/image" Target="../media/image441.png"/><Relationship Id="rId546" Type="http://schemas.openxmlformats.org/officeDocument/2006/relationships/image" Target="../media/image539.png"/><Relationship Id="rId753" Type="http://schemas.openxmlformats.org/officeDocument/2006/relationships/customXml" Target="../ink/ink388.xml"/><Relationship Id="rId1176" Type="http://schemas.openxmlformats.org/officeDocument/2006/relationships/customXml" Target="../ink/ink606.xml"/><Relationship Id="rId1383" Type="http://schemas.openxmlformats.org/officeDocument/2006/relationships/image" Target="../media/image941.png"/><Relationship Id="rId101" Type="http://schemas.openxmlformats.org/officeDocument/2006/relationships/image" Target="../media/image324.png"/><Relationship Id="rId406" Type="http://schemas.openxmlformats.org/officeDocument/2006/relationships/customXml" Target="../ink/ink207.xml"/><Relationship Id="rId960" Type="http://schemas.openxmlformats.org/officeDocument/2006/relationships/customXml" Target="../ink/ink495.xml"/><Relationship Id="rId1036" Type="http://schemas.openxmlformats.org/officeDocument/2006/relationships/customXml" Target="../ink/ink534.xml"/><Relationship Id="rId1243" Type="http://schemas.openxmlformats.org/officeDocument/2006/relationships/image" Target="../media/image875.png"/><Relationship Id="rId613" Type="http://schemas.openxmlformats.org/officeDocument/2006/relationships/customXml" Target="../ink/ink316.xml"/><Relationship Id="rId820" Type="http://schemas.openxmlformats.org/officeDocument/2006/relationships/customXml" Target="../ink/ink422.xml"/><Relationship Id="rId918" Type="http://schemas.openxmlformats.org/officeDocument/2006/relationships/customXml" Target="../ink/ink473.xml"/><Relationship Id="rId1450" Type="http://schemas.openxmlformats.org/officeDocument/2006/relationships/customXml" Target="../ink/ink739.xml"/><Relationship Id="rId1103" Type="http://schemas.openxmlformats.org/officeDocument/2006/relationships/customXml" Target="../ink/ink568.xml"/><Relationship Id="rId1310" Type="http://schemas.openxmlformats.org/officeDocument/2006/relationships/customXml" Target="../ink/ink673.xml"/><Relationship Id="rId1408" Type="http://schemas.openxmlformats.org/officeDocument/2006/relationships/customXml" Target="../ink/ink720.xml"/><Relationship Id="rId47" Type="http://schemas.openxmlformats.org/officeDocument/2006/relationships/image" Target="../media/image298.png"/><Relationship Id="rId196" Type="http://schemas.openxmlformats.org/officeDocument/2006/relationships/customXml" Target="../ink/ink99.xml"/><Relationship Id="rId263" Type="http://schemas.openxmlformats.org/officeDocument/2006/relationships/customXml" Target="../ink/ink133.xml"/><Relationship Id="rId470" Type="http://schemas.openxmlformats.org/officeDocument/2006/relationships/image" Target="../media/image503.png"/><Relationship Id="rId123" Type="http://schemas.openxmlformats.org/officeDocument/2006/relationships/image" Target="../media/image335.png"/><Relationship Id="rId330" Type="http://schemas.openxmlformats.org/officeDocument/2006/relationships/customXml" Target="../ink/ink167.xml"/><Relationship Id="rId568" Type="http://schemas.openxmlformats.org/officeDocument/2006/relationships/customXml" Target="../ink/ink292.xml"/><Relationship Id="rId775" Type="http://schemas.openxmlformats.org/officeDocument/2006/relationships/image" Target="../media/image649.png"/><Relationship Id="rId982" Type="http://schemas.openxmlformats.org/officeDocument/2006/relationships/customXml" Target="../ink/ink506.xml"/><Relationship Id="rId1198" Type="http://schemas.openxmlformats.org/officeDocument/2006/relationships/customXml" Target="../ink/ink617.xml"/><Relationship Id="rId428" Type="http://schemas.openxmlformats.org/officeDocument/2006/relationships/image" Target="../media/image483.png"/><Relationship Id="rId635" Type="http://schemas.openxmlformats.org/officeDocument/2006/relationships/image" Target="../media/image581.png"/><Relationship Id="rId842" Type="http://schemas.openxmlformats.org/officeDocument/2006/relationships/customXml" Target="../ink/ink433.xml"/><Relationship Id="rId1058" Type="http://schemas.openxmlformats.org/officeDocument/2006/relationships/customXml" Target="../ink/ink545.xml"/><Relationship Id="rId1265" Type="http://schemas.openxmlformats.org/officeDocument/2006/relationships/image" Target="../media/image885.png"/><Relationship Id="rId1472" Type="http://schemas.openxmlformats.org/officeDocument/2006/relationships/customXml" Target="../ink/ink751.xml"/><Relationship Id="rId702" Type="http://schemas.openxmlformats.org/officeDocument/2006/relationships/customXml" Target="../ink/ink362.xml"/><Relationship Id="rId1125" Type="http://schemas.openxmlformats.org/officeDocument/2006/relationships/image" Target="../media/image819.png"/><Relationship Id="rId1332" Type="http://schemas.openxmlformats.org/officeDocument/2006/relationships/customXml" Target="../ink/ink684.xml"/><Relationship Id="rId69" Type="http://schemas.openxmlformats.org/officeDocument/2006/relationships/image" Target="../media/image308.png"/><Relationship Id="rId285" Type="http://schemas.openxmlformats.org/officeDocument/2006/relationships/customXml" Target="../ink/ink144.xml"/><Relationship Id="rId492" Type="http://schemas.openxmlformats.org/officeDocument/2006/relationships/customXml" Target="../ink/ink252.xml"/><Relationship Id="rId797" Type="http://schemas.openxmlformats.org/officeDocument/2006/relationships/image" Target="../media/image660.png"/><Relationship Id="rId145" Type="http://schemas.openxmlformats.org/officeDocument/2006/relationships/customXml" Target="../ink/ink73.xml"/><Relationship Id="rId352" Type="http://schemas.openxmlformats.org/officeDocument/2006/relationships/image" Target="../media/image447.png"/><Relationship Id="rId1287" Type="http://schemas.openxmlformats.org/officeDocument/2006/relationships/image" Target="../media/image895.png"/><Relationship Id="rId212" Type="http://schemas.openxmlformats.org/officeDocument/2006/relationships/customXml" Target="../ink/ink107.xml"/><Relationship Id="rId657" Type="http://schemas.openxmlformats.org/officeDocument/2006/relationships/customXml" Target="../ink/ink339.xml"/><Relationship Id="rId864" Type="http://schemas.openxmlformats.org/officeDocument/2006/relationships/image" Target="../media/image693.png"/><Relationship Id="rId1494" Type="http://schemas.openxmlformats.org/officeDocument/2006/relationships/image" Target="../media/image995.png"/><Relationship Id="rId517" Type="http://schemas.openxmlformats.org/officeDocument/2006/relationships/image" Target="../media/image525.png"/><Relationship Id="rId724" Type="http://schemas.openxmlformats.org/officeDocument/2006/relationships/customXml" Target="../ink/ink373.xml"/><Relationship Id="rId931" Type="http://schemas.openxmlformats.org/officeDocument/2006/relationships/customXml" Target="../ink/ink480.xml"/><Relationship Id="rId1147" Type="http://schemas.openxmlformats.org/officeDocument/2006/relationships/image" Target="../media/image830.png"/><Relationship Id="rId1354" Type="http://schemas.openxmlformats.org/officeDocument/2006/relationships/customXml" Target="../ink/ink696.xml"/><Relationship Id="rId60" Type="http://schemas.openxmlformats.org/officeDocument/2006/relationships/customXml" Target="../ink/ink30.xml"/><Relationship Id="rId1007" Type="http://schemas.openxmlformats.org/officeDocument/2006/relationships/image" Target="../media/image762.png"/><Relationship Id="rId1214" Type="http://schemas.openxmlformats.org/officeDocument/2006/relationships/customXml" Target="../ink/ink621.xml"/><Relationship Id="rId1421" Type="http://schemas.openxmlformats.org/officeDocument/2006/relationships/image" Target="../media/image960.png"/><Relationship Id="rId18" Type="http://schemas.openxmlformats.org/officeDocument/2006/relationships/customXml" Target="../ink/ink9.xml"/><Relationship Id="rId167" Type="http://schemas.openxmlformats.org/officeDocument/2006/relationships/customXml" Target="../ink/ink84.xml"/><Relationship Id="rId374" Type="http://schemas.openxmlformats.org/officeDocument/2006/relationships/image" Target="../media/image457.png"/><Relationship Id="rId581" Type="http://schemas.openxmlformats.org/officeDocument/2006/relationships/customXml" Target="../ink/ink299.xml"/><Relationship Id="rId234" Type="http://schemas.openxmlformats.org/officeDocument/2006/relationships/customXml" Target="../ink/ink118.xml"/><Relationship Id="rId679" Type="http://schemas.openxmlformats.org/officeDocument/2006/relationships/image" Target="../media/image602.png"/><Relationship Id="rId886" Type="http://schemas.openxmlformats.org/officeDocument/2006/relationships/image" Target="../media/image704.png"/><Relationship Id="rId2" Type="http://schemas.openxmlformats.org/officeDocument/2006/relationships/customXml" Target="../ink/ink1.xml"/><Relationship Id="rId441" Type="http://schemas.openxmlformats.org/officeDocument/2006/relationships/customXml" Target="../ink/ink225.xml"/><Relationship Id="rId539" Type="http://schemas.openxmlformats.org/officeDocument/2006/relationships/customXml" Target="../ink/ink277.xml"/><Relationship Id="rId746" Type="http://schemas.openxmlformats.org/officeDocument/2006/relationships/image" Target="../media/image635.png"/><Relationship Id="rId1071" Type="http://schemas.openxmlformats.org/officeDocument/2006/relationships/image" Target="../media/image793.png"/><Relationship Id="rId1169" Type="http://schemas.openxmlformats.org/officeDocument/2006/relationships/image" Target="../media/image840.png"/><Relationship Id="rId1376" Type="http://schemas.openxmlformats.org/officeDocument/2006/relationships/customXml" Target="../ink/ink708.xml"/><Relationship Id="rId301" Type="http://schemas.openxmlformats.org/officeDocument/2006/relationships/image" Target="../media/image422.png"/><Relationship Id="rId953" Type="http://schemas.openxmlformats.org/officeDocument/2006/relationships/image" Target="../media/image735.png"/><Relationship Id="rId1029" Type="http://schemas.openxmlformats.org/officeDocument/2006/relationships/customXml" Target="../ink/ink530.xml"/><Relationship Id="rId1236" Type="http://schemas.openxmlformats.org/officeDocument/2006/relationships/customXml" Target="../ink/ink634.xml"/><Relationship Id="rId82" Type="http://schemas.openxmlformats.org/officeDocument/2006/relationships/customXml" Target="../ink/ink41.xml"/><Relationship Id="rId606" Type="http://schemas.openxmlformats.org/officeDocument/2006/relationships/customXml" Target="../ink/ink312.xml"/><Relationship Id="rId813" Type="http://schemas.openxmlformats.org/officeDocument/2006/relationships/image" Target="../media/image668.png"/><Relationship Id="rId1443" Type="http://schemas.openxmlformats.org/officeDocument/2006/relationships/image" Target="../media/image971.png"/><Relationship Id="rId1303" Type="http://schemas.openxmlformats.org/officeDocument/2006/relationships/image" Target="../media/image903.png"/><Relationship Id="rId1510" Type="http://schemas.openxmlformats.org/officeDocument/2006/relationships/customXml" Target="../ink/ink771.xml"/><Relationship Id="rId189" Type="http://schemas.openxmlformats.org/officeDocument/2006/relationships/image" Target="../media/image367.png"/><Relationship Id="rId396" Type="http://schemas.openxmlformats.org/officeDocument/2006/relationships/customXml" Target="../ink/ink202.xml"/><Relationship Id="rId256" Type="http://schemas.openxmlformats.org/officeDocument/2006/relationships/image" Target="../media/image400.png"/><Relationship Id="rId463" Type="http://schemas.openxmlformats.org/officeDocument/2006/relationships/customXml" Target="../ink/ink237.xml"/><Relationship Id="rId670" Type="http://schemas.openxmlformats.org/officeDocument/2006/relationships/customXml" Target="../ink/ink346.xml"/><Relationship Id="rId1093" Type="http://schemas.openxmlformats.org/officeDocument/2006/relationships/image" Target="../media/image804.png"/><Relationship Id="rId116" Type="http://schemas.openxmlformats.org/officeDocument/2006/relationships/customXml" Target="../ink/ink58.xml"/><Relationship Id="rId323" Type="http://schemas.openxmlformats.org/officeDocument/2006/relationships/image" Target="../media/image433.png"/><Relationship Id="rId530" Type="http://schemas.openxmlformats.org/officeDocument/2006/relationships/image" Target="../media/image531.png"/><Relationship Id="rId768" Type="http://schemas.openxmlformats.org/officeDocument/2006/relationships/customXml" Target="../ink/ink396.xml"/><Relationship Id="rId975" Type="http://schemas.openxmlformats.org/officeDocument/2006/relationships/image" Target="../media/image746.png"/><Relationship Id="rId1160" Type="http://schemas.openxmlformats.org/officeDocument/2006/relationships/customXml" Target="../ink/ink597.xml"/><Relationship Id="rId1398" Type="http://schemas.openxmlformats.org/officeDocument/2006/relationships/customXml" Target="../ink/ink715.xml"/><Relationship Id="rId628" Type="http://schemas.openxmlformats.org/officeDocument/2006/relationships/customXml" Target="../ink/ink324.xml"/><Relationship Id="rId835" Type="http://schemas.openxmlformats.org/officeDocument/2006/relationships/image" Target="../media/image679.png"/><Relationship Id="rId1258" Type="http://schemas.openxmlformats.org/officeDocument/2006/relationships/customXml" Target="../ink/ink646.xml"/><Relationship Id="rId1465" Type="http://schemas.openxmlformats.org/officeDocument/2006/relationships/customXml" Target="../ink/ink747.xml"/><Relationship Id="rId1020" Type="http://schemas.openxmlformats.org/officeDocument/2006/relationships/customXml" Target="../ink/ink525.xml"/><Relationship Id="rId1118" Type="http://schemas.openxmlformats.org/officeDocument/2006/relationships/customXml" Target="../ink/ink576.xml"/><Relationship Id="rId1325" Type="http://schemas.openxmlformats.org/officeDocument/2006/relationships/image" Target="../media/image914.png"/><Relationship Id="rId902" Type="http://schemas.openxmlformats.org/officeDocument/2006/relationships/image" Target="../media/image711.png"/><Relationship Id="rId31" Type="http://schemas.openxmlformats.org/officeDocument/2006/relationships/image" Target="../media/image290.png"/><Relationship Id="rId180" Type="http://schemas.openxmlformats.org/officeDocument/2006/relationships/customXml" Target="../ink/ink91.xml"/><Relationship Id="rId278" Type="http://schemas.openxmlformats.org/officeDocument/2006/relationships/image" Target="../media/image411.png"/><Relationship Id="rId485" Type="http://schemas.openxmlformats.org/officeDocument/2006/relationships/image" Target="../media/image510.png"/><Relationship Id="rId692" Type="http://schemas.openxmlformats.org/officeDocument/2006/relationships/customXml" Target="../ink/ink357.xml"/><Relationship Id="rId138" Type="http://schemas.openxmlformats.org/officeDocument/2006/relationships/customXml" Target="../ink/ink69.xml"/><Relationship Id="rId345" Type="http://schemas.openxmlformats.org/officeDocument/2006/relationships/customXml" Target="../ink/ink175.xml"/><Relationship Id="rId552" Type="http://schemas.openxmlformats.org/officeDocument/2006/relationships/image" Target="../media/image542.png"/><Relationship Id="rId997" Type="http://schemas.openxmlformats.org/officeDocument/2006/relationships/image" Target="../media/image757.png"/><Relationship Id="rId1182" Type="http://schemas.openxmlformats.org/officeDocument/2006/relationships/customXml" Target="../ink/ink609.xml"/><Relationship Id="rId205" Type="http://schemas.openxmlformats.org/officeDocument/2006/relationships/image" Target="../media/image375.png"/><Relationship Id="rId412" Type="http://schemas.openxmlformats.org/officeDocument/2006/relationships/customXml" Target="../ink/ink210.xml"/><Relationship Id="rId857" Type="http://schemas.openxmlformats.org/officeDocument/2006/relationships/customXml" Target="../ink/ink441.xml"/><Relationship Id="rId1042" Type="http://schemas.openxmlformats.org/officeDocument/2006/relationships/customXml" Target="../ink/ink537.xml"/><Relationship Id="rId1487" Type="http://schemas.openxmlformats.org/officeDocument/2006/relationships/customXml" Target="../ink/ink759.xml"/><Relationship Id="rId717" Type="http://schemas.openxmlformats.org/officeDocument/2006/relationships/image" Target="../media/image621.png"/><Relationship Id="rId924" Type="http://schemas.openxmlformats.org/officeDocument/2006/relationships/customXml" Target="../ink/ink476.xml"/><Relationship Id="rId1347" Type="http://schemas.openxmlformats.org/officeDocument/2006/relationships/customXml" Target="../ink/ink692.xml"/><Relationship Id="rId53" Type="http://schemas.openxmlformats.org/officeDocument/2006/relationships/image" Target="../media/image301.png"/><Relationship Id="rId1207" Type="http://schemas.openxmlformats.org/officeDocument/2006/relationships/image" Target="../media/image859.png"/><Relationship Id="rId1414" Type="http://schemas.openxmlformats.org/officeDocument/2006/relationships/customXml" Target="../ink/ink723.xml"/><Relationship Id="rId367" Type="http://schemas.openxmlformats.org/officeDocument/2006/relationships/image" Target="../media/image454.png"/><Relationship Id="rId574" Type="http://schemas.openxmlformats.org/officeDocument/2006/relationships/image" Target="../media/image552.png"/><Relationship Id="rId227" Type="http://schemas.openxmlformats.org/officeDocument/2006/relationships/image" Target="../media/image386.png"/><Relationship Id="rId781" Type="http://schemas.openxmlformats.org/officeDocument/2006/relationships/image" Target="../media/image652.png"/><Relationship Id="rId879" Type="http://schemas.openxmlformats.org/officeDocument/2006/relationships/customXml" Target="../ink/ink452.xml"/><Relationship Id="rId434" Type="http://schemas.openxmlformats.org/officeDocument/2006/relationships/image" Target="../media/image486.png"/><Relationship Id="rId641" Type="http://schemas.openxmlformats.org/officeDocument/2006/relationships/customXml" Target="../ink/ink331.xml"/><Relationship Id="rId739" Type="http://schemas.openxmlformats.org/officeDocument/2006/relationships/customXml" Target="../ink/ink381.xml"/><Relationship Id="rId1064" Type="http://schemas.openxmlformats.org/officeDocument/2006/relationships/customXml" Target="../ink/ink548.xml"/><Relationship Id="rId1271" Type="http://schemas.openxmlformats.org/officeDocument/2006/relationships/customXml" Target="../ink/ink653.xml"/><Relationship Id="rId1369" Type="http://schemas.openxmlformats.org/officeDocument/2006/relationships/image" Target="../media/image934.png"/><Relationship Id="rId501" Type="http://schemas.openxmlformats.org/officeDocument/2006/relationships/image" Target="../media/image517.png"/><Relationship Id="rId946" Type="http://schemas.openxmlformats.org/officeDocument/2006/relationships/image" Target="../media/image732.png"/><Relationship Id="rId1131" Type="http://schemas.openxmlformats.org/officeDocument/2006/relationships/image" Target="../media/image822.png"/><Relationship Id="rId1229" Type="http://schemas.openxmlformats.org/officeDocument/2006/relationships/image" Target="../media/image868.png"/><Relationship Id="rId75" Type="http://schemas.openxmlformats.org/officeDocument/2006/relationships/image" Target="../media/image311.png"/><Relationship Id="rId806" Type="http://schemas.openxmlformats.org/officeDocument/2006/relationships/customXml" Target="../ink/ink415.xml"/><Relationship Id="rId1436" Type="http://schemas.openxmlformats.org/officeDocument/2006/relationships/customXml" Target="../ink/ink734.xml"/><Relationship Id="rId1503" Type="http://schemas.openxmlformats.org/officeDocument/2006/relationships/image" Target="../media/image999.png"/><Relationship Id="rId291" Type="http://schemas.openxmlformats.org/officeDocument/2006/relationships/image" Target="../media/image417.png"/><Relationship Id="rId151" Type="http://schemas.openxmlformats.org/officeDocument/2006/relationships/customXml" Target="../ink/ink76.xml"/><Relationship Id="rId389" Type="http://schemas.openxmlformats.org/officeDocument/2006/relationships/customXml" Target="../ink/ink198.xml"/><Relationship Id="rId596" Type="http://schemas.openxmlformats.org/officeDocument/2006/relationships/customXml" Target="../ink/ink307.xml"/><Relationship Id="rId249" Type="http://schemas.openxmlformats.org/officeDocument/2006/relationships/customXml" Target="../ink/ink126.xml"/><Relationship Id="rId456" Type="http://schemas.openxmlformats.org/officeDocument/2006/relationships/customXml" Target="../ink/ink233.xml"/><Relationship Id="rId663" Type="http://schemas.openxmlformats.org/officeDocument/2006/relationships/customXml" Target="../ink/ink342.xml"/><Relationship Id="rId870" Type="http://schemas.openxmlformats.org/officeDocument/2006/relationships/image" Target="../media/image696.png"/><Relationship Id="rId1086" Type="http://schemas.openxmlformats.org/officeDocument/2006/relationships/customXml" Target="../ink/ink559.xml"/><Relationship Id="rId1293" Type="http://schemas.openxmlformats.org/officeDocument/2006/relationships/image" Target="../media/image898.png"/><Relationship Id="rId109" Type="http://schemas.openxmlformats.org/officeDocument/2006/relationships/image" Target="../media/image328.png"/><Relationship Id="rId316" Type="http://schemas.openxmlformats.org/officeDocument/2006/relationships/customXml" Target="../ink/ink160.xml"/><Relationship Id="rId523" Type="http://schemas.openxmlformats.org/officeDocument/2006/relationships/image" Target="../media/image528.png"/><Relationship Id="rId968" Type="http://schemas.openxmlformats.org/officeDocument/2006/relationships/customXml" Target="../ink/ink499.xml"/><Relationship Id="rId1153" Type="http://schemas.openxmlformats.org/officeDocument/2006/relationships/image" Target="../media/image833.png"/><Relationship Id="rId97" Type="http://schemas.openxmlformats.org/officeDocument/2006/relationships/image" Target="../media/image322.png"/><Relationship Id="rId730" Type="http://schemas.openxmlformats.org/officeDocument/2006/relationships/customXml" Target="../ink/ink376.xml"/><Relationship Id="rId828" Type="http://schemas.openxmlformats.org/officeDocument/2006/relationships/customXml" Target="../ink/ink426.xml"/><Relationship Id="rId1013" Type="http://schemas.openxmlformats.org/officeDocument/2006/relationships/image" Target="../media/image765.png"/><Relationship Id="rId1360" Type="http://schemas.openxmlformats.org/officeDocument/2006/relationships/image" Target="../media/image930.png"/><Relationship Id="rId1458" Type="http://schemas.openxmlformats.org/officeDocument/2006/relationships/image" Target="../media/image978.png"/><Relationship Id="rId1220" Type="http://schemas.openxmlformats.org/officeDocument/2006/relationships/customXml" Target="../ink/ink624.xml"/><Relationship Id="rId1318" Type="http://schemas.openxmlformats.org/officeDocument/2006/relationships/customXml" Target="../ink/ink677.xml"/><Relationship Id="rId24" Type="http://schemas.openxmlformats.org/officeDocument/2006/relationships/customXml" Target="../ink/ink12.xml"/><Relationship Id="rId173" Type="http://schemas.openxmlformats.org/officeDocument/2006/relationships/customXml" Target="../ink/ink87.xml"/><Relationship Id="rId380" Type="http://schemas.openxmlformats.org/officeDocument/2006/relationships/image" Target="../media/image460.png"/><Relationship Id="rId240" Type="http://schemas.openxmlformats.org/officeDocument/2006/relationships/customXml" Target="../ink/ink121.xml"/><Relationship Id="rId478" Type="http://schemas.openxmlformats.org/officeDocument/2006/relationships/customXml" Target="../ink/ink245.xml"/><Relationship Id="rId685" Type="http://schemas.openxmlformats.org/officeDocument/2006/relationships/image" Target="../media/image605.png"/><Relationship Id="rId892" Type="http://schemas.openxmlformats.org/officeDocument/2006/relationships/image" Target="../media/image707.png"/><Relationship Id="rId100" Type="http://schemas.openxmlformats.org/officeDocument/2006/relationships/customXml" Target="../ink/ink50.xml"/><Relationship Id="rId338" Type="http://schemas.openxmlformats.org/officeDocument/2006/relationships/customXml" Target="../ink/ink171.xml"/><Relationship Id="rId545" Type="http://schemas.openxmlformats.org/officeDocument/2006/relationships/customXml" Target="../ink/ink280.xml"/><Relationship Id="rId752" Type="http://schemas.openxmlformats.org/officeDocument/2006/relationships/image" Target="../media/image638.png"/><Relationship Id="rId1175" Type="http://schemas.openxmlformats.org/officeDocument/2006/relationships/image" Target="../media/image843.png"/><Relationship Id="rId1382" Type="http://schemas.openxmlformats.org/officeDocument/2006/relationships/customXml" Target="../ink/ink711.xml"/><Relationship Id="rId405" Type="http://schemas.openxmlformats.org/officeDocument/2006/relationships/image" Target="../media/image472.png"/><Relationship Id="rId612" Type="http://schemas.openxmlformats.org/officeDocument/2006/relationships/image" Target="../media/image570.png"/><Relationship Id="rId1035" Type="http://schemas.openxmlformats.org/officeDocument/2006/relationships/image" Target="../media/image775.png"/><Relationship Id="rId1242" Type="http://schemas.openxmlformats.org/officeDocument/2006/relationships/customXml" Target="../ink/ink637.xml"/><Relationship Id="rId917" Type="http://schemas.openxmlformats.org/officeDocument/2006/relationships/image" Target="../media/image718.png"/><Relationship Id="rId1102" Type="http://schemas.openxmlformats.org/officeDocument/2006/relationships/image" Target="../media/image808.png"/><Relationship Id="rId46" Type="http://schemas.openxmlformats.org/officeDocument/2006/relationships/customXml" Target="../ink/ink23.xml"/><Relationship Id="rId1407" Type="http://schemas.openxmlformats.org/officeDocument/2006/relationships/image" Target="../media/image953.png"/><Relationship Id="rId195" Type="http://schemas.openxmlformats.org/officeDocument/2006/relationships/image" Target="../media/image370.png"/><Relationship Id="rId262" Type="http://schemas.openxmlformats.org/officeDocument/2006/relationships/image" Target="../media/image403.png"/><Relationship Id="rId567" Type="http://schemas.openxmlformats.org/officeDocument/2006/relationships/image" Target="../media/image549.png"/><Relationship Id="rId1197" Type="http://schemas.openxmlformats.org/officeDocument/2006/relationships/image" Target="../media/image854.png"/><Relationship Id="rId122" Type="http://schemas.openxmlformats.org/officeDocument/2006/relationships/customXml" Target="../ink/ink61.xml"/><Relationship Id="rId774" Type="http://schemas.openxmlformats.org/officeDocument/2006/relationships/customXml" Target="../ink/ink399.xml"/><Relationship Id="rId981" Type="http://schemas.openxmlformats.org/officeDocument/2006/relationships/image" Target="../media/image749.png"/><Relationship Id="rId1057" Type="http://schemas.openxmlformats.org/officeDocument/2006/relationships/image" Target="../media/image786.png"/><Relationship Id="rId427" Type="http://schemas.openxmlformats.org/officeDocument/2006/relationships/customXml" Target="../ink/ink218.xml"/><Relationship Id="rId634" Type="http://schemas.openxmlformats.org/officeDocument/2006/relationships/customXml" Target="../ink/ink327.xml"/><Relationship Id="rId841" Type="http://schemas.openxmlformats.org/officeDocument/2006/relationships/image" Target="../media/image682.png"/><Relationship Id="rId1264" Type="http://schemas.openxmlformats.org/officeDocument/2006/relationships/customXml" Target="../ink/ink649.xml"/><Relationship Id="rId1471" Type="http://schemas.openxmlformats.org/officeDocument/2006/relationships/image" Target="../media/image984.png"/><Relationship Id="rId701" Type="http://schemas.openxmlformats.org/officeDocument/2006/relationships/image" Target="../media/image613.png"/><Relationship Id="rId939" Type="http://schemas.openxmlformats.org/officeDocument/2006/relationships/customXml" Target="../ink/ink484.xml"/><Relationship Id="rId1124" Type="http://schemas.openxmlformats.org/officeDocument/2006/relationships/customXml" Target="../ink/ink579.xml"/><Relationship Id="rId1331" Type="http://schemas.openxmlformats.org/officeDocument/2006/relationships/image" Target="../media/image917.png"/><Relationship Id="rId68" Type="http://schemas.openxmlformats.org/officeDocument/2006/relationships/customXml" Target="../ink/ink34.xml"/><Relationship Id="rId1429" Type="http://schemas.openxmlformats.org/officeDocument/2006/relationships/image" Target="../media/image964.png"/><Relationship Id="rId284" Type="http://schemas.openxmlformats.org/officeDocument/2006/relationships/image" Target="../media/image414.png"/><Relationship Id="rId491" Type="http://schemas.openxmlformats.org/officeDocument/2006/relationships/image" Target="../media/image513.png"/><Relationship Id="rId144" Type="http://schemas.openxmlformats.org/officeDocument/2006/relationships/customXml" Target="../ink/ink72.xml"/><Relationship Id="rId589" Type="http://schemas.openxmlformats.org/officeDocument/2006/relationships/customXml" Target="../ink/ink303.xml"/><Relationship Id="rId796" Type="http://schemas.openxmlformats.org/officeDocument/2006/relationships/customXml" Target="../ink/ink410.xml"/><Relationship Id="rId351" Type="http://schemas.openxmlformats.org/officeDocument/2006/relationships/customXml" Target="../ink/ink178.xml"/><Relationship Id="rId449" Type="http://schemas.openxmlformats.org/officeDocument/2006/relationships/image" Target="../media/image493.png"/><Relationship Id="rId656" Type="http://schemas.openxmlformats.org/officeDocument/2006/relationships/image" Target="../media/image591.png"/><Relationship Id="rId863" Type="http://schemas.openxmlformats.org/officeDocument/2006/relationships/customXml" Target="../ink/ink444.xml"/><Relationship Id="rId1079" Type="http://schemas.openxmlformats.org/officeDocument/2006/relationships/image" Target="../media/image797.png"/><Relationship Id="rId1286" Type="http://schemas.openxmlformats.org/officeDocument/2006/relationships/customXml" Target="../ink/ink661.xml"/><Relationship Id="rId1493" Type="http://schemas.openxmlformats.org/officeDocument/2006/relationships/customXml" Target="../ink/ink762.xml"/><Relationship Id="rId211" Type="http://schemas.openxmlformats.org/officeDocument/2006/relationships/image" Target="../media/image378.png"/><Relationship Id="rId309" Type="http://schemas.openxmlformats.org/officeDocument/2006/relationships/image" Target="../media/image426.png"/><Relationship Id="rId516" Type="http://schemas.openxmlformats.org/officeDocument/2006/relationships/customXml" Target="../ink/ink265.xml"/><Relationship Id="rId1146" Type="http://schemas.openxmlformats.org/officeDocument/2006/relationships/customXml" Target="../ink/ink590.xml"/><Relationship Id="rId723" Type="http://schemas.openxmlformats.org/officeDocument/2006/relationships/image" Target="../media/image624.png"/><Relationship Id="rId930" Type="http://schemas.openxmlformats.org/officeDocument/2006/relationships/image" Target="../media/image724.png"/><Relationship Id="rId1006" Type="http://schemas.openxmlformats.org/officeDocument/2006/relationships/customXml" Target="../ink/ink518.xml"/><Relationship Id="rId1353" Type="http://schemas.openxmlformats.org/officeDocument/2006/relationships/image" Target="../media/image927.png"/><Relationship Id="rId1213" Type="http://schemas.openxmlformats.org/officeDocument/2006/relationships/image" Target="../media/image862.png"/><Relationship Id="rId1420" Type="http://schemas.openxmlformats.org/officeDocument/2006/relationships/customXml" Target="../ink/ink726.xml"/><Relationship Id="rId17" Type="http://schemas.openxmlformats.org/officeDocument/2006/relationships/image" Target="../media/image285.png"/><Relationship Id="rId166" Type="http://schemas.openxmlformats.org/officeDocument/2006/relationships/image" Target="../media/image356.png"/><Relationship Id="rId373" Type="http://schemas.openxmlformats.org/officeDocument/2006/relationships/customXml" Target="../ink/ink190.xml"/><Relationship Id="rId580" Type="http://schemas.openxmlformats.org/officeDocument/2006/relationships/image" Target="../media/image555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389.png"/><Relationship Id="rId440" Type="http://schemas.openxmlformats.org/officeDocument/2006/relationships/image" Target="../media/image489.png"/><Relationship Id="rId678" Type="http://schemas.openxmlformats.org/officeDocument/2006/relationships/customXml" Target="../ink/ink350.xml"/><Relationship Id="rId885" Type="http://schemas.openxmlformats.org/officeDocument/2006/relationships/customXml" Target="../ink/ink455.xml"/><Relationship Id="rId1070" Type="http://schemas.openxmlformats.org/officeDocument/2006/relationships/customXml" Target="../ink/ink551.xml"/><Relationship Id="rId300" Type="http://schemas.openxmlformats.org/officeDocument/2006/relationships/customXml" Target="../ink/ink152.xml"/><Relationship Id="rId538" Type="http://schemas.openxmlformats.org/officeDocument/2006/relationships/image" Target="../media/image535.png"/><Relationship Id="rId745" Type="http://schemas.openxmlformats.org/officeDocument/2006/relationships/customXml" Target="../ink/ink384.xml"/><Relationship Id="rId952" Type="http://schemas.openxmlformats.org/officeDocument/2006/relationships/customXml" Target="../ink/ink491.xml"/><Relationship Id="rId1168" Type="http://schemas.openxmlformats.org/officeDocument/2006/relationships/customXml" Target="../ink/ink602.xml"/><Relationship Id="rId1375" Type="http://schemas.openxmlformats.org/officeDocument/2006/relationships/image" Target="../media/image937.png"/><Relationship Id="rId81" Type="http://schemas.openxmlformats.org/officeDocument/2006/relationships/image" Target="../media/image314.png"/><Relationship Id="rId605" Type="http://schemas.openxmlformats.org/officeDocument/2006/relationships/image" Target="../media/image567.png"/><Relationship Id="rId812" Type="http://schemas.openxmlformats.org/officeDocument/2006/relationships/customXml" Target="../ink/ink418.xml"/><Relationship Id="rId1028" Type="http://schemas.openxmlformats.org/officeDocument/2006/relationships/image" Target="../media/image772.png"/><Relationship Id="rId1235" Type="http://schemas.openxmlformats.org/officeDocument/2006/relationships/image" Target="../media/image871.png"/><Relationship Id="rId1302" Type="http://schemas.openxmlformats.org/officeDocument/2006/relationships/customXml" Target="../ink/ink669.xml"/><Relationship Id="rId39" Type="http://schemas.openxmlformats.org/officeDocument/2006/relationships/image" Target="../media/image294.png"/><Relationship Id="rId188" Type="http://schemas.openxmlformats.org/officeDocument/2006/relationships/customXml" Target="../ink/ink95.xml"/><Relationship Id="rId395" Type="http://schemas.openxmlformats.org/officeDocument/2006/relationships/image" Target="../media/image467.png"/><Relationship Id="rId255" Type="http://schemas.openxmlformats.org/officeDocument/2006/relationships/customXml" Target="../ink/ink129.xml"/><Relationship Id="rId462" Type="http://schemas.openxmlformats.org/officeDocument/2006/relationships/image" Target="../media/image499.png"/><Relationship Id="rId1092" Type="http://schemas.openxmlformats.org/officeDocument/2006/relationships/customXml" Target="../ink/ink562.xml"/><Relationship Id="rId1397" Type="http://schemas.openxmlformats.org/officeDocument/2006/relationships/image" Target="../media/image948.png"/><Relationship Id="rId115" Type="http://schemas.openxmlformats.org/officeDocument/2006/relationships/image" Target="../media/image331.png"/><Relationship Id="rId322" Type="http://schemas.openxmlformats.org/officeDocument/2006/relationships/customXml" Target="../ink/ink163.xml"/><Relationship Id="rId767" Type="http://schemas.openxmlformats.org/officeDocument/2006/relationships/image" Target="../media/image645.png"/><Relationship Id="rId974" Type="http://schemas.openxmlformats.org/officeDocument/2006/relationships/customXml" Target="../ink/ink502.xml"/><Relationship Id="rId627" Type="http://schemas.openxmlformats.org/officeDocument/2006/relationships/image" Target="../media/image577.png"/><Relationship Id="rId834" Type="http://schemas.openxmlformats.org/officeDocument/2006/relationships/customXml" Target="../ink/ink429.xml"/><Relationship Id="rId1257" Type="http://schemas.openxmlformats.org/officeDocument/2006/relationships/image" Target="../media/image881.png"/><Relationship Id="rId1464" Type="http://schemas.openxmlformats.org/officeDocument/2006/relationships/image" Target="../media/image981.png"/><Relationship Id="rId901" Type="http://schemas.openxmlformats.org/officeDocument/2006/relationships/customXml" Target="../ink/ink464.xml"/><Relationship Id="rId1117" Type="http://schemas.openxmlformats.org/officeDocument/2006/relationships/image" Target="../media/image815.png"/><Relationship Id="rId1324" Type="http://schemas.openxmlformats.org/officeDocument/2006/relationships/customXml" Target="../ink/ink6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3139960-231A-CC46-ACDC-A585A7A93097}"/>
              </a:ext>
            </a:extLst>
          </p:cNvPr>
          <p:cNvGrpSpPr/>
          <p:nvPr/>
        </p:nvGrpSpPr>
        <p:grpSpPr>
          <a:xfrm>
            <a:off x="300758" y="214744"/>
            <a:ext cx="2193840" cy="644040"/>
            <a:chOff x="300758" y="214744"/>
            <a:chExt cx="2193840" cy="64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CBEE6AA-7F19-7246-8A67-7EF6037D1B7C}"/>
                    </a:ext>
                  </a:extLst>
                </p14:cNvPr>
                <p14:cNvContentPartPr/>
                <p14:nvPr/>
              </p14:nvContentPartPr>
              <p14:xfrm>
                <a:off x="300758" y="289624"/>
                <a:ext cx="87840" cy="456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CBEE6AA-7F19-7246-8A67-7EF6037D1B7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5638" y="274504"/>
                  <a:ext cx="11844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79F8AFA-9B9B-A14D-A38A-326C60940BF5}"/>
                    </a:ext>
                  </a:extLst>
                </p14:cNvPr>
                <p14:cNvContentPartPr/>
                <p14:nvPr/>
              </p14:nvContentPartPr>
              <p14:xfrm>
                <a:off x="310478" y="277024"/>
                <a:ext cx="234000" cy="412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79F8AFA-9B9B-A14D-A38A-326C60940BF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4998" y="261904"/>
                  <a:ext cx="26424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468223C-7051-A443-93D0-3FF69ADA975A}"/>
                    </a:ext>
                  </a:extLst>
                </p14:cNvPr>
                <p14:cNvContentPartPr/>
                <p14:nvPr/>
              </p14:nvContentPartPr>
              <p14:xfrm>
                <a:off x="581918" y="454504"/>
                <a:ext cx="180000" cy="236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468223C-7051-A443-93D0-3FF69ADA975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798" y="439384"/>
                  <a:ext cx="2106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CA7C4B9-CDC4-CA45-997C-A6A1DC53F01A}"/>
                    </a:ext>
                  </a:extLst>
                </p14:cNvPr>
                <p14:cNvContentPartPr/>
                <p14:nvPr/>
              </p14:nvContentPartPr>
              <p14:xfrm>
                <a:off x="869558" y="417424"/>
                <a:ext cx="253440" cy="242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CA7C4B9-CDC4-CA45-997C-A6A1DC53F01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4438" y="402304"/>
                  <a:ext cx="2840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575F028-0DBB-CD40-860E-A0940133BA1A}"/>
                    </a:ext>
                  </a:extLst>
                </p14:cNvPr>
                <p14:cNvContentPartPr/>
                <p14:nvPr/>
              </p14:nvContentPartPr>
              <p14:xfrm>
                <a:off x="1201118" y="433624"/>
                <a:ext cx="203040" cy="240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575F028-0DBB-CD40-860E-A0940133BA1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85638" y="418504"/>
                  <a:ext cx="2336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EF6E940-259A-3D4F-A6EE-D508E9BF8C55}"/>
                    </a:ext>
                  </a:extLst>
                </p14:cNvPr>
                <p14:cNvContentPartPr/>
                <p14:nvPr/>
              </p14:nvContentPartPr>
              <p14:xfrm>
                <a:off x="1471838" y="378904"/>
                <a:ext cx="245160" cy="272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EF6E940-259A-3D4F-A6EE-D508E9BF8C5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56358" y="363784"/>
                  <a:ext cx="2754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3C4B5BE-C87E-7549-95C0-0019695B573D}"/>
                    </a:ext>
                  </a:extLst>
                </p14:cNvPr>
                <p14:cNvContentPartPr/>
                <p14:nvPr/>
              </p14:nvContentPartPr>
              <p14:xfrm>
                <a:off x="1735358" y="214744"/>
                <a:ext cx="241200" cy="405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3C4B5BE-C87E-7549-95C0-0019695B573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20238" y="199624"/>
                  <a:ext cx="27180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6114E34-403C-5F4E-9B77-67711C5D5578}"/>
                    </a:ext>
                  </a:extLst>
                </p14:cNvPr>
                <p14:cNvContentPartPr/>
                <p14:nvPr/>
              </p14:nvContentPartPr>
              <p14:xfrm>
                <a:off x="2008238" y="375304"/>
                <a:ext cx="344880" cy="251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6114E34-403C-5F4E-9B77-67711C5D557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92758" y="360184"/>
                  <a:ext cx="3751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B57A1B1-3802-5B46-803D-BC7A8D3350F3}"/>
                    </a:ext>
                  </a:extLst>
                </p14:cNvPr>
                <p14:cNvContentPartPr/>
                <p14:nvPr/>
              </p14:nvContentPartPr>
              <p14:xfrm>
                <a:off x="2475518" y="356584"/>
                <a:ext cx="12600" cy="5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B57A1B1-3802-5B46-803D-BC7A8D3350F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60038" y="341464"/>
                  <a:ext cx="432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BB182B0-7E98-A948-B7BF-399F6A532E29}"/>
                    </a:ext>
                  </a:extLst>
                </p14:cNvPr>
                <p14:cNvContentPartPr/>
                <p14:nvPr/>
              </p14:nvContentPartPr>
              <p14:xfrm>
                <a:off x="2486678" y="511744"/>
                <a:ext cx="7920" cy="16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BB182B0-7E98-A948-B7BF-399F6A532E2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71198" y="496264"/>
                  <a:ext cx="385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B6FC30C-D471-E247-A375-64B4C0BB73DC}"/>
                    </a:ext>
                  </a:extLst>
                </p14:cNvPr>
                <p14:cNvContentPartPr/>
                <p14:nvPr/>
              </p14:nvContentPartPr>
              <p14:xfrm>
                <a:off x="475358" y="719824"/>
                <a:ext cx="1720080" cy="138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B6FC30C-D471-E247-A375-64B4C0BB73D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9878" y="704344"/>
                  <a:ext cx="175068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24B6C652-4F0E-B441-9C18-097924C25B87}"/>
              </a:ext>
            </a:extLst>
          </p:cNvPr>
          <p:cNvGrpSpPr/>
          <p:nvPr/>
        </p:nvGrpSpPr>
        <p:grpSpPr>
          <a:xfrm>
            <a:off x="165758" y="813784"/>
            <a:ext cx="4369680" cy="2284200"/>
            <a:chOff x="165758" y="813784"/>
            <a:chExt cx="4369680" cy="228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4A41998-5684-4948-9CE2-33114EC7A7EC}"/>
                    </a:ext>
                  </a:extLst>
                </p14:cNvPr>
                <p14:cNvContentPartPr/>
                <p14:nvPr/>
              </p14:nvContentPartPr>
              <p14:xfrm>
                <a:off x="201758" y="1160104"/>
                <a:ext cx="126000" cy="21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4A41998-5684-4948-9CE2-33114EC7A7E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6278" y="1144984"/>
                  <a:ext cx="1566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54D0709-4B95-364C-82FE-65412AB0839C}"/>
                    </a:ext>
                  </a:extLst>
                </p14:cNvPr>
                <p14:cNvContentPartPr/>
                <p14:nvPr/>
              </p14:nvContentPartPr>
              <p14:xfrm>
                <a:off x="396878" y="1093864"/>
                <a:ext cx="147240" cy="205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54D0709-4B95-364C-82FE-65412AB0839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1758" y="1078384"/>
                  <a:ext cx="1778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98B6460-49AB-2A4A-A118-D2B208BBAD7E}"/>
                    </a:ext>
                  </a:extLst>
                </p14:cNvPr>
                <p14:cNvContentPartPr/>
                <p14:nvPr/>
              </p14:nvContentPartPr>
              <p14:xfrm>
                <a:off x="596318" y="1092784"/>
                <a:ext cx="91080" cy="183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98B6460-49AB-2A4A-A118-D2B208BBAD7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1198" y="1077304"/>
                  <a:ext cx="1213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02D7B5E-1A7F-7840-9AEA-EF11BBA33DFD}"/>
                    </a:ext>
                  </a:extLst>
                </p14:cNvPr>
                <p14:cNvContentPartPr/>
                <p14:nvPr/>
              </p14:nvContentPartPr>
              <p14:xfrm>
                <a:off x="835358" y="1101064"/>
                <a:ext cx="126000" cy="121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02D7B5E-1A7F-7840-9AEA-EF11BBA33DF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0238" y="1085944"/>
                  <a:ext cx="1566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693C3E7-2A98-A34D-B655-BE7CF309C4A6}"/>
                    </a:ext>
                  </a:extLst>
                </p14:cNvPr>
                <p14:cNvContentPartPr/>
                <p14:nvPr/>
              </p14:nvContentPartPr>
              <p14:xfrm>
                <a:off x="932558" y="1092784"/>
                <a:ext cx="30960" cy="334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693C3E7-2A98-A34D-B655-BE7CF309C4A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17438" y="1077304"/>
                  <a:ext cx="615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D9BAFCB-C69C-A04A-B1C2-74A714844EEE}"/>
                    </a:ext>
                  </a:extLst>
                </p14:cNvPr>
                <p14:cNvContentPartPr/>
                <p14:nvPr/>
              </p14:nvContentPartPr>
              <p14:xfrm>
                <a:off x="1045598" y="1081624"/>
                <a:ext cx="96480" cy="171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D9BAFCB-C69C-A04A-B1C2-74A714844EE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30478" y="1066144"/>
                  <a:ext cx="127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8FDBE21-0C78-F545-AB4C-1CBAE679B3C2}"/>
                    </a:ext>
                  </a:extLst>
                </p14:cNvPr>
                <p14:cNvContentPartPr/>
                <p14:nvPr/>
              </p14:nvContentPartPr>
              <p14:xfrm>
                <a:off x="1214798" y="1073704"/>
                <a:ext cx="64800" cy="158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8FDBE21-0C78-F545-AB4C-1CBAE679B3C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99318" y="1058224"/>
                  <a:ext cx="954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BE3FD3B-06BD-CB4A-9663-F0AA8714B606}"/>
                    </a:ext>
                  </a:extLst>
                </p14:cNvPr>
                <p14:cNvContentPartPr/>
                <p14:nvPr/>
              </p14:nvContentPartPr>
              <p14:xfrm>
                <a:off x="1392278" y="1085584"/>
                <a:ext cx="105120" cy="173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BE3FD3B-06BD-CB4A-9663-F0AA8714B60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76798" y="1070464"/>
                  <a:ext cx="1353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DC42FCC-B797-ED41-BA37-BC89C8387CDC}"/>
                    </a:ext>
                  </a:extLst>
                </p14:cNvPr>
                <p14:cNvContentPartPr/>
                <p14:nvPr/>
              </p14:nvContentPartPr>
              <p14:xfrm>
                <a:off x="1511438" y="1102144"/>
                <a:ext cx="98640" cy="142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DC42FCC-B797-ED41-BA37-BC89C8387CD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496318" y="1087024"/>
                  <a:ext cx="1292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4AFA85F-AF41-5E4B-8947-FD4729DAADB5}"/>
                    </a:ext>
                  </a:extLst>
                </p14:cNvPr>
                <p14:cNvContentPartPr/>
                <p14:nvPr/>
              </p14:nvContentPartPr>
              <p14:xfrm>
                <a:off x="1327838" y="915304"/>
                <a:ext cx="10440" cy="159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4AFA85F-AF41-5E4B-8947-FD4729DAADB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312358" y="899824"/>
                  <a:ext cx="410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7C90520-1558-8141-86E0-FD30732BFEE2}"/>
                    </a:ext>
                  </a:extLst>
                </p14:cNvPr>
                <p14:cNvContentPartPr/>
                <p14:nvPr/>
              </p14:nvContentPartPr>
              <p14:xfrm>
                <a:off x="1728158" y="1032304"/>
                <a:ext cx="211320" cy="190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7C90520-1558-8141-86E0-FD30732BFEE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713038" y="1017184"/>
                  <a:ext cx="2419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B11BE35-ED62-1342-A6C5-8276E3CB0BEA}"/>
                    </a:ext>
                  </a:extLst>
                </p14:cNvPr>
                <p14:cNvContentPartPr/>
                <p14:nvPr/>
              </p14:nvContentPartPr>
              <p14:xfrm>
                <a:off x="1975478" y="1069744"/>
                <a:ext cx="132480" cy="123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B11BE35-ED62-1342-A6C5-8276E3CB0BE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959998" y="1054624"/>
                  <a:ext cx="1630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AA976C3-8AC8-0247-9984-252209138FC3}"/>
                    </a:ext>
                  </a:extLst>
                </p14:cNvPr>
                <p14:cNvContentPartPr/>
                <p14:nvPr/>
              </p14:nvContentPartPr>
              <p14:xfrm>
                <a:off x="2161238" y="869584"/>
                <a:ext cx="29880" cy="336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AA976C3-8AC8-0247-9984-252209138FC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146118" y="854464"/>
                  <a:ext cx="604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69BED12-12AB-6548-AFE2-878B9D8BE273}"/>
                    </a:ext>
                  </a:extLst>
                </p14:cNvPr>
                <p14:cNvContentPartPr/>
                <p14:nvPr/>
              </p14:nvContentPartPr>
              <p14:xfrm>
                <a:off x="2181398" y="1003504"/>
                <a:ext cx="151560" cy="162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69BED12-12AB-6548-AFE2-878B9D8BE27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165918" y="988024"/>
                  <a:ext cx="1818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1AE1E77-6A87-F246-B0BF-AB06F2CDD681}"/>
                    </a:ext>
                  </a:extLst>
                </p14:cNvPr>
                <p14:cNvContentPartPr/>
                <p14:nvPr/>
              </p14:nvContentPartPr>
              <p14:xfrm>
                <a:off x="2352758" y="1048144"/>
                <a:ext cx="46440" cy="130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1AE1E77-6A87-F246-B0BF-AB06F2CDD68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337638" y="1032664"/>
                  <a:ext cx="770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56A5C57-CA0E-3E47-BE8D-287E3BA11EAA}"/>
                    </a:ext>
                  </a:extLst>
                </p14:cNvPr>
                <p14:cNvContentPartPr/>
                <p14:nvPr/>
              </p14:nvContentPartPr>
              <p14:xfrm>
                <a:off x="2379038" y="931144"/>
                <a:ext cx="7560" cy="5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56A5C57-CA0E-3E47-BE8D-287E3BA11EA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363558" y="915664"/>
                  <a:ext cx="381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71C9FF8-A00E-C042-919C-1B0319BB705A}"/>
                    </a:ext>
                  </a:extLst>
                </p14:cNvPr>
                <p14:cNvContentPartPr/>
                <p14:nvPr/>
              </p14:nvContentPartPr>
              <p14:xfrm>
                <a:off x="2436998" y="1012144"/>
                <a:ext cx="119880" cy="157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71C9FF8-A00E-C042-919C-1B0319BB705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21878" y="997024"/>
                  <a:ext cx="1501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6EFBB92-D6D3-544E-8D51-2B5B93F0FA62}"/>
                    </a:ext>
                  </a:extLst>
                </p14:cNvPr>
                <p14:cNvContentPartPr/>
                <p14:nvPr/>
              </p14:nvContentPartPr>
              <p14:xfrm>
                <a:off x="2623838" y="1056064"/>
                <a:ext cx="135000" cy="416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6EFBB92-D6D3-544E-8D51-2B5B93F0FA6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608718" y="1040584"/>
                  <a:ext cx="16560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208C66E-BD00-B44F-9817-9AD72DFFBB85}"/>
                    </a:ext>
                  </a:extLst>
                </p14:cNvPr>
                <p14:cNvContentPartPr/>
                <p14:nvPr/>
              </p14:nvContentPartPr>
              <p14:xfrm>
                <a:off x="2858558" y="981184"/>
                <a:ext cx="120960" cy="176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208C66E-BD00-B44F-9817-9AD72DFFBB8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843078" y="965704"/>
                  <a:ext cx="1512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A17E0AF-41FB-7843-8188-9182EFA4BAEC}"/>
                    </a:ext>
                  </a:extLst>
                </p14:cNvPr>
                <p14:cNvContentPartPr/>
                <p14:nvPr/>
              </p14:nvContentPartPr>
              <p14:xfrm>
                <a:off x="2999678" y="813784"/>
                <a:ext cx="48240" cy="321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A17E0AF-41FB-7843-8188-9182EFA4BAE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984198" y="798664"/>
                  <a:ext cx="7884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3F5ED51-F745-B24B-8BA2-D0E899E70656}"/>
                    </a:ext>
                  </a:extLst>
                </p14:cNvPr>
                <p14:cNvContentPartPr/>
                <p14:nvPr/>
              </p14:nvContentPartPr>
              <p14:xfrm>
                <a:off x="3030638" y="941584"/>
                <a:ext cx="276120" cy="218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3F5ED51-F745-B24B-8BA2-D0E899E7065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015518" y="926104"/>
                  <a:ext cx="3067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17C0BC8-DFDC-1B44-B6EB-6A89F1563548}"/>
                    </a:ext>
                  </a:extLst>
                </p14:cNvPr>
                <p14:cNvContentPartPr/>
                <p14:nvPr/>
              </p14:nvContentPartPr>
              <p14:xfrm>
                <a:off x="3322958" y="925384"/>
                <a:ext cx="30240" cy="199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17C0BC8-DFDC-1B44-B6EB-6A89F156354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07478" y="910264"/>
                  <a:ext cx="608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8241D1E-2A11-E143-91C7-C261B76DED69}"/>
                    </a:ext>
                  </a:extLst>
                </p14:cNvPr>
                <p14:cNvContentPartPr/>
                <p14:nvPr/>
              </p14:nvContentPartPr>
              <p14:xfrm>
                <a:off x="3243038" y="846544"/>
                <a:ext cx="443880" cy="281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8241D1E-2A11-E143-91C7-C261B76DED6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27918" y="831064"/>
                  <a:ext cx="4744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1D7A29D-2FD1-C847-BD7C-9DF0FE6A036D}"/>
                    </a:ext>
                  </a:extLst>
                </p14:cNvPr>
                <p14:cNvContentPartPr/>
                <p14:nvPr/>
              </p14:nvContentPartPr>
              <p14:xfrm>
                <a:off x="3711038" y="948784"/>
                <a:ext cx="135720" cy="160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1D7A29D-2FD1-C847-BD7C-9DF0FE6A036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695918" y="933664"/>
                  <a:ext cx="1659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117BFAB-0D6C-A749-8F32-EC36DB9EF8EE}"/>
                    </a:ext>
                  </a:extLst>
                </p14:cNvPr>
                <p14:cNvContentPartPr/>
                <p14:nvPr/>
              </p14:nvContentPartPr>
              <p14:xfrm>
                <a:off x="3884198" y="942664"/>
                <a:ext cx="77400" cy="201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117BFAB-0D6C-A749-8F32-EC36DB9EF8E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69078" y="927544"/>
                  <a:ext cx="1080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79D6F02-DDE1-8D4F-9478-644DD5DF3EA0}"/>
                    </a:ext>
                  </a:extLst>
                </p14:cNvPr>
                <p14:cNvContentPartPr/>
                <p14:nvPr/>
              </p14:nvContentPartPr>
              <p14:xfrm>
                <a:off x="4032158" y="1103944"/>
                <a:ext cx="56520" cy="151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79D6F02-DDE1-8D4F-9478-644DD5DF3EA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17038" y="1088464"/>
                  <a:ext cx="871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27D9721-4852-B542-B01B-ED9B937ACE93}"/>
                    </a:ext>
                  </a:extLst>
                </p14:cNvPr>
                <p14:cNvContentPartPr/>
                <p14:nvPr/>
              </p14:nvContentPartPr>
              <p14:xfrm>
                <a:off x="422438" y="1529824"/>
                <a:ext cx="135360" cy="170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27D9721-4852-B542-B01B-ED9B937ACE9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7318" y="1514704"/>
                  <a:ext cx="1659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C26A022-1043-1E47-AE86-C92F07912B17}"/>
                    </a:ext>
                  </a:extLst>
                </p14:cNvPr>
                <p14:cNvContentPartPr/>
                <p14:nvPr/>
              </p14:nvContentPartPr>
              <p14:xfrm>
                <a:off x="512078" y="1381144"/>
                <a:ext cx="68040" cy="284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C26A022-1043-1E47-AE86-C92F07912B1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96958" y="1366024"/>
                  <a:ext cx="986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FB481CF-8F80-3249-BC07-7FE81000612C}"/>
                    </a:ext>
                  </a:extLst>
                </p14:cNvPr>
                <p14:cNvContentPartPr/>
                <p14:nvPr/>
              </p14:nvContentPartPr>
              <p14:xfrm>
                <a:off x="635558" y="1447024"/>
                <a:ext cx="217080" cy="187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FB481CF-8F80-3249-BC07-7FE81000612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20078" y="1431904"/>
                  <a:ext cx="2476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830EE5A-7F98-5848-A08E-0448549120D3}"/>
                    </a:ext>
                  </a:extLst>
                </p14:cNvPr>
                <p14:cNvContentPartPr/>
                <p14:nvPr/>
              </p14:nvContentPartPr>
              <p14:xfrm>
                <a:off x="880718" y="1471864"/>
                <a:ext cx="195840" cy="172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830EE5A-7F98-5848-A08E-0448549120D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65598" y="1456384"/>
                  <a:ext cx="2264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4E4DE6E-1B9E-8740-B8EC-F80E0AEB8678}"/>
                    </a:ext>
                  </a:extLst>
                </p14:cNvPr>
                <p14:cNvContentPartPr/>
                <p14:nvPr/>
              </p14:nvContentPartPr>
              <p14:xfrm>
                <a:off x="1243238" y="1413904"/>
                <a:ext cx="144000" cy="193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4E4DE6E-1B9E-8740-B8EC-F80E0AEB867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228118" y="1398424"/>
                  <a:ext cx="1746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AEDE7A1-F687-1645-8B8B-F07FD0EDF49C}"/>
                    </a:ext>
                  </a:extLst>
                </p14:cNvPr>
                <p14:cNvContentPartPr/>
                <p14:nvPr/>
              </p14:nvContentPartPr>
              <p14:xfrm>
                <a:off x="1449518" y="1270984"/>
                <a:ext cx="154440" cy="336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AEDE7A1-F687-1645-8B8B-F07FD0EDF49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434398" y="1255864"/>
                  <a:ext cx="1846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2720868-6DD1-8442-AF35-ED82F6979501}"/>
                    </a:ext>
                  </a:extLst>
                </p14:cNvPr>
                <p14:cNvContentPartPr/>
                <p14:nvPr/>
              </p14:nvContentPartPr>
              <p14:xfrm>
                <a:off x="1652198" y="1435864"/>
                <a:ext cx="128160" cy="160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2720868-6DD1-8442-AF35-ED82F697950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36718" y="1420744"/>
                  <a:ext cx="1587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C5A27F4-D833-FF44-A0CB-C281DFC39B35}"/>
                    </a:ext>
                  </a:extLst>
                </p14:cNvPr>
                <p14:cNvContentPartPr/>
                <p14:nvPr/>
              </p14:nvContentPartPr>
              <p14:xfrm>
                <a:off x="1828598" y="1382584"/>
                <a:ext cx="28800" cy="251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C5A27F4-D833-FF44-A0CB-C281DFC39B3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813478" y="1367464"/>
                  <a:ext cx="594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018606E-77BF-004E-9E0B-46558FC4CF76}"/>
                    </a:ext>
                  </a:extLst>
                </p14:cNvPr>
                <p14:cNvContentPartPr/>
                <p14:nvPr/>
              </p14:nvContentPartPr>
              <p14:xfrm>
                <a:off x="1764158" y="1492024"/>
                <a:ext cx="236880" cy="36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018606E-77BF-004E-9E0B-46558FC4CF7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748678" y="1476544"/>
                  <a:ext cx="2674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5F1D45B-3098-2741-8CCC-62BF3B4638AF}"/>
                    </a:ext>
                  </a:extLst>
                </p14:cNvPr>
                <p14:cNvContentPartPr/>
                <p14:nvPr/>
              </p14:nvContentPartPr>
              <p14:xfrm>
                <a:off x="2038838" y="1436944"/>
                <a:ext cx="113400" cy="119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5F1D45B-3098-2741-8CCC-62BF3B4638A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023358" y="1421824"/>
                  <a:ext cx="144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19EA055-B1FE-8949-A8DD-4A60FD2ECA11}"/>
                    </a:ext>
                  </a:extLst>
                </p14:cNvPr>
                <p14:cNvContentPartPr/>
                <p14:nvPr/>
              </p14:nvContentPartPr>
              <p14:xfrm>
                <a:off x="2138198" y="1393744"/>
                <a:ext cx="38880" cy="345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19EA055-B1FE-8949-A8DD-4A60FD2ECA1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122718" y="1378624"/>
                  <a:ext cx="691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8766CDD-8634-2343-AA93-0A1A87EB7681}"/>
                    </a:ext>
                  </a:extLst>
                </p14:cNvPr>
                <p14:cNvContentPartPr/>
                <p14:nvPr/>
              </p14:nvContentPartPr>
              <p14:xfrm>
                <a:off x="2242598" y="1403104"/>
                <a:ext cx="88920" cy="176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8766CDD-8634-2343-AA93-0A1A87EB76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227478" y="1387984"/>
                  <a:ext cx="1195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4B5F3C9-C973-944B-A333-1D75A4054A28}"/>
                    </a:ext>
                  </a:extLst>
                </p14:cNvPr>
                <p14:cNvContentPartPr/>
                <p14:nvPr/>
              </p14:nvContentPartPr>
              <p14:xfrm>
                <a:off x="2376878" y="1409584"/>
                <a:ext cx="88200" cy="132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4B5F3C9-C973-944B-A333-1D75A4054A2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361398" y="1394464"/>
                  <a:ext cx="1184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B139EDD-C969-DC4B-8E80-2A0F6221BA2B}"/>
                    </a:ext>
                  </a:extLst>
                </p14:cNvPr>
                <p14:cNvContentPartPr/>
                <p14:nvPr/>
              </p14:nvContentPartPr>
              <p14:xfrm>
                <a:off x="2582798" y="1360264"/>
                <a:ext cx="173520" cy="209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B139EDD-C969-DC4B-8E80-2A0F6221BA2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567678" y="1345144"/>
                  <a:ext cx="2041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EF23338-C0FF-5847-8FA7-2C1CDBAF216D}"/>
                    </a:ext>
                  </a:extLst>
                </p14:cNvPr>
                <p14:cNvContentPartPr/>
                <p14:nvPr/>
              </p14:nvContentPartPr>
              <p14:xfrm>
                <a:off x="2787638" y="1390504"/>
                <a:ext cx="109080" cy="150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EF23338-C0FF-5847-8FA7-2C1CDBAF216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772518" y="1375384"/>
                  <a:ext cx="139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5B7D552-0643-E048-AF99-A5AC2CD889DC}"/>
                    </a:ext>
                  </a:extLst>
                </p14:cNvPr>
                <p14:cNvContentPartPr/>
                <p14:nvPr/>
              </p14:nvContentPartPr>
              <p14:xfrm>
                <a:off x="2943878" y="1383304"/>
                <a:ext cx="108360" cy="137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5B7D552-0643-E048-AF99-A5AC2CD889D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928398" y="1367824"/>
                  <a:ext cx="1389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580EAAC-51D3-F341-AB30-9813C271CDEB}"/>
                    </a:ext>
                  </a:extLst>
                </p14:cNvPr>
                <p14:cNvContentPartPr/>
                <p14:nvPr/>
              </p14:nvContentPartPr>
              <p14:xfrm>
                <a:off x="2588198" y="1628104"/>
                <a:ext cx="397440" cy="55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580EAAC-51D3-F341-AB30-9813C271CDE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572718" y="1612984"/>
                  <a:ext cx="4280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1E39145-59CF-E448-BCFA-1EE8D4453598}"/>
                    </a:ext>
                  </a:extLst>
                </p14:cNvPr>
                <p14:cNvContentPartPr/>
                <p14:nvPr/>
              </p14:nvContentPartPr>
              <p14:xfrm>
                <a:off x="3144398" y="1516504"/>
                <a:ext cx="37080" cy="147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1E39145-59CF-E448-BCFA-1EE8D445359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129278" y="1501024"/>
                  <a:ext cx="676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9B4CFF3-AA24-A349-A45F-8C936881133E}"/>
                    </a:ext>
                  </a:extLst>
                </p14:cNvPr>
                <p14:cNvContentPartPr/>
                <p14:nvPr/>
              </p14:nvContentPartPr>
              <p14:xfrm>
                <a:off x="3311798" y="1312384"/>
                <a:ext cx="127080" cy="180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9B4CFF3-AA24-A349-A45F-8C936881133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96318" y="1297264"/>
                  <a:ext cx="1576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6DB9913-0C11-C54A-9A5F-792A4ADE0481}"/>
                    </a:ext>
                  </a:extLst>
                </p14:cNvPr>
                <p14:cNvContentPartPr/>
                <p14:nvPr/>
              </p14:nvContentPartPr>
              <p14:xfrm>
                <a:off x="3464798" y="1382584"/>
                <a:ext cx="118800" cy="98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6DB9913-0C11-C54A-9A5F-792A4ADE048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449678" y="1367104"/>
                  <a:ext cx="1490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6D8BC74-CF64-EF4E-9804-38742FC16A19}"/>
                    </a:ext>
                  </a:extLst>
                </p14:cNvPr>
                <p14:cNvContentPartPr/>
                <p14:nvPr/>
              </p14:nvContentPartPr>
              <p14:xfrm>
                <a:off x="3568118" y="1282144"/>
                <a:ext cx="52200" cy="210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6D8BC74-CF64-EF4E-9804-38742FC16A1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52998" y="1267024"/>
                  <a:ext cx="828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506D637-2D1D-AF47-BE53-EE0F0FB447AB}"/>
                    </a:ext>
                  </a:extLst>
                </p14:cNvPr>
                <p14:cNvContentPartPr/>
                <p14:nvPr/>
              </p14:nvContentPartPr>
              <p14:xfrm>
                <a:off x="3556958" y="1354504"/>
                <a:ext cx="187200" cy="37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506D637-2D1D-AF47-BE53-EE0F0FB447A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541838" y="1339384"/>
                  <a:ext cx="2174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42A1835-38C0-5B41-993B-CBBCB6716C34}"/>
                    </a:ext>
                  </a:extLst>
                </p14:cNvPr>
                <p14:cNvContentPartPr/>
                <p14:nvPr/>
              </p14:nvContentPartPr>
              <p14:xfrm>
                <a:off x="434678" y="1850944"/>
                <a:ext cx="149760" cy="205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42A1835-38C0-5B41-993B-CBBCB6716C3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19558" y="1835824"/>
                  <a:ext cx="1800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9CE0F84-36F0-CE46-A10E-4C7B31106614}"/>
                    </a:ext>
                  </a:extLst>
                </p14:cNvPr>
                <p14:cNvContentPartPr/>
                <p14:nvPr/>
              </p14:nvContentPartPr>
              <p14:xfrm>
                <a:off x="613238" y="1753024"/>
                <a:ext cx="137160" cy="246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9CE0F84-36F0-CE46-A10E-4C7B3110661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97758" y="1737544"/>
                  <a:ext cx="1677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7266F9E-0526-404D-A030-C1867485A35F}"/>
                    </a:ext>
                  </a:extLst>
                </p14:cNvPr>
                <p14:cNvContentPartPr/>
                <p14:nvPr/>
              </p14:nvContentPartPr>
              <p14:xfrm>
                <a:off x="810158" y="1858504"/>
                <a:ext cx="105120" cy="144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7266F9E-0526-404D-A030-C1867485A35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94678" y="1843384"/>
                  <a:ext cx="1353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4BEB246-44B2-DC49-9507-0B40E1C087A3}"/>
                    </a:ext>
                  </a:extLst>
                </p14:cNvPr>
                <p14:cNvContentPartPr/>
                <p14:nvPr/>
              </p14:nvContentPartPr>
              <p14:xfrm>
                <a:off x="992318" y="1783984"/>
                <a:ext cx="31680" cy="205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4BEB246-44B2-DC49-9507-0B40E1C087A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77198" y="1768864"/>
                  <a:ext cx="619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3C15DA9-D460-4945-965C-DC4955177119}"/>
                    </a:ext>
                  </a:extLst>
                </p14:cNvPr>
                <p14:cNvContentPartPr/>
                <p14:nvPr/>
              </p14:nvContentPartPr>
              <p14:xfrm>
                <a:off x="922118" y="1870024"/>
                <a:ext cx="132480" cy="144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3C15DA9-D460-4945-965C-DC495517711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6638" y="1854904"/>
                  <a:ext cx="163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6816E43-7F12-F04B-973F-22D8F68C55C7}"/>
                    </a:ext>
                  </a:extLst>
                </p14:cNvPr>
                <p14:cNvContentPartPr/>
                <p14:nvPr/>
              </p14:nvContentPartPr>
              <p14:xfrm>
                <a:off x="1159718" y="1862104"/>
                <a:ext cx="104040" cy="99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6816E43-7F12-F04B-973F-22D8F68C55C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44238" y="1846984"/>
                  <a:ext cx="1346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E24212F-92BB-EE4E-81C2-38F27CB54512}"/>
                    </a:ext>
                  </a:extLst>
                </p14:cNvPr>
                <p14:cNvContentPartPr/>
                <p14:nvPr/>
              </p14:nvContentPartPr>
              <p14:xfrm>
                <a:off x="1236758" y="1817464"/>
                <a:ext cx="58320" cy="3294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E24212F-92BB-EE4E-81C2-38F27CB5451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221638" y="1802344"/>
                  <a:ext cx="889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6A24F75-191F-4E4D-9D9C-E3C6C8855758}"/>
                    </a:ext>
                  </a:extLst>
                </p14:cNvPr>
                <p14:cNvContentPartPr/>
                <p14:nvPr/>
              </p14:nvContentPartPr>
              <p14:xfrm>
                <a:off x="1326758" y="1873264"/>
                <a:ext cx="98280" cy="85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6A24F75-191F-4E4D-9D9C-E3C6C885575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311638" y="1858144"/>
                  <a:ext cx="1288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AC84E57-8E71-F240-8B33-AEB8DA4362B6}"/>
                    </a:ext>
                  </a:extLst>
                </p14:cNvPr>
                <p14:cNvContentPartPr/>
                <p14:nvPr/>
              </p14:nvContentPartPr>
              <p14:xfrm>
                <a:off x="1449518" y="1817464"/>
                <a:ext cx="110520" cy="90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AC84E57-8E71-F240-8B33-AEB8DA4362B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434398" y="1801984"/>
                  <a:ext cx="1411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FD0C5B4-2788-2842-ADB2-B85E12515CED}"/>
                    </a:ext>
                  </a:extLst>
                </p14:cNvPr>
                <p14:cNvContentPartPr/>
                <p14:nvPr/>
              </p14:nvContentPartPr>
              <p14:xfrm>
                <a:off x="1768838" y="1686424"/>
                <a:ext cx="14400" cy="3002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FD0C5B4-2788-2842-ADB2-B85E12515CE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753718" y="1670944"/>
                  <a:ext cx="450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51C1A0B-18CC-5743-ADA2-304EF8AF7DA0}"/>
                    </a:ext>
                  </a:extLst>
                </p14:cNvPr>
                <p14:cNvContentPartPr/>
                <p14:nvPr/>
              </p14:nvContentPartPr>
              <p14:xfrm>
                <a:off x="1602518" y="1678864"/>
                <a:ext cx="410400" cy="284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51C1A0B-18CC-5743-ADA2-304EF8AF7DA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587038" y="1663744"/>
                  <a:ext cx="4406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92DF6F1-3887-014B-9E72-9AFE82EADE2F}"/>
                    </a:ext>
                  </a:extLst>
                </p14:cNvPr>
                <p14:cNvContentPartPr/>
                <p14:nvPr/>
              </p14:nvContentPartPr>
              <p14:xfrm>
                <a:off x="2062958" y="1828624"/>
                <a:ext cx="29160" cy="147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92DF6F1-3887-014B-9E72-9AFE82EADE2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047478" y="1813504"/>
                  <a:ext cx="594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DE9D027-CFC4-734B-8389-A9E86A4F60B7}"/>
                    </a:ext>
                  </a:extLst>
                </p14:cNvPr>
                <p14:cNvContentPartPr/>
                <p14:nvPr/>
              </p14:nvContentPartPr>
              <p14:xfrm>
                <a:off x="2104358" y="1687504"/>
                <a:ext cx="3600" cy="7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DE9D027-CFC4-734B-8389-A9E86A4F60B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88878" y="1672024"/>
                  <a:ext cx="338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6F39339-6128-B743-88C5-2F5D9268ACF8}"/>
                    </a:ext>
                  </a:extLst>
                </p14:cNvPr>
                <p14:cNvContentPartPr/>
                <p14:nvPr/>
              </p14:nvContentPartPr>
              <p14:xfrm>
                <a:off x="2140718" y="1798384"/>
                <a:ext cx="112680" cy="173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6F39339-6128-B743-88C5-2F5D9268ACF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125598" y="1782904"/>
                  <a:ext cx="1432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7C327DA-5753-AA47-ABF4-03BA80F93D8E}"/>
                    </a:ext>
                  </a:extLst>
                </p14:cNvPr>
                <p14:cNvContentPartPr/>
                <p14:nvPr/>
              </p14:nvContentPartPr>
              <p14:xfrm>
                <a:off x="2296958" y="1683544"/>
                <a:ext cx="46440" cy="294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7C327DA-5753-AA47-ABF4-03BA80F93D8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281838" y="1668424"/>
                  <a:ext cx="766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31ED066-6E91-EC43-8A87-B2F497639B35}"/>
                    </a:ext>
                  </a:extLst>
                </p14:cNvPr>
                <p14:cNvContentPartPr/>
                <p14:nvPr/>
              </p14:nvContentPartPr>
              <p14:xfrm>
                <a:off x="2334398" y="1772824"/>
                <a:ext cx="122760" cy="154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31ED066-6E91-EC43-8A87-B2F497639B3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319278" y="1757704"/>
                  <a:ext cx="1533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7C4AE72-6B85-6845-BC81-26A6F9E9C0CC}"/>
                    </a:ext>
                  </a:extLst>
                </p14:cNvPr>
                <p14:cNvContentPartPr/>
                <p14:nvPr/>
              </p14:nvContentPartPr>
              <p14:xfrm>
                <a:off x="1736438" y="2053984"/>
                <a:ext cx="570960" cy="536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7C4AE72-6B85-6845-BC81-26A6F9E9C0C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721318" y="2038864"/>
                  <a:ext cx="601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DB08F1C-33D7-364C-A891-0CA8DCAED63D}"/>
                    </a:ext>
                  </a:extLst>
                </p14:cNvPr>
                <p14:cNvContentPartPr/>
                <p14:nvPr/>
              </p14:nvContentPartPr>
              <p14:xfrm>
                <a:off x="2564438" y="1839784"/>
                <a:ext cx="120960" cy="1206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DB08F1C-33D7-364C-A891-0CA8DCAED63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549318" y="1824664"/>
                  <a:ext cx="1515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6B481B0-67A2-F14E-BBA3-A7B3D53CE655}"/>
                    </a:ext>
                  </a:extLst>
                </p14:cNvPr>
                <p14:cNvContentPartPr/>
                <p14:nvPr/>
              </p14:nvContentPartPr>
              <p14:xfrm>
                <a:off x="2665238" y="1795144"/>
                <a:ext cx="36360" cy="368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6B481B0-67A2-F14E-BBA3-A7B3D53CE65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649758" y="1780024"/>
                  <a:ext cx="6660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3C43C1D-6426-8F45-B16B-1ECC88A5CA6A}"/>
                    </a:ext>
                  </a:extLst>
                </p14:cNvPr>
                <p14:cNvContentPartPr/>
                <p14:nvPr/>
              </p14:nvContentPartPr>
              <p14:xfrm>
                <a:off x="2765318" y="1862104"/>
                <a:ext cx="84960" cy="107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3C43C1D-6426-8F45-B16B-1ECC88A5CA6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750198" y="1846984"/>
                  <a:ext cx="1155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16654CB-449F-1542-976E-679E65382B5F}"/>
                    </a:ext>
                  </a:extLst>
                </p14:cNvPr>
                <p14:cNvContentPartPr/>
                <p14:nvPr/>
              </p14:nvContentPartPr>
              <p14:xfrm>
                <a:off x="2888078" y="1831144"/>
                <a:ext cx="107280" cy="1314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16654CB-449F-1542-976E-679E65382B5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872958" y="1815664"/>
                  <a:ext cx="1375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F142278-5ED7-874C-9C2E-61D96666B06F}"/>
                    </a:ext>
                  </a:extLst>
                </p14:cNvPr>
                <p14:cNvContentPartPr/>
                <p14:nvPr/>
              </p14:nvContentPartPr>
              <p14:xfrm>
                <a:off x="3119558" y="1750504"/>
                <a:ext cx="129240" cy="223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F142278-5ED7-874C-9C2E-61D96666B06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104078" y="1735384"/>
                  <a:ext cx="1598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EA58202-F6DE-3349-9555-257AF4817C26}"/>
                    </a:ext>
                  </a:extLst>
                </p14:cNvPr>
                <p14:cNvContentPartPr/>
                <p14:nvPr/>
              </p14:nvContentPartPr>
              <p14:xfrm>
                <a:off x="3211358" y="1647184"/>
                <a:ext cx="182160" cy="304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EA58202-F6DE-3349-9555-257AF4817C2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196238" y="1632064"/>
                  <a:ext cx="21240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D3E3CE1-AF41-604D-AAA1-E4E007743219}"/>
                    </a:ext>
                  </a:extLst>
                </p14:cNvPr>
                <p14:cNvContentPartPr/>
                <p14:nvPr/>
              </p14:nvContentPartPr>
              <p14:xfrm>
                <a:off x="3441758" y="1783984"/>
                <a:ext cx="95400" cy="132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D3E3CE1-AF41-604D-AAA1-E4E00774321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426278" y="1768864"/>
                  <a:ext cx="1260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1DC55B0-8008-874B-B9FF-E816779A7F71}"/>
                    </a:ext>
                  </a:extLst>
                </p14:cNvPr>
                <p14:cNvContentPartPr/>
                <p14:nvPr/>
              </p14:nvContentPartPr>
              <p14:xfrm>
                <a:off x="3561278" y="1783624"/>
                <a:ext cx="98640" cy="128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1DC55B0-8008-874B-B9FF-E816779A7F7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545798" y="1768144"/>
                  <a:ext cx="1288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CA9D094-FBBC-864A-B6AB-7A9A8EC549AB}"/>
                    </a:ext>
                  </a:extLst>
                </p14:cNvPr>
                <p14:cNvContentPartPr/>
                <p14:nvPr/>
              </p14:nvContentPartPr>
              <p14:xfrm>
                <a:off x="3727958" y="1594624"/>
                <a:ext cx="56160" cy="307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CA9D094-FBBC-864A-B6AB-7A9A8EC549A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712838" y="1579144"/>
                  <a:ext cx="8676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506A08B-53C5-4D47-915C-982ADB866869}"/>
                    </a:ext>
                  </a:extLst>
                </p14:cNvPr>
                <p14:cNvContentPartPr/>
                <p14:nvPr/>
              </p14:nvContentPartPr>
              <p14:xfrm>
                <a:off x="3804998" y="1641784"/>
                <a:ext cx="88200" cy="283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506A08B-53C5-4D47-915C-982ADB86686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789878" y="1626664"/>
                  <a:ext cx="1184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B7DFDB1-ABF4-9344-AD05-BA69421B7AC5}"/>
                    </a:ext>
                  </a:extLst>
                </p14:cNvPr>
                <p14:cNvContentPartPr/>
                <p14:nvPr/>
              </p14:nvContentPartPr>
              <p14:xfrm>
                <a:off x="3982478" y="1743304"/>
                <a:ext cx="88920" cy="170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B7DFDB1-ABF4-9344-AD05-BA69421B7AC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967358" y="1728184"/>
                  <a:ext cx="119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AF07314-744F-7E40-95A8-5A1813461F4F}"/>
                    </a:ext>
                  </a:extLst>
                </p14:cNvPr>
                <p14:cNvContentPartPr/>
                <p14:nvPr/>
              </p14:nvContentPartPr>
              <p14:xfrm>
                <a:off x="4121078" y="1724224"/>
                <a:ext cx="114480" cy="184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AF07314-744F-7E40-95A8-5A1813461F4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105598" y="1709104"/>
                  <a:ext cx="1450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CA1DFE4-A25B-AD48-B104-4C92E7D09ABE}"/>
                    </a:ext>
                  </a:extLst>
                </p14:cNvPr>
                <p14:cNvContentPartPr/>
                <p14:nvPr/>
              </p14:nvContentPartPr>
              <p14:xfrm>
                <a:off x="4270838" y="1749784"/>
                <a:ext cx="152640" cy="144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CA1DFE4-A25B-AD48-B104-4C92E7D09AB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255358" y="1734664"/>
                  <a:ext cx="1832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B034B91-3683-8B4D-842A-77C3D60EEDA2}"/>
                    </a:ext>
                  </a:extLst>
                </p14:cNvPr>
                <p14:cNvContentPartPr/>
                <p14:nvPr/>
              </p14:nvContentPartPr>
              <p14:xfrm>
                <a:off x="4527158" y="1906744"/>
                <a:ext cx="8280" cy="8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B034B91-3683-8B4D-842A-77C3D60EEDA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12038" y="1891264"/>
                  <a:ext cx="38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34FA4DA-6F21-2143-9672-C5C47BD1548B}"/>
                    </a:ext>
                  </a:extLst>
                </p14:cNvPr>
                <p14:cNvContentPartPr/>
                <p14:nvPr/>
              </p14:nvContentPartPr>
              <p14:xfrm>
                <a:off x="165758" y="2534584"/>
                <a:ext cx="139680" cy="19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34FA4DA-6F21-2143-9672-C5C47BD1548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50278" y="2519464"/>
                  <a:ext cx="1702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CBC7693-D2B3-8244-86C5-3393AE4259C1}"/>
                    </a:ext>
                  </a:extLst>
                </p14:cNvPr>
                <p14:cNvContentPartPr/>
                <p14:nvPr/>
              </p14:nvContentPartPr>
              <p14:xfrm>
                <a:off x="501638" y="2352784"/>
                <a:ext cx="18360" cy="2754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CBC7693-D2B3-8244-86C5-3393AE4259C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86518" y="2337304"/>
                  <a:ext cx="489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034B23C-B5FB-A243-BC0B-53055591CF2A}"/>
                    </a:ext>
                  </a:extLst>
                </p14:cNvPr>
                <p14:cNvContentPartPr/>
                <p14:nvPr/>
              </p14:nvContentPartPr>
              <p14:xfrm>
                <a:off x="422438" y="2235424"/>
                <a:ext cx="279360" cy="319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034B23C-B5FB-A243-BC0B-53055591CF2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07318" y="2220304"/>
                  <a:ext cx="30960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4BD164E-CECE-2C42-B613-4468434D4574}"/>
                    </a:ext>
                  </a:extLst>
                </p14:cNvPr>
                <p14:cNvContentPartPr/>
                <p14:nvPr/>
              </p14:nvContentPartPr>
              <p14:xfrm>
                <a:off x="743558" y="2394184"/>
                <a:ext cx="101880" cy="171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4BD164E-CECE-2C42-B613-4468434D457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28438" y="2379064"/>
                  <a:ext cx="1324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991B17A-5C78-9B42-AC74-6286748BA1C7}"/>
                    </a:ext>
                  </a:extLst>
                </p14:cNvPr>
                <p14:cNvContentPartPr/>
                <p14:nvPr/>
              </p14:nvContentPartPr>
              <p14:xfrm>
                <a:off x="947318" y="2386264"/>
                <a:ext cx="204120" cy="171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991B17A-5C78-9B42-AC74-6286748BA1C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32198" y="2370784"/>
                  <a:ext cx="2347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AD73548-8CCD-F448-B17F-E55650393B4F}"/>
                    </a:ext>
                  </a:extLst>
                </p14:cNvPr>
                <p14:cNvContentPartPr/>
                <p14:nvPr/>
              </p14:nvContentPartPr>
              <p14:xfrm>
                <a:off x="1227398" y="2386624"/>
                <a:ext cx="66960" cy="154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AD73548-8CCD-F448-B17F-E55650393B4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212278" y="2371504"/>
                  <a:ext cx="975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2365D44-B51E-6941-B2A2-B4240B240038}"/>
                    </a:ext>
                  </a:extLst>
                </p14:cNvPr>
                <p14:cNvContentPartPr/>
                <p14:nvPr/>
              </p14:nvContentPartPr>
              <p14:xfrm>
                <a:off x="1360238" y="2336584"/>
                <a:ext cx="208800" cy="212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2365D44-B51E-6941-B2A2-B4240B24003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345118" y="2321104"/>
                  <a:ext cx="2390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6C5505D-1FFF-B14C-8BD2-A1C2719209D8}"/>
                    </a:ext>
                  </a:extLst>
                </p14:cNvPr>
                <p14:cNvContentPartPr/>
                <p14:nvPr/>
              </p14:nvContentPartPr>
              <p14:xfrm>
                <a:off x="1750478" y="2319304"/>
                <a:ext cx="116280" cy="153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6C5505D-1FFF-B14C-8BD2-A1C2719209D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735358" y="2304184"/>
                  <a:ext cx="1468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76CD050-D06C-D949-A45A-9D0CB25ABF5E}"/>
                    </a:ext>
                  </a:extLst>
                </p14:cNvPr>
                <p14:cNvContentPartPr/>
                <p14:nvPr/>
              </p14:nvContentPartPr>
              <p14:xfrm>
                <a:off x="1819598" y="2341624"/>
                <a:ext cx="57240" cy="349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76CD050-D06C-D949-A45A-9D0CB25ABF5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804118" y="2326504"/>
                  <a:ext cx="8784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D1EFF29-4B0D-A547-8C1F-3D8056837A1F}"/>
                    </a:ext>
                  </a:extLst>
                </p14:cNvPr>
                <p14:cNvContentPartPr/>
                <p14:nvPr/>
              </p14:nvContentPartPr>
              <p14:xfrm>
                <a:off x="1957118" y="2352784"/>
                <a:ext cx="84240" cy="162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D1EFF29-4B0D-A547-8C1F-3D8056837A1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941998" y="2337304"/>
                  <a:ext cx="1144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44CD9A6-0183-8A40-82B4-99A18885673B}"/>
                    </a:ext>
                  </a:extLst>
                </p14:cNvPr>
                <p14:cNvContentPartPr/>
                <p14:nvPr/>
              </p14:nvContentPartPr>
              <p14:xfrm>
                <a:off x="2051798" y="2350984"/>
                <a:ext cx="133200" cy="1494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44CD9A6-0183-8A40-82B4-99A18885673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036318" y="2335504"/>
                  <a:ext cx="1638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EA4512D-F092-3944-A15F-A977AFEB705E}"/>
                    </a:ext>
                  </a:extLst>
                </p14:cNvPr>
                <p14:cNvContentPartPr/>
                <p14:nvPr/>
              </p14:nvContentPartPr>
              <p14:xfrm>
                <a:off x="2336558" y="2205544"/>
                <a:ext cx="371160" cy="3232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EA4512D-F092-3944-A15F-A977AFEB705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321438" y="2190424"/>
                  <a:ext cx="40176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2854580-F752-2046-BA7A-BAE99F300402}"/>
                    </a:ext>
                  </a:extLst>
                </p14:cNvPr>
                <p14:cNvContentPartPr/>
                <p14:nvPr/>
              </p14:nvContentPartPr>
              <p14:xfrm>
                <a:off x="2689358" y="2274664"/>
                <a:ext cx="105840" cy="2023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2854580-F752-2046-BA7A-BAE99F30040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674238" y="2259544"/>
                  <a:ext cx="1364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B0AAD84-8FAA-F64E-B30E-B1E1E7B3A167}"/>
                    </a:ext>
                  </a:extLst>
                </p14:cNvPr>
                <p14:cNvContentPartPr/>
                <p14:nvPr/>
              </p14:nvContentPartPr>
              <p14:xfrm>
                <a:off x="2845958" y="2282224"/>
                <a:ext cx="153720" cy="207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B0AAD84-8FAA-F64E-B30E-B1E1E7B3A16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830478" y="2266744"/>
                  <a:ext cx="1839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E6BCFA4-7851-3B4E-9F35-5E316A102D87}"/>
                    </a:ext>
                  </a:extLst>
                </p14:cNvPr>
                <p14:cNvContentPartPr/>
                <p14:nvPr/>
              </p14:nvContentPartPr>
              <p14:xfrm>
                <a:off x="3077438" y="2453224"/>
                <a:ext cx="18360" cy="106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E6BCFA4-7851-3B4E-9F35-5E316A102D8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062318" y="2437744"/>
                  <a:ext cx="489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697306A-B754-1242-A87A-B63BE39160E0}"/>
                    </a:ext>
                  </a:extLst>
                </p14:cNvPr>
                <p14:cNvContentPartPr/>
                <p14:nvPr/>
              </p14:nvContentPartPr>
              <p14:xfrm>
                <a:off x="3322958" y="2241184"/>
                <a:ext cx="23040" cy="246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697306A-B754-1242-A87A-B63BE39160E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307478" y="2226064"/>
                  <a:ext cx="536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84AB2EB-D658-5D4C-A587-6988F13BD00D}"/>
                    </a:ext>
                  </a:extLst>
                </p14:cNvPr>
                <p14:cNvContentPartPr/>
                <p14:nvPr/>
              </p14:nvContentPartPr>
              <p14:xfrm>
                <a:off x="3217838" y="2177464"/>
                <a:ext cx="516960" cy="2836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84AB2EB-D658-5D4C-A587-6988F13BD00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202358" y="2162344"/>
                  <a:ext cx="5475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B97B56D-9212-9E41-B449-738588EE00D6}"/>
                    </a:ext>
                  </a:extLst>
                </p14:cNvPr>
                <p14:cNvContentPartPr/>
                <p14:nvPr/>
              </p14:nvContentPartPr>
              <p14:xfrm>
                <a:off x="3824798" y="2274664"/>
                <a:ext cx="219600" cy="181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B97B56D-9212-9E41-B449-738588EE00D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809318" y="2259544"/>
                  <a:ext cx="2498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D0B2174-FC4E-6847-BD7A-87E4A71D656D}"/>
                    </a:ext>
                  </a:extLst>
                </p14:cNvPr>
                <p14:cNvContentPartPr/>
                <p14:nvPr/>
              </p14:nvContentPartPr>
              <p14:xfrm>
                <a:off x="4072478" y="2301304"/>
                <a:ext cx="78480" cy="1490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D0B2174-FC4E-6847-BD7A-87E4A71D656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056998" y="2285824"/>
                  <a:ext cx="1090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97D9FF4-F2A0-8247-8649-95480A185F61}"/>
                    </a:ext>
                  </a:extLst>
                </p14:cNvPr>
                <p14:cNvContentPartPr/>
                <p14:nvPr/>
              </p14:nvContentPartPr>
              <p14:xfrm>
                <a:off x="4215038" y="2251624"/>
                <a:ext cx="226440" cy="1821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97D9FF4-F2A0-8247-8649-95480A185F6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199558" y="2236144"/>
                  <a:ext cx="2570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FC3E2F1-2460-1344-83EC-359FACE17561}"/>
                    </a:ext>
                  </a:extLst>
                </p14:cNvPr>
                <p14:cNvContentPartPr/>
                <p14:nvPr/>
              </p14:nvContentPartPr>
              <p14:xfrm>
                <a:off x="509918" y="2727904"/>
                <a:ext cx="97560" cy="131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FC3E2F1-2460-1344-83EC-359FACE1756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94798" y="2712784"/>
                  <a:ext cx="128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3CD71CA-E605-E24A-9BE3-5ECF94AF78C3}"/>
                    </a:ext>
                  </a:extLst>
                </p14:cNvPr>
                <p14:cNvContentPartPr/>
                <p14:nvPr/>
              </p14:nvContentPartPr>
              <p14:xfrm>
                <a:off x="606038" y="2709544"/>
                <a:ext cx="20520" cy="3884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3CD71CA-E605-E24A-9BE3-5ECF94AF78C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90918" y="2694424"/>
                  <a:ext cx="5076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50E8862-CF1E-C645-9699-7CEC47DDE302}"/>
                    </a:ext>
                  </a:extLst>
                </p14:cNvPr>
                <p14:cNvContentPartPr/>
                <p14:nvPr/>
              </p14:nvContentPartPr>
              <p14:xfrm>
                <a:off x="713678" y="2754184"/>
                <a:ext cx="87120" cy="1400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50E8862-CF1E-C645-9699-7CEC47DDE30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98198" y="2739064"/>
                  <a:ext cx="1173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704B666-7C99-A544-AB65-8BB954CCC047}"/>
                    </a:ext>
                  </a:extLst>
                </p14:cNvPr>
                <p14:cNvContentPartPr/>
                <p14:nvPr/>
              </p14:nvContentPartPr>
              <p14:xfrm>
                <a:off x="802598" y="2731864"/>
                <a:ext cx="106920" cy="130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704B666-7C99-A544-AB65-8BB954CCC04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87478" y="2716744"/>
                  <a:ext cx="1375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0A0E876-5978-EF4D-A367-1D7E14A9198B}"/>
                    </a:ext>
                  </a:extLst>
                </p14:cNvPr>
                <p14:cNvContentPartPr/>
                <p14:nvPr/>
              </p14:nvContentPartPr>
              <p14:xfrm>
                <a:off x="958838" y="2597944"/>
                <a:ext cx="27000" cy="154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0A0E876-5978-EF4D-A367-1D7E14A9198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43718" y="2582824"/>
                  <a:ext cx="576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B076D84-994F-D748-86E1-4FC4E7ED904C}"/>
                    </a:ext>
                  </a:extLst>
                </p14:cNvPr>
                <p14:cNvContentPartPr/>
                <p14:nvPr/>
              </p14:nvContentPartPr>
              <p14:xfrm>
                <a:off x="1092758" y="2609104"/>
                <a:ext cx="19800" cy="2638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B076D84-994F-D748-86E1-4FC4E7ED904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77278" y="2593984"/>
                  <a:ext cx="504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E1C8A45-96CC-7B48-94CE-325C5657B2E3}"/>
                    </a:ext>
                  </a:extLst>
                </p14:cNvPr>
                <p14:cNvContentPartPr/>
                <p14:nvPr/>
              </p14:nvContentPartPr>
              <p14:xfrm>
                <a:off x="1148558" y="2631424"/>
                <a:ext cx="25560" cy="266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E1C8A45-96CC-7B48-94CE-325C5657B2E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33078" y="2616304"/>
                  <a:ext cx="558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AEC083A-9B38-4E4D-85BA-A42F1B60DA29}"/>
                    </a:ext>
                  </a:extLst>
                </p14:cNvPr>
                <p14:cNvContentPartPr/>
                <p14:nvPr/>
              </p14:nvContentPartPr>
              <p14:xfrm>
                <a:off x="1337918" y="2674624"/>
                <a:ext cx="148680" cy="2206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AEC083A-9B38-4E4D-85BA-A42F1B60DA2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322798" y="2659144"/>
                  <a:ext cx="1789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5831637-A27D-5241-9C63-89565F74EC6E}"/>
                    </a:ext>
                  </a:extLst>
                </p14:cNvPr>
                <p14:cNvContentPartPr/>
                <p14:nvPr/>
              </p14:nvContentPartPr>
              <p14:xfrm>
                <a:off x="1566518" y="2722504"/>
                <a:ext cx="77400" cy="138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5831637-A27D-5241-9C63-89565F74EC6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551398" y="2707384"/>
                  <a:ext cx="1080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0F72018-EBC9-D946-B8ED-090F9242F95F}"/>
                    </a:ext>
                  </a:extLst>
                </p14:cNvPr>
                <p14:cNvContentPartPr/>
                <p14:nvPr/>
              </p14:nvContentPartPr>
              <p14:xfrm>
                <a:off x="1761638" y="2620264"/>
                <a:ext cx="33480" cy="222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0F72018-EBC9-D946-B8ED-090F9242F95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746518" y="2605144"/>
                  <a:ext cx="637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6C01610-75E2-954A-B4AB-0CF1106163E7}"/>
                    </a:ext>
                  </a:extLst>
                </p14:cNvPr>
                <p14:cNvContentPartPr/>
                <p14:nvPr/>
              </p14:nvContentPartPr>
              <p14:xfrm>
                <a:off x="1666958" y="2694064"/>
                <a:ext cx="255960" cy="1530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6C01610-75E2-954A-B4AB-0CF1106163E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651478" y="2678944"/>
                  <a:ext cx="2865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E3C7247-E83B-7E4A-AF9C-2F4D13A46B0A}"/>
                    </a:ext>
                  </a:extLst>
                </p14:cNvPr>
                <p14:cNvContentPartPr/>
                <p14:nvPr/>
              </p14:nvContentPartPr>
              <p14:xfrm>
                <a:off x="1940198" y="2604424"/>
                <a:ext cx="3960" cy="5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E3C7247-E83B-7E4A-AF9C-2F4D13A46B0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24718" y="2588944"/>
                  <a:ext cx="342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E90DAB0-7910-7549-9DE9-B9545DEEB9E3}"/>
                    </a:ext>
                  </a:extLst>
                </p14:cNvPr>
                <p14:cNvContentPartPr/>
                <p14:nvPr/>
              </p14:nvContentPartPr>
              <p14:xfrm>
                <a:off x="2007158" y="2625664"/>
                <a:ext cx="100800" cy="211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E90DAB0-7910-7549-9DE9-B9545DEEB9E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991678" y="2610544"/>
                  <a:ext cx="1310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867475B-EDB1-E043-A127-C666F512255B}"/>
                    </a:ext>
                  </a:extLst>
                </p14:cNvPr>
                <p14:cNvContentPartPr/>
                <p14:nvPr/>
              </p14:nvContentPartPr>
              <p14:xfrm>
                <a:off x="2163038" y="2654824"/>
                <a:ext cx="124200" cy="1558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867475B-EDB1-E043-A127-C666F512255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2147918" y="2639704"/>
                  <a:ext cx="15444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95967102-9CE0-F749-AE78-E21CA14E32DD}"/>
              </a:ext>
            </a:extLst>
          </p:cNvPr>
          <p:cNvGrpSpPr/>
          <p:nvPr/>
        </p:nvGrpSpPr>
        <p:grpSpPr>
          <a:xfrm>
            <a:off x="243878" y="3270064"/>
            <a:ext cx="4397040" cy="2458440"/>
            <a:chOff x="243878" y="3270064"/>
            <a:chExt cx="4397040" cy="245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1DC1761-7EB1-DF42-ABDD-179D8273556E}"/>
                    </a:ext>
                  </a:extLst>
                </p14:cNvPr>
                <p14:cNvContentPartPr/>
                <p14:nvPr/>
              </p14:nvContentPartPr>
              <p14:xfrm>
                <a:off x="267278" y="3523504"/>
                <a:ext cx="38160" cy="236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1DC1761-7EB1-DF42-ABDD-179D8273556E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52158" y="3508384"/>
                  <a:ext cx="684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C413CEF-0650-284F-BB36-6571D70F64AC}"/>
                    </a:ext>
                  </a:extLst>
                </p14:cNvPr>
                <p14:cNvContentPartPr/>
                <p14:nvPr/>
              </p14:nvContentPartPr>
              <p14:xfrm>
                <a:off x="243878" y="3449344"/>
                <a:ext cx="154440" cy="176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C413CEF-0650-284F-BB36-6571D70F64A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228758" y="3434224"/>
                  <a:ext cx="1850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0A8D6E0-FE24-4E40-A7A6-603DD6DA9D0D}"/>
                    </a:ext>
                  </a:extLst>
                </p14:cNvPr>
                <p14:cNvContentPartPr/>
                <p14:nvPr/>
              </p14:nvContentPartPr>
              <p14:xfrm>
                <a:off x="445838" y="3430624"/>
                <a:ext cx="140760" cy="3499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0A8D6E0-FE24-4E40-A7A6-603DD6DA9D0D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30718" y="3415144"/>
                  <a:ext cx="1710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E0CA586-23E2-3A4D-B704-8157E5C674D9}"/>
                    </a:ext>
                  </a:extLst>
                </p14:cNvPr>
                <p14:cNvContentPartPr/>
                <p14:nvPr/>
              </p14:nvContentPartPr>
              <p14:xfrm>
                <a:off x="613238" y="3623944"/>
                <a:ext cx="105480" cy="1123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E0CA586-23E2-3A4D-B704-8157E5C674D9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97758" y="3608824"/>
                  <a:ext cx="1357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A87DCD5-F1D9-1249-A836-F4757EBE6433}"/>
                    </a:ext>
                  </a:extLst>
                </p14:cNvPr>
                <p14:cNvContentPartPr/>
                <p14:nvPr/>
              </p14:nvContentPartPr>
              <p14:xfrm>
                <a:off x="680198" y="3590464"/>
                <a:ext cx="62640" cy="375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A87DCD5-F1D9-1249-A836-F4757EBE643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64718" y="3575344"/>
                  <a:ext cx="9324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049EB6B-E613-3D40-9ADB-D7D804487B33}"/>
                    </a:ext>
                  </a:extLst>
                </p14:cNvPr>
                <p14:cNvContentPartPr/>
                <p14:nvPr/>
              </p14:nvContentPartPr>
              <p14:xfrm>
                <a:off x="780278" y="3434224"/>
                <a:ext cx="47880" cy="3682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049EB6B-E613-3D40-9ADB-D7D804487B33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65158" y="3419104"/>
                  <a:ext cx="7848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FD314AB-7C3F-E44D-AB70-975250943121}"/>
                    </a:ext>
                  </a:extLst>
                </p14:cNvPr>
                <p14:cNvContentPartPr/>
                <p14:nvPr/>
              </p14:nvContentPartPr>
              <p14:xfrm>
                <a:off x="867038" y="3601624"/>
                <a:ext cx="95400" cy="171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FD314AB-7C3F-E44D-AB70-975250943121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851918" y="3586504"/>
                  <a:ext cx="1260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8903452-8F81-154B-8A2A-55773689359E}"/>
                    </a:ext>
                  </a:extLst>
                </p14:cNvPr>
                <p14:cNvContentPartPr/>
                <p14:nvPr/>
              </p14:nvContentPartPr>
              <p14:xfrm>
                <a:off x="1053158" y="3577504"/>
                <a:ext cx="174600" cy="1854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8903452-8F81-154B-8A2A-55773689359E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37678" y="3562024"/>
                  <a:ext cx="2052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DBB85E3-D741-704C-96BB-A93785A27970}"/>
                    </a:ext>
                  </a:extLst>
                </p14:cNvPr>
                <p14:cNvContentPartPr/>
                <p14:nvPr/>
              </p14:nvContentPartPr>
              <p14:xfrm>
                <a:off x="1438358" y="3445384"/>
                <a:ext cx="41760" cy="253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DBB85E3-D741-704C-96BB-A93785A2797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423238" y="3430264"/>
                  <a:ext cx="723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CD40F8F-14BD-F140-8DB6-30DBE85FD2C6}"/>
                    </a:ext>
                  </a:extLst>
                </p14:cNvPr>
                <p14:cNvContentPartPr/>
                <p14:nvPr/>
              </p14:nvContentPartPr>
              <p14:xfrm>
                <a:off x="1402718" y="3406144"/>
                <a:ext cx="186120" cy="1483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CD40F8F-14BD-F140-8DB6-30DBE85FD2C6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387598" y="3391024"/>
                  <a:ext cx="2167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D8F820F-224D-444D-AFDB-749D82D94D43}"/>
                    </a:ext>
                  </a:extLst>
                </p14:cNvPr>
                <p14:cNvContentPartPr/>
                <p14:nvPr/>
              </p14:nvContentPartPr>
              <p14:xfrm>
                <a:off x="1661198" y="3334144"/>
                <a:ext cx="73440" cy="366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D8F820F-224D-444D-AFDB-749D82D94D4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646078" y="3318664"/>
                  <a:ext cx="10404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1514634-30AF-F744-853C-D416BF45279A}"/>
                    </a:ext>
                  </a:extLst>
                </p14:cNvPr>
                <p14:cNvContentPartPr/>
                <p14:nvPr/>
              </p14:nvContentPartPr>
              <p14:xfrm>
                <a:off x="1772438" y="3499024"/>
                <a:ext cx="142920" cy="1810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1514634-30AF-F744-853C-D416BF45279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757318" y="3483904"/>
                  <a:ext cx="1735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DF851AB-0C72-DF46-A28C-2CFDBC8D7165}"/>
                    </a:ext>
                  </a:extLst>
                </p14:cNvPr>
                <p14:cNvContentPartPr/>
                <p14:nvPr/>
              </p14:nvContentPartPr>
              <p14:xfrm>
                <a:off x="1962518" y="3467704"/>
                <a:ext cx="35280" cy="2217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DF851AB-0C72-DF46-A28C-2CFDBC8D716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947038" y="3452584"/>
                  <a:ext cx="658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D768B6A-9CFE-4B4B-8192-66DED95F73B7}"/>
                    </a:ext>
                  </a:extLst>
                </p14:cNvPr>
                <p14:cNvContentPartPr/>
                <p14:nvPr/>
              </p14:nvContentPartPr>
              <p14:xfrm>
                <a:off x="1918238" y="3564904"/>
                <a:ext cx="252720" cy="3517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D768B6A-9CFE-4B4B-8192-66DED95F73B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903118" y="3549784"/>
                  <a:ext cx="28332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75E77E8-B9C5-0A44-8784-20BE00DF08FA}"/>
                    </a:ext>
                  </a:extLst>
                </p14:cNvPr>
                <p14:cNvContentPartPr/>
                <p14:nvPr/>
              </p14:nvContentPartPr>
              <p14:xfrm>
                <a:off x="2264918" y="3270064"/>
                <a:ext cx="139680" cy="4060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75E77E8-B9C5-0A44-8784-20BE00DF08F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249438" y="3254584"/>
                  <a:ext cx="17028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9F5483D-0C73-F84A-B0F2-3AB305266B0C}"/>
                    </a:ext>
                  </a:extLst>
                </p14:cNvPr>
                <p14:cNvContentPartPr/>
                <p14:nvPr/>
              </p14:nvContentPartPr>
              <p14:xfrm>
                <a:off x="2453198" y="3526744"/>
                <a:ext cx="150120" cy="1800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9F5483D-0C73-F84A-B0F2-3AB305266B0C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437718" y="3511264"/>
                  <a:ext cx="1807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BA987CC-9686-F847-9755-933BE595361E}"/>
                    </a:ext>
                  </a:extLst>
                </p14:cNvPr>
                <p14:cNvContentPartPr/>
                <p14:nvPr/>
              </p14:nvContentPartPr>
              <p14:xfrm>
                <a:off x="2664878" y="3345304"/>
                <a:ext cx="39600" cy="328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BA987CC-9686-F847-9755-933BE595361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649758" y="3329824"/>
                  <a:ext cx="7020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41409D6-7C27-8447-97A7-7AD30BFD490A}"/>
                    </a:ext>
                  </a:extLst>
                </p14:cNvPr>
                <p14:cNvContentPartPr/>
                <p14:nvPr/>
              </p14:nvContentPartPr>
              <p14:xfrm>
                <a:off x="2765318" y="3508744"/>
                <a:ext cx="212760" cy="1778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41409D6-7C27-8447-97A7-7AD30BFD490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750198" y="3493264"/>
                  <a:ext cx="2433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BD54C60-BF9E-184E-A54F-7C72CB2D6463}"/>
                    </a:ext>
                  </a:extLst>
                </p14:cNvPr>
                <p14:cNvContentPartPr/>
                <p14:nvPr/>
              </p14:nvContentPartPr>
              <p14:xfrm>
                <a:off x="2988518" y="3545824"/>
                <a:ext cx="41760" cy="1436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BD54C60-BF9E-184E-A54F-7C72CB2D646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973038" y="3530704"/>
                  <a:ext cx="720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9325B4E-FC7F-D744-9890-8B12D2A203F5}"/>
                    </a:ext>
                  </a:extLst>
                </p14:cNvPr>
                <p14:cNvContentPartPr/>
                <p14:nvPr/>
              </p14:nvContentPartPr>
              <p14:xfrm>
                <a:off x="3037118" y="3475984"/>
                <a:ext cx="7200" cy="32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9325B4E-FC7F-D744-9890-8B12D2A203F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021638" y="3460504"/>
                  <a:ext cx="378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3BDAF92-DB86-DB42-9FE8-0819B7480FE9}"/>
                    </a:ext>
                  </a:extLst>
                </p14:cNvPr>
                <p14:cNvContentPartPr/>
                <p14:nvPr/>
              </p14:nvContentPartPr>
              <p14:xfrm>
                <a:off x="3099758" y="3512344"/>
                <a:ext cx="109800" cy="1868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3BDAF92-DB86-DB42-9FE8-0819B7480FE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084638" y="3497224"/>
                  <a:ext cx="1404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ECA0A68-14B7-C740-B976-C7BEE7450815}"/>
                    </a:ext>
                  </a:extLst>
                </p14:cNvPr>
                <p14:cNvContentPartPr/>
                <p14:nvPr/>
              </p14:nvContentPartPr>
              <p14:xfrm>
                <a:off x="3278318" y="3467704"/>
                <a:ext cx="38160" cy="2451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ECA0A68-14B7-C740-B976-C7BEE745081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263198" y="3452584"/>
                  <a:ext cx="684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7AFAB37-89A3-3B45-BE5F-3D9525388F91}"/>
                    </a:ext>
                  </a:extLst>
                </p14:cNvPr>
                <p14:cNvContentPartPr/>
                <p14:nvPr/>
              </p14:nvContentPartPr>
              <p14:xfrm>
                <a:off x="3185078" y="3346744"/>
                <a:ext cx="314280" cy="3297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7AFAB37-89A3-3B45-BE5F-3D9525388F9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169598" y="3331624"/>
                  <a:ext cx="3445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D0457B3-22B8-9344-94A1-9197ECCB413E}"/>
                    </a:ext>
                  </a:extLst>
                </p14:cNvPr>
                <p14:cNvContentPartPr/>
                <p14:nvPr/>
              </p14:nvContentPartPr>
              <p14:xfrm>
                <a:off x="3542918" y="3491104"/>
                <a:ext cx="109080" cy="1854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D0457B3-22B8-9344-94A1-9197ECCB413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527798" y="3475984"/>
                  <a:ext cx="1396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25A5591-5889-0041-BFB5-9FC7DA618945}"/>
                    </a:ext>
                  </a:extLst>
                </p14:cNvPr>
                <p14:cNvContentPartPr/>
                <p14:nvPr/>
              </p14:nvContentPartPr>
              <p14:xfrm>
                <a:off x="3675038" y="3481384"/>
                <a:ext cx="131040" cy="1800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25A5591-5889-0041-BFB5-9FC7DA61894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659918" y="3465904"/>
                  <a:ext cx="1616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8A0986F-EF52-F94C-913C-E3FE21D7CE67}"/>
                    </a:ext>
                  </a:extLst>
                </p14:cNvPr>
                <p14:cNvContentPartPr/>
                <p14:nvPr/>
              </p14:nvContentPartPr>
              <p14:xfrm>
                <a:off x="662198" y="3964864"/>
                <a:ext cx="189360" cy="254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8A0986F-EF52-F94C-913C-E3FE21D7CE6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47078" y="3949744"/>
                  <a:ext cx="2199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E66D0D9-C0AB-5F4B-AC8A-197FBB70CD2A}"/>
                    </a:ext>
                  </a:extLst>
                </p14:cNvPr>
                <p14:cNvContentPartPr/>
                <p14:nvPr/>
              </p14:nvContentPartPr>
              <p14:xfrm>
                <a:off x="869558" y="3913744"/>
                <a:ext cx="73800" cy="3355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E66D0D9-C0AB-5F4B-AC8A-197FBB70CD2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54438" y="3898624"/>
                  <a:ext cx="10440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AD282DD-18CE-854D-84CB-2CADE0006C22}"/>
                    </a:ext>
                  </a:extLst>
                </p14:cNvPr>
                <p14:cNvContentPartPr/>
                <p14:nvPr/>
              </p14:nvContentPartPr>
              <p14:xfrm>
                <a:off x="970718" y="4022104"/>
                <a:ext cx="110160" cy="1504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AD282DD-18CE-854D-84CB-2CADE0006C2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55598" y="4006984"/>
                  <a:ext cx="1407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C71F95C-0CBE-454C-A922-E7EEF8E15DA9}"/>
                    </a:ext>
                  </a:extLst>
                </p14:cNvPr>
                <p14:cNvContentPartPr/>
                <p14:nvPr/>
              </p14:nvContentPartPr>
              <p14:xfrm>
                <a:off x="1140638" y="3995824"/>
                <a:ext cx="76320" cy="1663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C71F95C-0CBE-454C-A922-E7EEF8E15DA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25518" y="3980344"/>
                  <a:ext cx="1069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C599D40-7C60-614F-A9D7-61BB9040E507}"/>
                    </a:ext>
                  </a:extLst>
                </p14:cNvPr>
                <p14:cNvContentPartPr/>
                <p14:nvPr/>
              </p14:nvContentPartPr>
              <p14:xfrm>
                <a:off x="1273838" y="4001944"/>
                <a:ext cx="86760" cy="1555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C599D40-7C60-614F-A9D7-61BB9040E50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258718" y="3986824"/>
                  <a:ext cx="1173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83479BA-F7C2-7E4B-8ABB-73247554662A}"/>
                    </a:ext>
                  </a:extLst>
                </p14:cNvPr>
                <p14:cNvContentPartPr/>
                <p14:nvPr/>
              </p14:nvContentPartPr>
              <p14:xfrm>
                <a:off x="1583438" y="3880624"/>
                <a:ext cx="46800" cy="2952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83479BA-F7C2-7E4B-8ABB-73247554662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567958" y="3865144"/>
                  <a:ext cx="7740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4112663-CFB1-F04D-9FDC-2E8D6F64029B}"/>
                    </a:ext>
                  </a:extLst>
                </p14:cNvPr>
                <p14:cNvContentPartPr/>
                <p14:nvPr/>
              </p14:nvContentPartPr>
              <p14:xfrm>
                <a:off x="1450238" y="3871984"/>
                <a:ext cx="236880" cy="421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4112663-CFB1-F04D-9FDC-2E8D6F64029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435118" y="3856864"/>
                  <a:ext cx="2674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1146CD3-B257-D542-BA8F-07F5F41CD546}"/>
                    </a:ext>
                  </a:extLst>
                </p14:cNvPr>
                <p14:cNvContentPartPr/>
                <p14:nvPr/>
              </p14:nvContentPartPr>
              <p14:xfrm>
                <a:off x="1705838" y="3968104"/>
                <a:ext cx="216000" cy="1832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1146CD3-B257-D542-BA8F-07F5F41CD54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690718" y="3952984"/>
                  <a:ext cx="2462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6FD37C3-3195-3240-858C-C79FFB99CD45}"/>
                    </a:ext>
                  </a:extLst>
                </p14:cNvPr>
                <p14:cNvContentPartPr/>
                <p14:nvPr/>
              </p14:nvContentPartPr>
              <p14:xfrm>
                <a:off x="1994198" y="3938584"/>
                <a:ext cx="183240" cy="190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6FD37C3-3195-3240-858C-C79FFB99CD4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979078" y="3923464"/>
                  <a:ext cx="2134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97190A8-F180-D948-B7EB-DA483F0A78BC}"/>
                    </a:ext>
                  </a:extLst>
                </p14:cNvPr>
                <p14:cNvContentPartPr/>
                <p14:nvPr/>
              </p14:nvContentPartPr>
              <p14:xfrm>
                <a:off x="2239358" y="3964864"/>
                <a:ext cx="123840" cy="1454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97190A8-F180-D948-B7EB-DA483F0A78B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224238" y="3949744"/>
                  <a:ext cx="1544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00763E8-7094-F540-AA84-163FCA0DAEC1}"/>
                    </a:ext>
                  </a:extLst>
                </p14:cNvPr>
                <p14:cNvContentPartPr/>
                <p14:nvPr/>
              </p14:nvContentPartPr>
              <p14:xfrm>
                <a:off x="2430878" y="3813664"/>
                <a:ext cx="46800" cy="2977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00763E8-7094-F540-AA84-163FCA0DAEC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415398" y="3798184"/>
                  <a:ext cx="770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088661B-4BBE-F443-8BD2-740DCE0BECF2}"/>
                    </a:ext>
                  </a:extLst>
                </p14:cNvPr>
                <p14:cNvContentPartPr/>
                <p14:nvPr/>
              </p14:nvContentPartPr>
              <p14:xfrm>
                <a:off x="2339798" y="3951184"/>
                <a:ext cx="308520" cy="1267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088661B-4BBE-F443-8BD2-740DCE0BECF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324678" y="3936064"/>
                  <a:ext cx="3387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13F979C-26B2-FA4B-9E2D-6E10C08032D5}"/>
                    </a:ext>
                  </a:extLst>
                </p14:cNvPr>
                <p14:cNvContentPartPr/>
                <p14:nvPr/>
              </p14:nvContentPartPr>
              <p14:xfrm>
                <a:off x="2743358" y="3792424"/>
                <a:ext cx="408240" cy="3096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13F979C-26B2-FA4B-9E2D-6E10C08032D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728238" y="3776944"/>
                  <a:ext cx="4384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AC65CCD-1D49-774D-8071-71DCF68F408E}"/>
                    </a:ext>
                  </a:extLst>
                </p14:cNvPr>
                <p14:cNvContentPartPr/>
                <p14:nvPr/>
              </p14:nvContentPartPr>
              <p14:xfrm>
                <a:off x="1340798" y="4352584"/>
                <a:ext cx="172440" cy="285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AC65CCD-1D49-774D-8071-71DCF68F408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325318" y="4337464"/>
                  <a:ext cx="2026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2894CFB-0EC1-DB45-AA8C-A6F45406F2A7}"/>
                    </a:ext>
                  </a:extLst>
                </p14:cNvPr>
                <p14:cNvContentPartPr/>
                <p14:nvPr/>
              </p14:nvContentPartPr>
              <p14:xfrm>
                <a:off x="1549958" y="4460224"/>
                <a:ext cx="122760" cy="1652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2894CFB-0EC1-DB45-AA8C-A6F45406F2A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534478" y="4445104"/>
                  <a:ext cx="1530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8AC9B31-CA53-5A4E-9F61-8E558D702CE0}"/>
                    </a:ext>
                  </a:extLst>
                </p14:cNvPr>
                <p14:cNvContentPartPr/>
                <p14:nvPr/>
              </p14:nvContentPartPr>
              <p14:xfrm>
                <a:off x="1683518" y="4270864"/>
                <a:ext cx="158400" cy="3117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8AC9B31-CA53-5A4E-9F61-8E558D702CE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668398" y="4255384"/>
                  <a:ext cx="1890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4458B36-0519-1348-991D-534145D1C9BD}"/>
                    </a:ext>
                  </a:extLst>
                </p14:cNvPr>
                <p14:cNvContentPartPr/>
                <p14:nvPr/>
              </p14:nvContentPartPr>
              <p14:xfrm>
                <a:off x="1906718" y="4435024"/>
                <a:ext cx="106920" cy="1364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4458B36-0519-1348-991D-534145D1C9B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891598" y="4419904"/>
                  <a:ext cx="1375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F0FC314-8D8F-E64C-8C9D-0DF1CB59DC9B}"/>
                    </a:ext>
                  </a:extLst>
                </p14:cNvPr>
                <p14:cNvContentPartPr/>
                <p14:nvPr/>
              </p14:nvContentPartPr>
              <p14:xfrm>
                <a:off x="2029478" y="4215064"/>
                <a:ext cx="81720" cy="3682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F0FC314-8D8F-E64C-8C9D-0DF1CB59DC9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013998" y="4199584"/>
                  <a:ext cx="11196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3394338-E57B-2E46-9A2A-798617CCE7D0}"/>
                    </a:ext>
                  </a:extLst>
                </p14:cNvPr>
                <p14:cNvContentPartPr/>
                <p14:nvPr/>
              </p14:nvContentPartPr>
              <p14:xfrm>
                <a:off x="2134958" y="4393264"/>
                <a:ext cx="128160" cy="1573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3394338-E57B-2E46-9A2A-798617CCE7D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119478" y="4378144"/>
                  <a:ext cx="1587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C719E31-16CD-8549-B4B5-62419A68539B}"/>
                    </a:ext>
                  </a:extLst>
                </p14:cNvPr>
                <p14:cNvContentPartPr/>
                <p14:nvPr/>
              </p14:nvContentPartPr>
              <p14:xfrm>
                <a:off x="2295518" y="4392904"/>
                <a:ext cx="86760" cy="1386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C719E31-16CD-8549-B4B5-62419A68539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280038" y="4377784"/>
                  <a:ext cx="1173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218F0CD-9CE2-4349-8BFF-DA151D493483}"/>
                    </a:ext>
                  </a:extLst>
                </p14:cNvPr>
                <p14:cNvContentPartPr/>
                <p14:nvPr/>
              </p14:nvContentPartPr>
              <p14:xfrm>
                <a:off x="2429438" y="4388584"/>
                <a:ext cx="54360" cy="1515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218F0CD-9CE2-4349-8BFF-DA151D49348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414318" y="4373464"/>
                  <a:ext cx="846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7B5FCB6-D5F7-9942-B665-9063888312D8}"/>
                    </a:ext>
                  </a:extLst>
                </p14:cNvPr>
                <p14:cNvContentPartPr/>
                <p14:nvPr/>
              </p14:nvContentPartPr>
              <p14:xfrm>
                <a:off x="2620238" y="4226224"/>
                <a:ext cx="63000" cy="2548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7B5FCB6-D5F7-9942-B665-9063888312D8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605118" y="4210744"/>
                  <a:ext cx="936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A160525-017D-1A40-9ACB-1AB63FFC6E7F}"/>
                    </a:ext>
                  </a:extLst>
                </p14:cNvPr>
                <p14:cNvContentPartPr/>
                <p14:nvPr/>
              </p14:nvContentPartPr>
              <p14:xfrm>
                <a:off x="2617718" y="4211104"/>
                <a:ext cx="216720" cy="2707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A160525-017D-1A40-9ACB-1AB63FFC6E7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602238" y="4195984"/>
                  <a:ext cx="2473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5B81DA3-59A2-0246-ADDB-F98010AD7124}"/>
                    </a:ext>
                  </a:extLst>
                </p14:cNvPr>
                <p14:cNvContentPartPr/>
                <p14:nvPr/>
              </p14:nvContentPartPr>
              <p14:xfrm>
                <a:off x="2821118" y="4337824"/>
                <a:ext cx="53640" cy="1908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5B81DA3-59A2-0246-ADDB-F98010AD712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805998" y="4322344"/>
                  <a:ext cx="842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0326219-3C9B-B948-A01E-BC1CEFE5CDA1}"/>
                    </a:ext>
                  </a:extLst>
                </p14:cNvPr>
                <p14:cNvContentPartPr/>
                <p14:nvPr/>
              </p14:nvContentPartPr>
              <p14:xfrm>
                <a:off x="2932718" y="4192744"/>
                <a:ext cx="6480" cy="93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0326219-3C9B-B948-A01E-BC1CEFE5CDA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917238" y="4177264"/>
                  <a:ext cx="370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4F1B2BF-E306-494D-B99F-CDF112EE3B52}"/>
                    </a:ext>
                  </a:extLst>
                </p14:cNvPr>
                <p14:cNvContentPartPr/>
                <p14:nvPr/>
              </p14:nvContentPartPr>
              <p14:xfrm>
                <a:off x="2944598" y="4326304"/>
                <a:ext cx="146520" cy="4114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4F1B2BF-E306-494D-B99F-CDF112EE3B52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2929118" y="4311184"/>
                  <a:ext cx="17676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14968DE-A644-244B-87DD-B29BAE9F0710}"/>
                    </a:ext>
                  </a:extLst>
                </p14:cNvPr>
                <p14:cNvContentPartPr/>
                <p14:nvPr/>
              </p14:nvContentPartPr>
              <p14:xfrm>
                <a:off x="3123518" y="4305064"/>
                <a:ext cx="247680" cy="1702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14968DE-A644-244B-87DD-B29BAE9F0710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3108398" y="4289944"/>
                  <a:ext cx="2779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09E49D1-EA06-F04D-9840-F613DD2375F7}"/>
                    </a:ext>
                  </a:extLst>
                </p14:cNvPr>
                <p14:cNvContentPartPr/>
                <p14:nvPr/>
              </p14:nvContentPartPr>
              <p14:xfrm>
                <a:off x="3420518" y="4304344"/>
                <a:ext cx="297360" cy="1407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09E49D1-EA06-F04D-9840-F613DD2375F7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3405398" y="4288864"/>
                  <a:ext cx="3276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043BD06-6EFC-5E4F-A743-C7854E763C5E}"/>
                    </a:ext>
                  </a:extLst>
                </p14:cNvPr>
                <p14:cNvContentPartPr/>
                <p14:nvPr/>
              </p14:nvContentPartPr>
              <p14:xfrm>
                <a:off x="1912118" y="4746784"/>
                <a:ext cx="164160" cy="2919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043BD06-6EFC-5E4F-A743-C7854E763C5E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896638" y="4731664"/>
                  <a:ext cx="1947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15DD31D-DF6F-7C46-900C-3EF8BB4575F5}"/>
                    </a:ext>
                  </a:extLst>
                </p14:cNvPr>
                <p14:cNvContentPartPr/>
                <p14:nvPr/>
              </p14:nvContentPartPr>
              <p14:xfrm>
                <a:off x="2133878" y="4710784"/>
                <a:ext cx="272880" cy="252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15DD31D-DF6F-7C46-900C-3EF8BB4575F5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2118398" y="4695664"/>
                  <a:ext cx="3034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7702E3F-65AA-BA4A-813F-9CA9E417DFD7}"/>
                    </a:ext>
                  </a:extLst>
                </p14:cNvPr>
                <p14:cNvContentPartPr/>
                <p14:nvPr/>
              </p14:nvContentPartPr>
              <p14:xfrm>
                <a:off x="2451758" y="4817704"/>
                <a:ext cx="229680" cy="1303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7702E3F-65AA-BA4A-813F-9CA9E417DFD7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2436638" y="4802224"/>
                  <a:ext cx="2602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6EADFB6-0CF3-9F48-8AC1-11BC216FABBB}"/>
                    </a:ext>
                  </a:extLst>
                </p14:cNvPr>
                <p14:cNvContentPartPr/>
                <p14:nvPr/>
              </p14:nvContentPartPr>
              <p14:xfrm>
                <a:off x="2782238" y="4602064"/>
                <a:ext cx="145800" cy="3441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6EADFB6-0CF3-9F48-8AC1-11BC216FABBB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2766758" y="4586944"/>
                  <a:ext cx="1760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17B452F-CFE9-404E-A88F-A08F65E197C2}"/>
                    </a:ext>
                  </a:extLst>
                </p14:cNvPr>
                <p14:cNvContentPartPr/>
                <p14:nvPr/>
              </p14:nvContentPartPr>
              <p14:xfrm>
                <a:off x="2988518" y="4672264"/>
                <a:ext cx="34200" cy="2599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17B452F-CFE9-404E-A88F-A08F65E197C2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2973038" y="4656784"/>
                  <a:ext cx="648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9DF639D-3E14-0140-8E06-E822158F2B2E}"/>
                    </a:ext>
                  </a:extLst>
                </p14:cNvPr>
                <p14:cNvContentPartPr/>
                <p14:nvPr/>
              </p14:nvContentPartPr>
              <p14:xfrm>
                <a:off x="2921558" y="4743544"/>
                <a:ext cx="284040" cy="1767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9DF639D-3E14-0140-8E06-E822158F2B2E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2906078" y="4728424"/>
                  <a:ext cx="3142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2F67972-B793-D14E-923A-4B8D26C778A5}"/>
                    </a:ext>
                  </a:extLst>
                </p14:cNvPr>
                <p14:cNvContentPartPr/>
                <p14:nvPr/>
              </p14:nvContentPartPr>
              <p14:xfrm>
                <a:off x="3233678" y="4672264"/>
                <a:ext cx="4320" cy="32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2F67972-B793-D14E-923A-4B8D26C778A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218558" y="4656784"/>
                  <a:ext cx="349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14B9660-FCCC-8349-9849-84108A16FB1A}"/>
                    </a:ext>
                  </a:extLst>
                </p14:cNvPr>
                <p14:cNvContentPartPr/>
                <p14:nvPr/>
              </p14:nvContentPartPr>
              <p14:xfrm>
                <a:off x="3270398" y="4721944"/>
                <a:ext cx="164520" cy="4240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14B9660-FCCC-8349-9849-84108A16FB1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255278" y="4706824"/>
                  <a:ext cx="19512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5FB7D72-36D1-7A47-AE3A-CEC3084D9DF2}"/>
                    </a:ext>
                  </a:extLst>
                </p14:cNvPr>
                <p14:cNvContentPartPr/>
                <p14:nvPr/>
              </p14:nvContentPartPr>
              <p14:xfrm>
                <a:off x="3455438" y="4690264"/>
                <a:ext cx="132480" cy="1666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5FB7D72-36D1-7A47-AE3A-CEC3084D9DF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440318" y="4675144"/>
                  <a:ext cx="1627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94F9330-19BF-9446-9AFC-5FF4A7314B77}"/>
                    </a:ext>
                  </a:extLst>
                </p14:cNvPr>
                <p14:cNvContentPartPr/>
                <p14:nvPr/>
              </p14:nvContentPartPr>
              <p14:xfrm>
                <a:off x="3623918" y="4703584"/>
                <a:ext cx="41040" cy="2116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94F9330-19BF-9446-9AFC-5FF4A7314B7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608798" y="4688104"/>
                  <a:ext cx="712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F7C052B-C062-A84C-9883-F8781647AB0D}"/>
                    </a:ext>
                  </a:extLst>
                </p14:cNvPr>
                <p14:cNvContentPartPr/>
                <p14:nvPr/>
              </p14:nvContentPartPr>
              <p14:xfrm>
                <a:off x="3646238" y="4582984"/>
                <a:ext cx="9000" cy="14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F7C052B-C062-A84C-9883-F8781647AB0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31118" y="4567864"/>
                  <a:ext cx="396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119AC95-56EE-C54E-B361-A1414BCA06E2}"/>
                    </a:ext>
                  </a:extLst>
                </p14:cNvPr>
                <p14:cNvContentPartPr/>
                <p14:nvPr/>
              </p14:nvContentPartPr>
              <p14:xfrm>
                <a:off x="3727958" y="4614664"/>
                <a:ext cx="131400" cy="2865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119AC95-56EE-C54E-B361-A1414BCA06E2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3712838" y="4599544"/>
                  <a:ext cx="1620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427DA77-4F28-6744-8405-DF64700CA298}"/>
                    </a:ext>
                  </a:extLst>
                </p14:cNvPr>
                <p14:cNvContentPartPr/>
                <p14:nvPr/>
              </p14:nvContentPartPr>
              <p14:xfrm>
                <a:off x="3690878" y="4700344"/>
                <a:ext cx="231840" cy="1713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427DA77-4F28-6744-8405-DF64700CA298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3675758" y="4685224"/>
                  <a:ext cx="2624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E76C3F2-47A0-AF4D-9275-BA7CA2D2D16F}"/>
                    </a:ext>
                  </a:extLst>
                </p14:cNvPr>
                <p14:cNvContentPartPr/>
                <p14:nvPr/>
              </p14:nvContentPartPr>
              <p14:xfrm>
                <a:off x="3968798" y="4702504"/>
                <a:ext cx="79560" cy="1710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E76C3F2-47A0-AF4D-9275-BA7CA2D2D16F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3953678" y="4687384"/>
                  <a:ext cx="1101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64E4950-3B96-8F4C-B220-D82AA15E5AFE}"/>
                    </a:ext>
                  </a:extLst>
                </p14:cNvPr>
                <p14:cNvContentPartPr/>
                <p14:nvPr/>
              </p14:nvContentPartPr>
              <p14:xfrm>
                <a:off x="4081118" y="4705744"/>
                <a:ext cx="198720" cy="1861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64E4950-3B96-8F4C-B220-D82AA15E5AFE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4065998" y="4690264"/>
                  <a:ext cx="2289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8EFAB6D-FC08-2748-9427-D3038DBEE8E6}"/>
                    </a:ext>
                  </a:extLst>
                </p14:cNvPr>
                <p14:cNvContentPartPr/>
                <p14:nvPr/>
              </p14:nvContentPartPr>
              <p14:xfrm>
                <a:off x="4298558" y="4692784"/>
                <a:ext cx="119880" cy="1537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8EFAB6D-FC08-2748-9427-D3038DBEE8E6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4283078" y="4677664"/>
                  <a:ext cx="1501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0CDF701-5F44-F943-98AA-F1CBA5A67588}"/>
                    </a:ext>
                  </a:extLst>
                </p14:cNvPr>
                <p14:cNvContentPartPr/>
                <p14:nvPr/>
              </p14:nvContentPartPr>
              <p14:xfrm>
                <a:off x="4483238" y="4662184"/>
                <a:ext cx="102960" cy="1872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0CDF701-5F44-F943-98AA-F1CBA5A67588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4468118" y="4647064"/>
                  <a:ext cx="1332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E78D3B1-62D1-8341-84EB-092257A3B997}"/>
                    </a:ext>
                  </a:extLst>
                </p14:cNvPr>
                <p14:cNvContentPartPr/>
                <p14:nvPr/>
              </p14:nvContentPartPr>
              <p14:xfrm>
                <a:off x="2836958" y="5049904"/>
                <a:ext cx="157320" cy="2678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E78D3B1-62D1-8341-84EB-092257A3B997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2821478" y="5034784"/>
                  <a:ext cx="1879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74CE7BD-B45A-6349-8CD2-A5D0445FE091}"/>
                    </a:ext>
                  </a:extLst>
                </p14:cNvPr>
                <p14:cNvContentPartPr/>
                <p14:nvPr/>
              </p14:nvContentPartPr>
              <p14:xfrm>
                <a:off x="3063398" y="5161864"/>
                <a:ext cx="168480" cy="1544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74CE7BD-B45A-6349-8CD2-A5D0445FE091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3048278" y="5146744"/>
                  <a:ext cx="1987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435E05E-CD84-F348-8442-C6FF00013F35}"/>
                    </a:ext>
                  </a:extLst>
                </p14:cNvPr>
                <p14:cNvContentPartPr/>
                <p14:nvPr/>
              </p14:nvContentPartPr>
              <p14:xfrm>
                <a:off x="3222518" y="5104264"/>
                <a:ext cx="145440" cy="2030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435E05E-CD84-F348-8442-C6FF00013F35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3207398" y="5088784"/>
                  <a:ext cx="1760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5360E6F3-E257-1844-B4CE-67FBF3F7D083}"/>
                    </a:ext>
                  </a:extLst>
                </p14:cNvPr>
                <p14:cNvContentPartPr/>
                <p14:nvPr/>
              </p14:nvContentPartPr>
              <p14:xfrm>
                <a:off x="3389918" y="5162944"/>
                <a:ext cx="43920" cy="1494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5360E6F3-E257-1844-B4CE-67FBF3F7D083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3374438" y="5147464"/>
                  <a:ext cx="741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4E3509E-F4B7-664B-B374-D66531541C5D}"/>
                    </a:ext>
                  </a:extLst>
                </p14:cNvPr>
                <p14:cNvContentPartPr/>
                <p14:nvPr/>
              </p14:nvContentPartPr>
              <p14:xfrm>
                <a:off x="3439598" y="5097424"/>
                <a:ext cx="6480" cy="97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4E3509E-F4B7-664B-B374-D66531541C5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424118" y="5082304"/>
                  <a:ext cx="367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DE620FD1-CAB8-7F42-964F-DBF2AA5F52A9}"/>
                    </a:ext>
                  </a:extLst>
                </p14:cNvPr>
                <p14:cNvContentPartPr/>
                <p14:nvPr/>
              </p14:nvContentPartPr>
              <p14:xfrm>
                <a:off x="3492518" y="5140624"/>
                <a:ext cx="105840" cy="1656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DE620FD1-CAB8-7F42-964F-DBF2AA5F52A9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477038" y="5125144"/>
                  <a:ext cx="1364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C134CFF-ACA5-7A4E-90FA-3FF3DC73BCE5}"/>
                    </a:ext>
                  </a:extLst>
                </p14:cNvPr>
                <p14:cNvContentPartPr/>
                <p14:nvPr/>
              </p14:nvContentPartPr>
              <p14:xfrm>
                <a:off x="3635078" y="5073664"/>
                <a:ext cx="37080" cy="2059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C134CFF-ACA5-7A4E-90FA-3FF3DC73BCE5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619958" y="5058544"/>
                  <a:ext cx="676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2FA4081-8C3C-6F4D-988A-DDB834D157CA}"/>
                    </a:ext>
                  </a:extLst>
                </p14:cNvPr>
                <p14:cNvContentPartPr/>
                <p14:nvPr/>
              </p14:nvContentPartPr>
              <p14:xfrm>
                <a:off x="3590438" y="5128384"/>
                <a:ext cx="212760" cy="1339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2FA4081-8C3C-6F4D-988A-DDB834D157CA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575318" y="5112904"/>
                  <a:ext cx="2433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CADFC5C-185D-D445-B7A0-8AAB02EC2331}"/>
                    </a:ext>
                  </a:extLst>
                </p14:cNvPr>
                <p14:cNvContentPartPr/>
                <p14:nvPr/>
              </p14:nvContentPartPr>
              <p14:xfrm>
                <a:off x="3825158" y="5080504"/>
                <a:ext cx="144720" cy="1652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CADFC5C-185D-D445-B7A0-8AAB02EC2331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3810038" y="5065384"/>
                  <a:ext cx="1753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AE95359-47F9-3A4F-830A-7606A52D02EB}"/>
                    </a:ext>
                  </a:extLst>
                </p14:cNvPr>
                <p14:cNvContentPartPr/>
                <p14:nvPr/>
              </p14:nvContentPartPr>
              <p14:xfrm>
                <a:off x="3947558" y="5151784"/>
                <a:ext cx="122760" cy="1130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AE95359-47F9-3A4F-830A-7606A52D02EB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3932438" y="5136304"/>
                  <a:ext cx="1533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4EE9EBD-8547-9744-B2D3-C3819A29CDF2}"/>
                    </a:ext>
                  </a:extLst>
                </p14:cNvPr>
                <p14:cNvContentPartPr/>
                <p14:nvPr/>
              </p14:nvContentPartPr>
              <p14:xfrm>
                <a:off x="4125758" y="5117584"/>
                <a:ext cx="176040" cy="1407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4EE9EBD-8547-9744-B2D3-C3819A29CDF2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4110638" y="5102464"/>
                  <a:ext cx="2066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527D5670-A2A2-EF4A-9DD1-260519688408}"/>
                    </a:ext>
                  </a:extLst>
                </p14:cNvPr>
                <p14:cNvContentPartPr/>
                <p14:nvPr/>
              </p14:nvContentPartPr>
              <p14:xfrm>
                <a:off x="4352198" y="5115424"/>
                <a:ext cx="159840" cy="1206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527D5670-A2A2-EF4A-9DD1-260519688408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4337078" y="5100304"/>
                  <a:ext cx="1904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4CD53DD-8FD2-FA4A-BE1B-4AF3866B404C}"/>
                    </a:ext>
                  </a:extLst>
                </p14:cNvPr>
                <p14:cNvContentPartPr/>
                <p14:nvPr/>
              </p14:nvContentPartPr>
              <p14:xfrm>
                <a:off x="3724358" y="5475784"/>
                <a:ext cx="187920" cy="1566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4CD53DD-8FD2-FA4A-BE1B-4AF3866B404C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709238" y="5460664"/>
                  <a:ext cx="2181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14A41EEC-4C07-B44A-A353-EE5474ACC23C}"/>
                    </a:ext>
                  </a:extLst>
                </p14:cNvPr>
                <p14:cNvContentPartPr/>
                <p14:nvPr/>
              </p14:nvContentPartPr>
              <p14:xfrm>
                <a:off x="3951878" y="5419264"/>
                <a:ext cx="101880" cy="1731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14A41EEC-4C07-B44A-A353-EE5474ACC23C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936758" y="5404144"/>
                  <a:ext cx="1321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02C9B68-5756-5B4A-B6BB-A7578EDF2282}"/>
                    </a:ext>
                  </a:extLst>
                </p14:cNvPr>
                <p14:cNvContentPartPr/>
                <p14:nvPr/>
              </p14:nvContentPartPr>
              <p14:xfrm>
                <a:off x="4090478" y="5456704"/>
                <a:ext cx="102960" cy="1407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02C9B68-5756-5B4A-B6BB-A7578EDF2282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4074998" y="5441584"/>
                  <a:ext cx="1332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27A31D13-C4B5-DC45-A61F-4D1C7523908E}"/>
                    </a:ext>
                  </a:extLst>
                </p14:cNvPr>
                <p14:cNvContentPartPr/>
                <p14:nvPr/>
              </p14:nvContentPartPr>
              <p14:xfrm>
                <a:off x="4200278" y="5419264"/>
                <a:ext cx="120240" cy="1699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27A31D13-C4B5-DC45-A61F-4D1C7523908E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4184798" y="5404144"/>
                  <a:ext cx="1508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ECDC4160-A85F-4A4E-A034-4583263D70D0}"/>
                    </a:ext>
                  </a:extLst>
                </p14:cNvPr>
                <p14:cNvContentPartPr/>
                <p14:nvPr/>
              </p14:nvContentPartPr>
              <p14:xfrm>
                <a:off x="4356518" y="5430424"/>
                <a:ext cx="76320" cy="1184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ECDC4160-A85F-4A4E-A034-4583263D70D0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4341398" y="5415304"/>
                  <a:ext cx="1069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3E608C48-1180-8842-A2E4-CA3AECF137F8}"/>
                    </a:ext>
                  </a:extLst>
                </p14:cNvPr>
                <p14:cNvContentPartPr/>
                <p14:nvPr/>
              </p14:nvContentPartPr>
              <p14:xfrm>
                <a:off x="4449038" y="5441584"/>
                <a:ext cx="105120" cy="1180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3E608C48-1180-8842-A2E4-CA3AECF137F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433918" y="5426464"/>
                  <a:ext cx="1357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C1904E7-97A1-CB40-A637-6D513DB2666C}"/>
                    </a:ext>
                  </a:extLst>
                </p14:cNvPr>
                <p14:cNvContentPartPr/>
                <p14:nvPr/>
              </p14:nvContentPartPr>
              <p14:xfrm>
                <a:off x="4594118" y="5475064"/>
                <a:ext cx="34200" cy="655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C1904E7-97A1-CB40-A637-6D513DB2666C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578998" y="5459944"/>
                  <a:ext cx="648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B75564C-6949-EA46-B6EA-CD266AE7F922}"/>
                    </a:ext>
                  </a:extLst>
                </p14:cNvPr>
                <p14:cNvContentPartPr/>
                <p14:nvPr/>
              </p14:nvContentPartPr>
              <p14:xfrm>
                <a:off x="4638758" y="5318824"/>
                <a:ext cx="2160" cy="93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B75564C-6949-EA46-B6EA-CD266AE7F92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623638" y="5303704"/>
                  <a:ext cx="327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33B52A1-BFD2-584F-AD0B-F5F3167C81F1}"/>
                    </a:ext>
                  </a:extLst>
                </p14:cNvPr>
                <p14:cNvContentPartPr/>
                <p14:nvPr/>
              </p14:nvContentPartPr>
              <p14:xfrm>
                <a:off x="3880598" y="5648944"/>
                <a:ext cx="689760" cy="795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33B52A1-BFD2-584F-AD0B-F5F3167C81F1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3865118" y="5633824"/>
                  <a:ext cx="7203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14D38A9D-E256-824E-855C-9451A6E05D7D}"/>
                    </a:ext>
                  </a:extLst>
                </p14:cNvPr>
                <p14:cNvContentPartPr/>
                <p14:nvPr/>
              </p14:nvContentPartPr>
              <p14:xfrm>
                <a:off x="2988518" y="5322424"/>
                <a:ext cx="1413000" cy="1144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14D38A9D-E256-824E-855C-9451A6E05D7D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2973038" y="5307304"/>
                  <a:ext cx="144324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26C0D6F1-9179-9D43-8A5E-746C04EE1BE9}"/>
              </a:ext>
            </a:extLst>
          </p:cNvPr>
          <p:cNvGrpSpPr/>
          <p:nvPr/>
        </p:nvGrpSpPr>
        <p:grpSpPr>
          <a:xfrm>
            <a:off x="1995278" y="5809504"/>
            <a:ext cx="3085200" cy="1033920"/>
            <a:chOff x="1995278" y="5809504"/>
            <a:chExt cx="3085200" cy="103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8DBC581-7883-6E41-946E-5A4DE31601FA}"/>
                    </a:ext>
                  </a:extLst>
                </p14:cNvPr>
                <p14:cNvContentPartPr/>
                <p14:nvPr/>
              </p14:nvContentPartPr>
              <p14:xfrm>
                <a:off x="1995278" y="5958544"/>
                <a:ext cx="154440" cy="2624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8DBC581-7883-6E41-946E-5A4DE31601FA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980158" y="5943424"/>
                  <a:ext cx="1850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3180239-26C4-734C-8E3B-3F1B2B1208E1}"/>
                    </a:ext>
                  </a:extLst>
                </p14:cNvPr>
                <p14:cNvContentPartPr/>
                <p14:nvPr/>
              </p14:nvContentPartPr>
              <p14:xfrm>
                <a:off x="2215598" y="5956384"/>
                <a:ext cx="131040" cy="2073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3180239-26C4-734C-8E3B-3F1B2B1208E1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2200478" y="5941264"/>
                  <a:ext cx="1612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E3D58E9-19B4-1B4E-BF54-F5264483362C}"/>
                    </a:ext>
                  </a:extLst>
                </p14:cNvPr>
                <p14:cNvContentPartPr/>
                <p14:nvPr/>
              </p14:nvContentPartPr>
              <p14:xfrm>
                <a:off x="2361038" y="5868904"/>
                <a:ext cx="139680" cy="3384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E3D58E9-19B4-1B4E-BF54-F5264483362C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2345558" y="5853424"/>
                  <a:ext cx="17028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0FB6276-3CDD-E04E-AFBA-F68E7A23B907}"/>
                    </a:ext>
                  </a:extLst>
                </p14:cNvPr>
                <p14:cNvContentPartPr/>
                <p14:nvPr/>
              </p14:nvContentPartPr>
              <p14:xfrm>
                <a:off x="2558318" y="5983744"/>
                <a:ext cx="257040" cy="2052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0FB6276-3CDD-E04E-AFBA-F68E7A23B907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2543198" y="5968624"/>
                  <a:ext cx="2876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2508D0A5-1830-F24A-9EE5-D2C2FFC2B252}"/>
                    </a:ext>
                  </a:extLst>
                </p14:cNvPr>
                <p14:cNvContentPartPr/>
                <p14:nvPr/>
              </p14:nvContentPartPr>
              <p14:xfrm>
                <a:off x="2955038" y="5887624"/>
                <a:ext cx="74160" cy="2581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2508D0A5-1830-F24A-9EE5-D2C2FFC2B252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2939558" y="5872504"/>
                  <a:ext cx="1044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3F9C3FE-C72A-4B45-AD20-6FAE6A7F9BEC}"/>
                    </a:ext>
                  </a:extLst>
                </p14:cNvPr>
                <p14:cNvContentPartPr/>
                <p14:nvPr/>
              </p14:nvContentPartPr>
              <p14:xfrm>
                <a:off x="2957918" y="5891584"/>
                <a:ext cx="129240" cy="1497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3F9C3FE-C72A-4B45-AD20-6FAE6A7F9BEC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2942438" y="5876104"/>
                  <a:ext cx="1598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56CC7A9-6C8E-2E45-AB8C-240E7C0738AF}"/>
                    </a:ext>
                  </a:extLst>
                </p14:cNvPr>
                <p14:cNvContentPartPr/>
                <p14:nvPr/>
              </p14:nvContentPartPr>
              <p14:xfrm>
                <a:off x="3133238" y="5865304"/>
                <a:ext cx="55080" cy="3268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56CC7A9-6C8E-2E45-AB8C-240E7C0738AF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3118118" y="5850184"/>
                  <a:ext cx="856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8580844C-0EA3-1E48-9805-6A1F134B5A8B}"/>
                    </a:ext>
                  </a:extLst>
                </p14:cNvPr>
                <p14:cNvContentPartPr/>
                <p14:nvPr/>
              </p14:nvContentPartPr>
              <p14:xfrm>
                <a:off x="3220718" y="5996704"/>
                <a:ext cx="138600" cy="1699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8580844C-0EA3-1E48-9805-6A1F134B5A8B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3205598" y="5981224"/>
                  <a:ext cx="1692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B5B8E834-83F4-8549-A011-4BC51B6FDEA6}"/>
                    </a:ext>
                  </a:extLst>
                </p14:cNvPr>
                <p14:cNvContentPartPr/>
                <p14:nvPr/>
              </p14:nvContentPartPr>
              <p14:xfrm>
                <a:off x="3380558" y="6016504"/>
                <a:ext cx="112320" cy="3373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B5B8E834-83F4-8549-A011-4BC51B6FDEA6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3365078" y="6001384"/>
                  <a:ext cx="14292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B59BE2F7-D663-BC4C-9575-615DF495D014}"/>
                    </a:ext>
                  </a:extLst>
                </p14:cNvPr>
                <p14:cNvContentPartPr/>
                <p14:nvPr/>
              </p14:nvContentPartPr>
              <p14:xfrm>
                <a:off x="3534638" y="6021544"/>
                <a:ext cx="49680" cy="1846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B59BE2F7-D663-BC4C-9575-615DF495D014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3519518" y="6006064"/>
                  <a:ext cx="802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ABD183C-0504-7A4A-89CB-B78D6E6DC602}"/>
                    </a:ext>
                  </a:extLst>
                </p14:cNvPr>
                <p14:cNvContentPartPr/>
                <p14:nvPr/>
              </p14:nvContentPartPr>
              <p14:xfrm>
                <a:off x="3600158" y="5927944"/>
                <a:ext cx="1800" cy="46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ABD183C-0504-7A4A-89CB-B78D6E6DC60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84678" y="5912824"/>
                  <a:ext cx="324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6CCCDE8-5737-5249-A1FA-CCFF8C3FD501}"/>
                    </a:ext>
                  </a:extLst>
                </p14:cNvPr>
                <p14:cNvContentPartPr/>
                <p14:nvPr/>
              </p14:nvContentPartPr>
              <p14:xfrm>
                <a:off x="3641198" y="5999224"/>
                <a:ext cx="91080" cy="1854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6CCCDE8-5737-5249-A1FA-CCFF8C3FD501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3626078" y="5984104"/>
                  <a:ext cx="1216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EE015627-BEAD-E84A-825D-BF17943A8803}"/>
                    </a:ext>
                  </a:extLst>
                </p14:cNvPr>
                <p14:cNvContentPartPr/>
                <p14:nvPr/>
              </p14:nvContentPartPr>
              <p14:xfrm>
                <a:off x="3797798" y="6001744"/>
                <a:ext cx="87120" cy="1537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EE015627-BEAD-E84A-825D-BF17943A8803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3782318" y="5986624"/>
                  <a:ext cx="1173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CBF03EEC-9F1C-584B-B728-54F975DB9BAE}"/>
                    </a:ext>
                  </a:extLst>
                </p14:cNvPr>
                <p14:cNvContentPartPr/>
                <p14:nvPr/>
              </p14:nvContentPartPr>
              <p14:xfrm>
                <a:off x="3890678" y="5983744"/>
                <a:ext cx="155520" cy="1587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CBF03EEC-9F1C-584B-B728-54F975DB9BA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875558" y="5968624"/>
                  <a:ext cx="186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058BE55-33DD-404F-A58B-E0D4684CA50A}"/>
                    </a:ext>
                  </a:extLst>
                </p14:cNvPr>
                <p14:cNvContentPartPr/>
                <p14:nvPr/>
              </p14:nvContentPartPr>
              <p14:xfrm>
                <a:off x="4058798" y="5845504"/>
                <a:ext cx="172440" cy="3013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058BE55-33DD-404F-A58B-E0D4684CA50A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043318" y="5830384"/>
                  <a:ext cx="2030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04990A2-D58D-D342-BB6D-19DEA41E68EB}"/>
                    </a:ext>
                  </a:extLst>
                </p14:cNvPr>
                <p14:cNvContentPartPr/>
                <p14:nvPr/>
              </p14:nvContentPartPr>
              <p14:xfrm>
                <a:off x="4248518" y="5999224"/>
                <a:ext cx="36720" cy="1468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04990A2-D58D-D342-BB6D-19DEA41E68EB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233038" y="5984104"/>
                  <a:ext cx="669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277DE8AB-7D0E-0D4A-91FF-D4A3F4B30561}"/>
                    </a:ext>
                  </a:extLst>
                </p14:cNvPr>
                <p14:cNvContentPartPr/>
                <p14:nvPr/>
              </p14:nvContentPartPr>
              <p14:xfrm>
                <a:off x="4279478" y="5913184"/>
                <a:ext cx="14040" cy="82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277DE8AB-7D0E-0D4A-91FF-D4A3F4B30561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263998" y="5897704"/>
                  <a:ext cx="44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B15DAC73-8B92-124E-B808-B816C2477D8B}"/>
                    </a:ext>
                  </a:extLst>
                </p14:cNvPr>
                <p14:cNvContentPartPr/>
                <p14:nvPr/>
              </p14:nvContentPartPr>
              <p14:xfrm>
                <a:off x="4366958" y="6003904"/>
                <a:ext cx="25560" cy="1663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B15DAC73-8B92-124E-B808-B816C2477D8B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4351838" y="5988784"/>
                  <a:ext cx="561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B4126D22-F02E-254D-BC6A-B9FC26F77E76}"/>
                    </a:ext>
                  </a:extLst>
                </p14:cNvPr>
                <p14:cNvContentPartPr/>
                <p14:nvPr/>
              </p14:nvContentPartPr>
              <p14:xfrm>
                <a:off x="4366958" y="5865304"/>
                <a:ext cx="4320" cy="68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B4126D22-F02E-254D-BC6A-B9FC26F77E7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51838" y="5850184"/>
                  <a:ext cx="349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13CB81E-EE33-0B40-9D6D-B0C3B18C5144}"/>
                    </a:ext>
                  </a:extLst>
                </p14:cNvPr>
                <p14:cNvContentPartPr/>
                <p14:nvPr/>
              </p14:nvContentPartPr>
              <p14:xfrm>
                <a:off x="4459838" y="5809504"/>
                <a:ext cx="174960" cy="3272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13CB81E-EE33-0B40-9D6D-B0C3B18C5144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4444358" y="5794384"/>
                  <a:ext cx="2055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FE573DFD-AD9E-2741-9925-5A7712745555}"/>
                    </a:ext>
                  </a:extLst>
                </p14:cNvPr>
                <p14:cNvContentPartPr/>
                <p14:nvPr/>
              </p14:nvContentPartPr>
              <p14:xfrm>
                <a:off x="4640558" y="5983744"/>
                <a:ext cx="142920" cy="1101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FE573DFD-AD9E-2741-9925-5A7712745555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4625438" y="5968624"/>
                  <a:ext cx="1735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92957E2-78DD-444F-8298-0ED86A8BA9F0}"/>
                    </a:ext>
                  </a:extLst>
                </p14:cNvPr>
                <p14:cNvContentPartPr/>
                <p14:nvPr/>
              </p14:nvContentPartPr>
              <p14:xfrm>
                <a:off x="3047558" y="6295504"/>
                <a:ext cx="198000" cy="2876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92957E2-78DD-444F-8298-0ED86A8BA9F0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3032438" y="6280384"/>
                  <a:ext cx="2286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C0255226-D4A2-C140-AD77-11E40E8FC956}"/>
                    </a:ext>
                  </a:extLst>
                </p14:cNvPr>
                <p14:cNvContentPartPr/>
                <p14:nvPr/>
              </p14:nvContentPartPr>
              <p14:xfrm>
                <a:off x="3280118" y="6400264"/>
                <a:ext cx="225360" cy="1526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C0255226-D4A2-C140-AD77-11E40E8FC956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3264638" y="6384784"/>
                  <a:ext cx="2559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47F75E17-4359-F445-A464-FF07B34EFB61}"/>
                    </a:ext>
                  </a:extLst>
                </p14:cNvPr>
                <p14:cNvContentPartPr/>
                <p14:nvPr/>
              </p14:nvContentPartPr>
              <p14:xfrm>
                <a:off x="3563078" y="6386224"/>
                <a:ext cx="105120" cy="1209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47F75E17-4359-F445-A464-FF07B34EFB61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3547958" y="6371104"/>
                  <a:ext cx="1353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DA22A945-6D47-BA46-BDD3-45B1F14ABCD5}"/>
                    </a:ext>
                  </a:extLst>
                </p14:cNvPr>
                <p14:cNvContentPartPr/>
                <p14:nvPr/>
              </p14:nvContentPartPr>
              <p14:xfrm>
                <a:off x="3683678" y="6367144"/>
                <a:ext cx="126000" cy="1472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DA22A945-6D47-BA46-BDD3-45B1F14ABCD5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3668198" y="6352024"/>
                  <a:ext cx="1566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F78D363-939E-D243-9D39-DEACA342DB4C}"/>
                    </a:ext>
                  </a:extLst>
                </p14:cNvPr>
                <p14:cNvContentPartPr/>
                <p14:nvPr/>
              </p14:nvContentPartPr>
              <p14:xfrm>
                <a:off x="3813638" y="6384424"/>
                <a:ext cx="64800" cy="1227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F78D363-939E-D243-9D39-DEACA342DB4C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3798158" y="6368944"/>
                  <a:ext cx="954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A27F48A8-37E9-BF46-8C8D-BDFF8E7A7A67}"/>
                    </a:ext>
                  </a:extLst>
                </p14:cNvPr>
                <p14:cNvContentPartPr/>
                <p14:nvPr/>
              </p14:nvContentPartPr>
              <p14:xfrm>
                <a:off x="3902918" y="6367144"/>
                <a:ext cx="34560" cy="10620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A27F48A8-37E9-BF46-8C8D-BDFF8E7A7A67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3887438" y="6352024"/>
                  <a:ext cx="651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3F44321-ECCA-8146-B3A4-392E180F9042}"/>
                    </a:ext>
                  </a:extLst>
                </p14:cNvPr>
                <p14:cNvContentPartPr/>
                <p14:nvPr/>
              </p14:nvContentPartPr>
              <p14:xfrm>
                <a:off x="3958358" y="6300184"/>
                <a:ext cx="4320" cy="39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3F44321-ECCA-8146-B3A4-392E180F904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43238" y="6285064"/>
                  <a:ext cx="349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B6DF2361-D059-9C45-8B77-5563D8C59490}"/>
                    </a:ext>
                  </a:extLst>
                </p14:cNvPr>
                <p14:cNvContentPartPr/>
                <p14:nvPr/>
              </p14:nvContentPartPr>
              <p14:xfrm>
                <a:off x="4002638" y="6389464"/>
                <a:ext cx="137880" cy="975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B6DF2361-D059-9C45-8B77-5563D8C59490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3987518" y="6374344"/>
                  <a:ext cx="1681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4385827E-73A4-D349-91D8-F8C26F66672C}"/>
                    </a:ext>
                  </a:extLst>
                </p14:cNvPr>
                <p14:cNvContentPartPr/>
                <p14:nvPr/>
              </p14:nvContentPartPr>
              <p14:xfrm>
                <a:off x="3724358" y="6579184"/>
                <a:ext cx="163440" cy="2059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4385827E-73A4-D349-91D8-F8C26F66672C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709238" y="6563704"/>
                  <a:ext cx="1940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2C71F1B3-3B9A-0A4A-AE9D-7A3DF946223C}"/>
                    </a:ext>
                  </a:extLst>
                </p14:cNvPr>
                <p14:cNvContentPartPr/>
                <p14:nvPr/>
              </p14:nvContentPartPr>
              <p14:xfrm>
                <a:off x="3938198" y="6642184"/>
                <a:ext cx="124920" cy="1494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2C71F1B3-3B9A-0A4A-AE9D-7A3DF946223C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3923078" y="6626704"/>
                  <a:ext cx="1555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1FCFE79-597D-024B-B87D-D05D670E976C}"/>
                    </a:ext>
                  </a:extLst>
                </p14:cNvPr>
                <p14:cNvContentPartPr/>
                <p14:nvPr/>
              </p14:nvContentPartPr>
              <p14:xfrm>
                <a:off x="4125038" y="6640024"/>
                <a:ext cx="22680" cy="1713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1FCFE79-597D-024B-B87D-D05D670E976C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4109918" y="6624544"/>
                  <a:ext cx="529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CF146E0F-1D39-6446-91F5-6172FA365937}"/>
                    </a:ext>
                  </a:extLst>
                </p14:cNvPr>
                <p14:cNvContentPartPr/>
                <p14:nvPr/>
              </p14:nvContentPartPr>
              <p14:xfrm>
                <a:off x="4069958" y="6674944"/>
                <a:ext cx="187560" cy="986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CF146E0F-1D39-6446-91F5-6172FA365937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4054838" y="6659464"/>
                  <a:ext cx="2181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C6FDB2E6-DCFA-E347-A1F2-A879C7881030}"/>
                    </a:ext>
                  </a:extLst>
                </p14:cNvPr>
                <p14:cNvContentPartPr/>
                <p14:nvPr/>
              </p14:nvContentPartPr>
              <p14:xfrm>
                <a:off x="4281998" y="6545704"/>
                <a:ext cx="68760" cy="2311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C6FDB2E6-DCFA-E347-A1F2-A879C7881030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4266518" y="6530224"/>
                  <a:ext cx="990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830901B-5E73-B04B-9F3F-AF142217A714}"/>
                    </a:ext>
                  </a:extLst>
                </p14:cNvPr>
                <p14:cNvContentPartPr/>
                <p14:nvPr/>
              </p14:nvContentPartPr>
              <p14:xfrm>
                <a:off x="4382078" y="6512224"/>
                <a:ext cx="66600" cy="2548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830901B-5E73-B04B-9F3F-AF142217A714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4366958" y="6496744"/>
                  <a:ext cx="972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CC645818-E71C-2F4A-996E-08ADAD1D2682}"/>
                    </a:ext>
                  </a:extLst>
                </p14:cNvPr>
                <p14:cNvContentPartPr/>
                <p14:nvPr/>
              </p14:nvContentPartPr>
              <p14:xfrm>
                <a:off x="4195958" y="6596464"/>
                <a:ext cx="8280" cy="50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CC645818-E71C-2F4A-996E-08ADAD1D268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80838" y="6581344"/>
                  <a:ext cx="38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92DCB0DD-B894-7F42-8B05-5A24BCFB814B}"/>
                    </a:ext>
                  </a:extLst>
                </p14:cNvPr>
                <p14:cNvContentPartPr/>
                <p14:nvPr/>
              </p14:nvContentPartPr>
              <p14:xfrm>
                <a:off x="4518158" y="6618784"/>
                <a:ext cx="105120" cy="1292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92DCB0DD-B894-7F42-8B05-5A24BCFB814B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4503038" y="6603664"/>
                  <a:ext cx="1353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074D7F36-A35C-EC44-9564-BB97188ED186}"/>
                    </a:ext>
                  </a:extLst>
                </p14:cNvPr>
                <p14:cNvContentPartPr/>
                <p14:nvPr/>
              </p14:nvContentPartPr>
              <p14:xfrm>
                <a:off x="4649918" y="6634624"/>
                <a:ext cx="147600" cy="1155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074D7F36-A35C-EC44-9564-BB97188ED186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4634798" y="6619504"/>
                  <a:ext cx="1782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D95017A3-D57E-364D-AC00-A7720E906315}"/>
                    </a:ext>
                  </a:extLst>
                </p14:cNvPr>
                <p14:cNvContentPartPr/>
                <p14:nvPr/>
              </p14:nvContentPartPr>
              <p14:xfrm>
                <a:off x="4800038" y="6547864"/>
                <a:ext cx="6120" cy="90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D95017A3-D57E-364D-AC00-A7720E90631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84918" y="6532744"/>
                  <a:ext cx="367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35D379B3-82A9-8547-ABBB-078E429256B7}"/>
                    </a:ext>
                  </a:extLst>
                </p14:cNvPr>
                <p14:cNvContentPartPr/>
                <p14:nvPr/>
              </p14:nvContentPartPr>
              <p14:xfrm>
                <a:off x="4859438" y="6610144"/>
                <a:ext cx="88920" cy="1166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35D379B3-82A9-8547-ABBB-078E429256B7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4844318" y="6595024"/>
                  <a:ext cx="1195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7EDCC175-6A6C-5741-BCB5-72AA27E2E5DC}"/>
                    </a:ext>
                  </a:extLst>
                </p14:cNvPr>
                <p14:cNvContentPartPr/>
                <p14:nvPr/>
              </p14:nvContentPartPr>
              <p14:xfrm>
                <a:off x="4973198" y="6614464"/>
                <a:ext cx="107280" cy="882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7EDCC175-6A6C-5741-BCB5-72AA27E2E5DC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4958078" y="6599344"/>
                  <a:ext cx="1378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6538DABA-82A6-8247-9B64-05A4371A8B46}"/>
                    </a:ext>
                  </a:extLst>
                </p14:cNvPr>
                <p14:cNvContentPartPr/>
                <p14:nvPr/>
              </p14:nvContentPartPr>
              <p14:xfrm>
                <a:off x="3213518" y="6561904"/>
                <a:ext cx="762120" cy="846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6538DABA-82A6-8247-9B64-05A4371A8B46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3198038" y="6546424"/>
                  <a:ext cx="7923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2D471397-579E-314F-A8D7-81B6A403CF0C}"/>
                    </a:ext>
                  </a:extLst>
                </p14:cNvPr>
                <p14:cNvContentPartPr/>
                <p14:nvPr/>
              </p14:nvContentPartPr>
              <p14:xfrm>
                <a:off x="3958718" y="6769984"/>
                <a:ext cx="1037520" cy="734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2D471397-579E-314F-A8D7-81B6A403CF0C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3943238" y="6754504"/>
                  <a:ext cx="106812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74DDF8EC-C707-504B-A3AE-453A55BA42A3}"/>
              </a:ext>
            </a:extLst>
          </p:cNvPr>
          <p:cNvGrpSpPr/>
          <p:nvPr/>
        </p:nvGrpSpPr>
        <p:grpSpPr>
          <a:xfrm>
            <a:off x="5608958" y="713344"/>
            <a:ext cx="2585880" cy="642960"/>
            <a:chOff x="5608958" y="713344"/>
            <a:chExt cx="2585880" cy="64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6071BD9F-91C1-5645-B022-C8346B15D0EB}"/>
                    </a:ext>
                  </a:extLst>
                </p14:cNvPr>
                <p14:cNvContentPartPr/>
                <p14:nvPr/>
              </p14:nvContentPartPr>
              <p14:xfrm>
                <a:off x="5608958" y="746824"/>
                <a:ext cx="204840" cy="2732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6071BD9F-91C1-5645-B022-C8346B15D0EB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5593478" y="731704"/>
                  <a:ext cx="2354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FA45D3A-4A72-6044-8992-A1BB7BB5F086}"/>
                    </a:ext>
                  </a:extLst>
                </p14:cNvPr>
                <p14:cNvContentPartPr/>
                <p14:nvPr/>
              </p14:nvContentPartPr>
              <p14:xfrm>
                <a:off x="5608958" y="865624"/>
                <a:ext cx="173160" cy="446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FA45D3A-4A72-6044-8992-A1BB7BB5F086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5593478" y="850144"/>
                  <a:ext cx="2037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B1FB06CB-DBB7-5641-AA41-AE656A81491A}"/>
                    </a:ext>
                  </a:extLst>
                </p14:cNvPr>
                <p14:cNvContentPartPr/>
                <p14:nvPr/>
              </p14:nvContentPartPr>
              <p14:xfrm>
                <a:off x="5631278" y="761944"/>
                <a:ext cx="155160" cy="2664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B1FB06CB-DBB7-5641-AA41-AE656A81491A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5615798" y="746824"/>
                  <a:ext cx="1854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36058BD0-B459-8046-9312-F3BE5D9B52D4}"/>
                    </a:ext>
                  </a:extLst>
                </p14:cNvPr>
                <p14:cNvContentPartPr/>
                <p14:nvPr/>
              </p14:nvContentPartPr>
              <p14:xfrm>
                <a:off x="5844038" y="854824"/>
                <a:ext cx="180000" cy="1407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36058BD0-B459-8046-9312-F3BE5D9B52D4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5828558" y="839704"/>
                  <a:ext cx="2106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732C8D21-2FB7-B549-ADC2-858220863979}"/>
                    </a:ext>
                  </a:extLst>
                </p14:cNvPr>
                <p14:cNvContentPartPr/>
                <p14:nvPr/>
              </p14:nvContentPartPr>
              <p14:xfrm>
                <a:off x="5874638" y="813784"/>
                <a:ext cx="137880" cy="2242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732C8D21-2FB7-B549-ADC2-858220863979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5859518" y="798664"/>
                  <a:ext cx="1681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2CBCD025-C2F6-CC44-9EBF-48D2F6D11708}"/>
                    </a:ext>
                  </a:extLst>
                </p14:cNvPr>
                <p14:cNvContentPartPr/>
                <p14:nvPr/>
              </p14:nvContentPartPr>
              <p14:xfrm>
                <a:off x="6089198" y="819904"/>
                <a:ext cx="147240" cy="1893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2CBCD025-C2F6-CC44-9EBF-48D2F6D11708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6073718" y="804784"/>
                  <a:ext cx="1778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DF95951E-C1F4-1C4D-8560-B2E598961E8A}"/>
                    </a:ext>
                  </a:extLst>
                </p14:cNvPr>
                <p14:cNvContentPartPr/>
                <p14:nvPr/>
              </p14:nvContentPartPr>
              <p14:xfrm>
                <a:off x="6266678" y="864544"/>
                <a:ext cx="88920" cy="12708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DF95951E-C1F4-1C4D-8560-B2E598961E8A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6251558" y="849064"/>
                  <a:ext cx="1191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7D6961AF-7B4E-B949-B880-CAE63B391B5B}"/>
                    </a:ext>
                  </a:extLst>
                </p14:cNvPr>
                <p14:cNvContentPartPr/>
                <p14:nvPr/>
              </p14:nvContentPartPr>
              <p14:xfrm>
                <a:off x="6418598" y="817024"/>
                <a:ext cx="108000" cy="16668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7D6961AF-7B4E-B949-B880-CAE63B391B5B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6403478" y="801544"/>
                  <a:ext cx="1386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610D9CE1-774E-D54C-991C-71A7FE8CEDB1}"/>
                    </a:ext>
                  </a:extLst>
                </p14:cNvPr>
                <p14:cNvContentPartPr/>
                <p14:nvPr/>
              </p14:nvContentPartPr>
              <p14:xfrm>
                <a:off x="6545678" y="847264"/>
                <a:ext cx="51840" cy="1652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610D9CE1-774E-D54C-991C-71A7FE8CEDB1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6530198" y="832144"/>
                  <a:ext cx="824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6F95A3FB-33AD-AC4F-BB6C-2BE69195C237}"/>
                    </a:ext>
                  </a:extLst>
                </p14:cNvPr>
                <p14:cNvContentPartPr/>
                <p14:nvPr/>
              </p14:nvContentPartPr>
              <p14:xfrm>
                <a:off x="6611918" y="767344"/>
                <a:ext cx="720" cy="252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6F95A3FB-33AD-AC4F-BB6C-2BE69195C23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96798" y="751864"/>
                  <a:ext cx="313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0BDE7592-6904-2844-A36B-BEFB9B7CE5C7}"/>
                    </a:ext>
                  </a:extLst>
                </p14:cNvPr>
                <p14:cNvContentPartPr/>
                <p14:nvPr/>
              </p14:nvContentPartPr>
              <p14:xfrm>
                <a:off x="6653318" y="809464"/>
                <a:ext cx="160200" cy="17568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0BDE7592-6904-2844-A36B-BEFB9B7CE5C7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6637838" y="794344"/>
                  <a:ext cx="1908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346B1E93-BDAB-7342-B78C-113DEB38AEF1}"/>
                    </a:ext>
                  </a:extLst>
                </p14:cNvPr>
                <p14:cNvContentPartPr/>
                <p14:nvPr/>
              </p14:nvContentPartPr>
              <p14:xfrm>
                <a:off x="6824318" y="851584"/>
                <a:ext cx="119520" cy="12528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346B1E93-BDAB-7342-B78C-113DEB38AEF1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6809198" y="836464"/>
                  <a:ext cx="1501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2F804FF3-6B02-3246-9305-29332FC9C3FF}"/>
                    </a:ext>
                  </a:extLst>
                </p14:cNvPr>
                <p14:cNvContentPartPr/>
                <p14:nvPr/>
              </p14:nvContentPartPr>
              <p14:xfrm>
                <a:off x="7125278" y="788224"/>
                <a:ext cx="38520" cy="2188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2F804FF3-6B02-3246-9305-29332FC9C3FF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7110158" y="773104"/>
                  <a:ext cx="687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9A72E81A-F87E-E24C-BEFD-AE2221741473}"/>
                    </a:ext>
                  </a:extLst>
                </p14:cNvPr>
                <p14:cNvContentPartPr/>
                <p14:nvPr/>
              </p14:nvContentPartPr>
              <p14:xfrm>
                <a:off x="7203398" y="746824"/>
                <a:ext cx="37440" cy="23580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9A72E81A-F87E-E24C-BEFD-AE2221741473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7188278" y="731704"/>
                  <a:ext cx="680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E7786EA1-5F37-CA4B-8758-D9C00B215D4E}"/>
                    </a:ext>
                  </a:extLst>
                </p14:cNvPr>
                <p14:cNvContentPartPr/>
                <p14:nvPr/>
              </p14:nvContentPartPr>
              <p14:xfrm>
                <a:off x="7091798" y="846544"/>
                <a:ext cx="197640" cy="457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E7786EA1-5F37-CA4B-8758-D9C00B215D4E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7076678" y="831064"/>
                  <a:ext cx="2282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7A178398-C577-5245-B1D7-F33C21B9EE24}"/>
                    </a:ext>
                  </a:extLst>
                </p14:cNvPr>
                <p14:cNvContentPartPr/>
                <p14:nvPr/>
              </p14:nvContentPartPr>
              <p14:xfrm>
                <a:off x="7092158" y="935104"/>
                <a:ext cx="138240" cy="298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7A178398-C577-5245-B1D7-F33C21B9EE24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7076678" y="919984"/>
                  <a:ext cx="1688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8AD4D6F0-F683-FC43-AEF7-526E23EDEFCD}"/>
                    </a:ext>
                  </a:extLst>
                </p14:cNvPr>
                <p14:cNvContentPartPr/>
                <p14:nvPr/>
              </p14:nvContentPartPr>
              <p14:xfrm>
                <a:off x="7370798" y="713344"/>
                <a:ext cx="61560" cy="2516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8AD4D6F0-F683-FC43-AEF7-526E23EDEFCD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7355678" y="698224"/>
                  <a:ext cx="918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45EA8241-D3B9-9146-8BF9-7A03B8167102}"/>
                    </a:ext>
                  </a:extLst>
                </p14:cNvPr>
                <p14:cNvContentPartPr/>
                <p14:nvPr/>
              </p14:nvContentPartPr>
              <p14:xfrm>
                <a:off x="7515878" y="780304"/>
                <a:ext cx="2880" cy="219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45EA8241-D3B9-9146-8BF9-7A03B8167102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7500398" y="765184"/>
                  <a:ext cx="334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B4990FCF-550D-DF46-9B2A-3A450BDFDBEC}"/>
                    </a:ext>
                  </a:extLst>
                </p14:cNvPr>
                <p14:cNvContentPartPr/>
                <p14:nvPr/>
              </p14:nvContentPartPr>
              <p14:xfrm>
                <a:off x="7515878" y="925384"/>
                <a:ext cx="1080" cy="1332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B4990FCF-550D-DF46-9B2A-3A450BDFDBEC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7500398" y="910264"/>
                  <a:ext cx="313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A5D810D2-73CA-1146-923F-84C7A1A26AB9}"/>
                    </a:ext>
                  </a:extLst>
                </p14:cNvPr>
                <p14:cNvContentPartPr/>
                <p14:nvPr/>
              </p14:nvContentPartPr>
              <p14:xfrm>
                <a:off x="6016118" y="1163344"/>
                <a:ext cx="160920" cy="1587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A5D810D2-73CA-1146-923F-84C7A1A26AB9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6000998" y="1148224"/>
                  <a:ext cx="1915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5003BD0D-CF3A-D842-8994-4BE4F10AA5F4}"/>
                    </a:ext>
                  </a:extLst>
                </p14:cNvPr>
                <p14:cNvContentPartPr/>
                <p14:nvPr/>
              </p14:nvContentPartPr>
              <p14:xfrm>
                <a:off x="6244358" y="1192864"/>
                <a:ext cx="94320" cy="16344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5003BD0D-CF3A-D842-8994-4BE4F10AA5F4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6229238" y="1177744"/>
                  <a:ext cx="1245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041E9CDF-FA35-3647-9DE4-E8EEFBC2DEA3}"/>
                    </a:ext>
                  </a:extLst>
                </p14:cNvPr>
                <p14:cNvContentPartPr/>
                <p14:nvPr/>
              </p14:nvContentPartPr>
              <p14:xfrm>
                <a:off x="6411758" y="1192864"/>
                <a:ext cx="74880" cy="1270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041E9CDF-FA35-3647-9DE4-E8EEFBC2DEA3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6396638" y="1177744"/>
                  <a:ext cx="1054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3253A2ED-ED6F-5248-AE9E-E6905C471F03}"/>
                    </a:ext>
                  </a:extLst>
                </p14:cNvPr>
                <p14:cNvContentPartPr/>
                <p14:nvPr/>
              </p14:nvContentPartPr>
              <p14:xfrm>
                <a:off x="6521198" y="1181704"/>
                <a:ext cx="132120" cy="1458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3253A2ED-ED6F-5248-AE9E-E6905C471F03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6506078" y="1166584"/>
                  <a:ext cx="1627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08444513-092A-FA45-9E43-55561EDB4FBB}"/>
                    </a:ext>
                  </a:extLst>
                </p14:cNvPr>
                <p14:cNvContentPartPr/>
                <p14:nvPr/>
              </p14:nvContentPartPr>
              <p14:xfrm>
                <a:off x="6699758" y="1203664"/>
                <a:ext cx="93240" cy="1155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08444513-092A-FA45-9E43-55561EDB4FBB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6684278" y="1188184"/>
                  <a:ext cx="1238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0D150F7-CBD7-3943-B8D2-D4CA3248C211}"/>
                    </a:ext>
                  </a:extLst>
                </p14:cNvPr>
                <p14:cNvContentPartPr/>
                <p14:nvPr/>
              </p14:nvContentPartPr>
              <p14:xfrm>
                <a:off x="6938438" y="1066144"/>
                <a:ext cx="173520" cy="2674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0D150F7-CBD7-3943-B8D2-D4CA3248C211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6923318" y="1051024"/>
                  <a:ext cx="2041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5E6975BB-7637-824B-A1E4-98FCB8D6B15C}"/>
                    </a:ext>
                  </a:extLst>
                </p14:cNvPr>
                <p14:cNvContentPartPr/>
                <p14:nvPr/>
              </p14:nvContentPartPr>
              <p14:xfrm>
                <a:off x="7125278" y="1170544"/>
                <a:ext cx="40320" cy="14004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5E6975BB-7637-824B-A1E4-98FCB8D6B15C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7110158" y="1155424"/>
                  <a:ext cx="709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3933EC29-79EB-BB4D-AFEA-9F9E966C5938}"/>
                    </a:ext>
                  </a:extLst>
                </p14:cNvPr>
                <p14:cNvContentPartPr/>
                <p14:nvPr/>
              </p14:nvContentPartPr>
              <p14:xfrm>
                <a:off x="7181078" y="1103944"/>
                <a:ext cx="2520" cy="720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3933EC29-79EB-BB4D-AFEA-9F9E966C593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165958" y="1088464"/>
                  <a:ext cx="33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738F512C-C504-F548-9555-47A158F657B6}"/>
                    </a:ext>
                  </a:extLst>
                </p14:cNvPr>
                <p14:cNvContentPartPr/>
                <p14:nvPr/>
              </p14:nvContentPartPr>
              <p14:xfrm>
                <a:off x="7214198" y="1159384"/>
                <a:ext cx="90000" cy="1501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738F512C-C504-F548-9555-47A158F657B6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7199078" y="1144264"/>
                  <a:ext cx="1206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F78469AB-9B46-164F-B2D7-0EF08FE935EC}"/>
                    </a:ext>
                  </a:extLst>
                </p14:cNvPr>
                <p14:cNvContentPartPr/>
                <p14:nvPr/>
              </p14:nvContentPartPr>
              <p14:xfrm>
                <a:off x="7337678" y="1159384"/>
                <a:ext cx="93240" cy="15840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F78469AB-9B46-164F-B2D7-0EF08FE935EC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7322558" y="1144264"/>
                  <a:ext cx="1238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4F26D553-E1B5-DA4A-A23B-3AC63AEA8CFB}"/>
                    </a:ext>
                  </a:extLst>
                </p14:cNvPr>
                <p14:cNvContentPartPr/>
                <p14:nvPr/>
              </p14:nvContentPartPr>
              <p14:xfrm>
                <a:off x="7489958" y="1168744"/>
                <a:ext cx="99720" cy="1227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4F26D553-E1B5-DA4A-A23B-3AC63AEA8CFB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7474838" y="1153624"/>
                  <a:ext cx="1299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FB7B58F7-62ED-7F42-90B1-879B789D4127}"/>
                    </a:ext>
                  </a:extLst>
                </p14:cNvPr>
                <p14:cNvContentPartPr/>
                <p14:nvPr/>
              </p14:nvContentPartPr>
              <p14:xfrm>
                <a:off x="7655918" y="1155064"/>
                <a:ext cx="131400" cy="1483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FB7B58F7-62ED-7F42-90B1-879B789D4127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7640438" y="1139584"/>
                  <a:ext cx="162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A7C28DAA-369B-F144-B240-B02AC614546B}"/>
                    </a:ext>
                  </a:extLst>
                </p14:cNvPr>
                <p14:cNvContentPartPr/>
                <p14:nvPr/>
              </p14:nvContentPartPr>
              <p14:xfrm>
                <a:off x="7738718" y="1168384"/>
                <a:ext cx="108720" cy="1123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A7C28DAA-369B-F144-B240-B02AC614546B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7723238" y="1153264"/>
                  <a:ext cx="1393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15488876-4D15-5A46-910D-B2D84E02CB42}"/>
                    </a:ext>
                  </a:extLst>
                </p14:cNvPr>
                <p14:cNvContentPartPr/>
                <p14:nvPr/>
              </p14:nvContentPartPr>
              <p14:xfrm>
                <a:off x="7735118" y="1168024"/>
                <a:ext cx="152640" cy="950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15488876-4D15-5A46-910D-B2D84E02CB42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7719638" y="1152904"/>
                  <a:ext cx="1828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E32E78A6-668B-9742-9ECE-4B6ADC65164B}"/>
                    </a:ext>
                  </a:extLst>
                </p14:cNvPr>
                <p14:cNvContentPartPr/>
                <p14:nvPr/>
              </p14:nvContentPartPr>
              <p14:xfrm>
                <a:off x="7915478" y="1081624"/>
                <a:ext cx="1800" cy="28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E32E78A6-668B-9742-9ECE-4B6ADC65164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00358" y="1066144"/>
                  <a:ext cx="32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4B2C6DAA-9BEB-9540-B5D3-052C70F87F20}"/>
                    </a:ext>
                  </a:extLst>
                </p14:cNvPr>
                <p14:cNvContentPartPr/>
                <p14:nvPr/>
              </p14:nvContentPartPr>
              <p14:xfrm>
                <a:off x="7915478" y="1084144"/>
                <a:ext cx="106200" cy="20016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4B2C6DAA-9BEB-9540-B5D3-052C70F87F20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7900358" y="1069024"/>
                  <a:ext cx="136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F0C2D335-6A28-9B4E-8BB1-9B82ABE054CA}"/>
                    </a:ext>
                  </a:extLst>
                </p14:cNvPr>
                <p14:cNvContentPartPr/>
                <p14:nvPr/>
              </p14:nvContentPartPr>
              <p14:xfrm>
                <a:off x="8050838" y="1141384"/>
                <a:ext cx="144000" cy="1303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F0C2D335-6A28-9B4E-8BB1-9B82ABE054CA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8035718" y="1125904"/>
                  <a:ext cx="17424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BB558D92-157F-B94F-AFCE-BAC42F7564C8}"/>
              </a:ext>
            </a:extLst>
          </p:cNvPr>
          <p:cNvGrpSpPr/>
          <p:nvPr/>
        </p:nvGrpSpPr>
        <p:grpSpPr>
          <a:xfrm>
            <a:off x="9422798" y="664744"/>
            <a:ext cx="2478960" cy="532800"/>
            <a:chOff x="9422798" y="664744"/>
            <a:chExt cx="2478960" cy="53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B23F477F-9C94-244A-AFC1-E115C39EB615}"/>
                    </a:ext>
                  </a:extLst>
                </p14:cNvPr>
                <p14:cNvContentPartPr/>
                <p14:nvPr/>
              </p14:nvContentPartPr>
              <p14:xfrm>
                <a:off x="9422798" y="691024"/>
                <a:ext cx="182520" cy="2106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B23F477F-9C94-244A-AFC1-E115C39EB615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9407318" y="675904"/>
                  <a:ext cx="2131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83348760-4A92-AD4D-9641-79E4A35A5A09}"/>
                    </a:ext>
                  </a:extLst>
                </p14:cNvPr>
                <p14:cNvContentPartPr/>
                <p14:nvPr/>
              </p14:nvContentPartPr>
              <p14:xfrm>
                <a:off x="9445118" y="771304"/>
                <a:ext cx="138240" cy="3312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83348760-4A92-AD4D-9641-79E4A35A5A09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9429638" y="756184"/>
                  <a:ext cx="1684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6B320196-F6C9-6B4F-8D0A-1FD93FF61FAC}"/>
                    </a:ext>
                  </a:extLst>
                </p14:cNvPr>
                <p14:cNvContentPartPr/>
                <p14:nvPr/>
              </p14:nvContentPartPr>
              <p14:xfrm>
                <a:off x="9455918" y="691024"/>
                <a:ext cx="173520" cy="756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6B320196-F6C9-6B4F-8D0A-1FD93FF61FAC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9440798" y="675904"/>
                  <a:ext cx="204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777D48B6-EE29-F449-87FF-374D01B2F9D8}"/>
                    </a:ext>
                  </a:extLst>
                </p14:cNvPr>
                <p14:cNvContentPartPr/>
                <p14:nvPr/>
              </p14:nvContentPartPr>
              <p14:xfrm>
                <a:off x="9667958" y="746824"/>
                <a:ext cx="151920" cy="1504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777D48B6-EE29-F449-87FF-374D01B2F9D8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9652838" y="731704"/>
                  <a:ext cx="1821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BE6D5DE0-9151-A149-86DF-2530DE1682D5}"/>
                    </a:ext>
                  </a:extLst>
                </p14:cNvPr>
                <p14:cNvContentPartPr/>
                <p14:nvPr/>
              </p14:nvContentPartPr>
              <p14:xfrm>
                <a:off x="9677678" y="746824"/>
                <a:ext cx="147600" cy="17604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BE6D5DE0-9151-A149-86DF-2530DE1682D5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9662558" y="731704"/>
                  <a:ext cx="1782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DFD19427-76D2-6649-BB9D-04DF4681DFC0}"/>
                    </a:ext>
                  </a:extLst>
                </p14:cNvPr>
                <p14:cNvContentPartPr/>
                <p14:nvPr/>
              </p14:nvContentPartPr>
              <p14:xfrm>
                <a:off x="9839318" y="741784"/>
                <a:ext cx="308880" cy="19800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DFD19427-76D2-6649-BB9D-04DF4681DFC0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9824198" y="726664"/>
                  <a:ext cx="3394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5232CAD7-F8F3-E14E-82A0-FCD3FBC2EF7E}"/>
                    </a:ext>
                  </a:extLst>
                </p14:cNvPr>
                <p14:cNvContentPartPr/>
                <p14:nvPr/>
              </p14:nvContentPartPr>
              <p14:xfrm>
                <a:off x="10137398" y="759784"/>
                <a:ext cx="112320" cy="1461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5232CAD7-F8F3-E14E-82A0-FCD3FBC2EF7E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10121918" y="744664"/>
                  <a:ext cx="1429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2B4F8F97-EBA5-C84E-B31F-BA258738127B}"/>
                    </a:ext>
                  </a:extLst>
                </p14:cNvPr>
                <p14:cNvContentPartPr/>
                <p14:nvPr/>
              </p14:nvContentPartPr>
              <p14:xfrm>
                <a:off x="10281398" y="780304"/>
                <a:ext cx="34920" cy="1224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2B4F8F97-EBA5-C84E-B31F-BA258738127B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10265918" y="765184"/>
                  <a:ext cx="655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69E40495-7791-2545-9C71-B1636BC96DE0}"/>
                    </a:ext>
                  </a:extLst>
                </p14:cNvPr>
                <p14:cNvContentPartPr/>
                <p14:nvPr/>
              </p14:nvContentPartPr>
              <p14:xfrm>
                <a:off x="10345478" y="684904"/>
                <a:ext cx="2880" cy="68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69E40495-7791-2545-9C71-B1636BC96DE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330358" y="669424"/>
                  <a:ext cx="33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B7729739-6F8F-1B4F-8802-32E0C246E19A}"/>
                    </a:ext>
                  </a:extLst>
                </p14:cNvPr>
                <p14:cNvContentPartPr/>
                <p14:nvPr/>
              </p14:nvContentPartPr>
              <p14:xfrm>
                <a:off x="10329638" y="724504"/>
                <a:ext cx="119880" cy="1688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B7729739-6F8F-1B4F-8802-32E0C246E19A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0314518" y="709384"/>
                  <a:ext cx="1504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80699815-B9F8-A840-9047-66306C57C65E}"/>
                    </a:ext>
                  </a:extLst>
                </p14:cNvPr>
                <p14:cNvContentPartPr/>
                <p14:nvPr/>
              </p14:nvContentPartPr>
              <p14:xfrm>
                <a:off x="10470758" y="770224"/>
                <a:ext cx="86040" cy="1292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80699815-B9F8-A840-9047-66306C57C65E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10455638" y="755104"/>
                  <a:ext cx="1166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88A1AC11-08EC-0043-A664-237D1310523D}"/>
                    </a:ext>
                  </a:extLst>
                </p14:cNvPr>
                <p14:cNvContentPartPr/>
                <p14:nvPr/>
              </p14:nvContentPartPr>
              <p14:xfrm>
                <a:off x="10738598" y="713344"/>
                <a:ext cx="33120" cy="1987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88A1AC11-08EC-0043-A664-237D1310523D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0723118" y="698224"/>
                  <a:ext cx="637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A79CD083-5BF6-3347-9A63-85D3897D43E2}"/>
                    </a:ext>
                  </a:extLst>
                </p14:cNvPr>
                <p14:cNvContentPartPr/>
                <p14:nvPr/>
              </p14:nvContentPartPr>
              <p14:xfrm>
                <a:off x="10816358" y="680224"/>
                <a:ext cx="33120" cy="19728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A79CD083-5BF6-3347-9A63-85D3897D43E2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10801238" y="664744"/>
                  <a:ext cx="63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2CEA469B-D169-CC49-9E06-1554CD8888BD}"/>
                    </a:ext>
                  </a:extLst>
                </p14:cNvPr>
                <p14:cNvContentPartPr/>
                <p14:nvPr/>
              </p14:nvContentPartPr>
              <p14:xfrm>
                <a:off x="10716278" y="751504"/>
                <a:ext cx="180000" cy="291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2CEA469B-D169-CC49-9E06-1554CD8888BD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0700798" y="736024"/>
                  <a:ext cx="2106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9FDDDDCE-DEF8-B84B-B6CB-D0A4FE16F34B}"/>
                    </a:ext>
                  </a:extLst>
                </p14:cNvPr>
                <p14:cNvContentPartPr/>
                <p14:nvPr/>
              </p14:nvContentPartPr>
              <p14:xfrm>
                <a:off x="10732118" y="811624"/>
                <a:ext cx="153720" cy="36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9FDDDDCE-DEF8-B84B-B6CB-D0A4FE16F34B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0716998" y="796504"/>
                  <a:ext cx="1839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AA3887A2-40F4-7F41-A1D9-04E3AD75B6A0}"/>
                    </a:ext>
                  </a:extLst>
                </p14:cNvPr>
                <p14:cNvContentPartPr/>
                <p14:nvPr/>
              </p14:nvContentPartPr>
              <p14:xfrm>
                <a:off x="10970798" y="664744"/>
                <a:ext cx="194760" cy="19476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AA3887A2-40F4-7F41-A1D9-04E3AD75B6A0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955678" y="649624"/>
                  <a:ext cx="2253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19D9120D-B13B-D14F-963A-00E8C3A6278B}"/>
                    </a:ext>
                  </a:extLst>
                </p14:cNvPr>
                <p14:cNvContentPartPr/>
                <p14:nvPr/>
              </p14:nvContentPartPr>
              <p14:xfrm>
                <a:off x="11229278" y="669064"/>
                <a:ext cx="5040" cy="3420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19D9120D-B13B-D14F-963A-00E8C3A6278B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1213798" y="653584"/>
                  <a:ext cx="35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302BE67A-0DD6-A74D-B65E-EF4A633CC2A7}"/>
                    </a:ext>
                  </a:extLst>
                </p14:cNvPr>
                <p14:cNvContentPartPr/>
                <p14:nvPr/>
              </p14:nvContentPartPr>
              <p14:xfrm>
                <a:off x="11251598" y="824944"/>
                <a:ext cx="5040" cy="900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302BE67A-0DD6-A74D-B65E-EF4A633CC2A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236118" y="809824"/>
                  <a:ext cx="356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099B351D-03E3-1842-96AC-E881E37AE8F8}"/>
                    </a:ext>
                  </a:extLst>
                </p14:cNvPr>
                <p14:cNvContentPartPr/>
                <p14:nvPr/>
              </p14:nvContentPartPr>
              <p14:xfrm>
                <a:off x="9891158" y="1020784"/>
                <a:ext cx="133920" cy="15984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099B351D-03E3-1842-96AC-E881E37AE8F8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9876038" y="1005664"/>
                  <a:ext cx="1645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632B2412-C7CD-994D-87FD-04E2E7B44406}"/>
                    </a:ext>
                  </a:extLst>
                </p14:cNvPr>
                <p14:cNvContentPartPr/>
                <p14:nvPr/>
              </p14:nvContentPartPr>
              <p14:xfrm>
                <a:off x="10080518" y="1058224"/>
                <a:ext cx="102600" cy="1393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632B2412-C7CD-994D-87FD-04E2E7B44406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10065398" y="1043104"/>
                  <a:ext cx="133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9322D638-E534-B642-B0D3-F0BA834E08C5}"/>
                    </a:ext>
                  </a:extLst>
                </p14:cNvPr>
                <p14:cNvContentPartPr/>
                <p14:nvPr/>
              </p14:nvContentPartPr>
              <p14:xfrm>
                <a:off x="10225958" y="1070464"/>
                <a:ext cx="101880" cy="12600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9322D638-E534-B642-B0D3-F0BA834E08C5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10210838" y="1054984"/>
                  <a:ext cx="1321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7B754863-AE41-1340-A173-8E6C2F9F0075}"/>
                    </a:ext>
                  </a:extLst>
                </p14:cNvPr>
                <p14:cNvContentPartPr/>
                <p14:nvPr/>
              </p14:nvContentPartPr>
              <p14:xfrm>
                <a:off x="10359158" y="1070464"/>
                <a:ext cx="50760" cy="12420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7B754863-AE41-1340-A173-8E6C2F9F0075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10344038" y="1054984"/>
                  <a:ext cx="813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169845BE-ACEF-0C4F-AB9A-615AA59CADA6}"/>
                    </a:ext>
                  </a:extLst>
                </p14:cNvPr>
                <p14:cNvContentPartPr/>
                <p14:nvPr/>
              </p14:nvContentPartPr>
              <p14:xfrm>
                <a:off x="10448438" y="1003504"/>
                <a:ext cx="38880" cy="18324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169845BE-ACEF-0C4F-AB9A-615AA59CADA6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10433318" y="988024"/>
                  <a:ext cx="694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54D584D5-4A31-A241-9D76-EDFD6A13EF0E}"/>
                    </a:ext>
                  </a:extLst>
                </p14:cNvPr>
                <p14:cNvContentPartPr/>
                <p14:nvPr/>
              </p14:nvContentPartPr>
              <p14:xfrm>
                <a:off x="10392998" y="1016464"/>
                <a:ext cx="11160" cy="936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54D584D5-4A31-A241-9D76-EDFD6A13EF0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377878" y="1001344"/>
                  <a:ext cx="417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CB6903D8-A236-664E-890D-F875EC3FA5B8}"/>
                    </a:ext>
                  </a:extLst>
                </p14:cNvPr>
                <p14:cNvContentPartPr/>
                <p14:nvPr/>
              </p14:nvContentPartPr>
              <p14:xfrm>
                <a:off x="10661198" y="994504"/>
                <a:ext cx="146160" cy="18720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CB6903D8-A236-664E-890D-F875EC3FA5B8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10646078" y="979024"/>
                  <a:ext cx="1767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64C50F9F-C1D8-C44B-A1AA-628327C8ACBF}"/>
                    </a:ext>
                  </a:extLst>
                </p14:cNvPr>
                <p14:cNvContentPartPr/>
                <p14:nvPr/>
              </p14:nvContentPartPr>
              <p14:xfrm>
                <a:off x="10849838" y="1014664"/>
                <a:ext cx="48240" cy="14904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64C50F9F-C1D8-C44B-A1AA-628327C8ACBF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0834718" y="999184"/>
                  <a:ext cx="788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A6803DDD-F1D2-3F42-9DA6-246BBE134879}"/>
                    </a:ext>
                  </a:extLst>
                </p14:cNvPr>
                <p14:cNvContentPartPr/>
                <p14:nvPr/>
              </p14:nvContentPartPr>
              <p14:xfrm>
                <a:off x="10916078" y="978664"/>
                <a:ext cx="1440" cy="1404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A6803DDD-F1D2-3F42-9DA6-246BBE134879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0900598" y="963184"/>
                  <a:ext cx="316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69A8134C-F8A2-E344-9545-4B94715EF880}"/>
                    </a:ext>
                  </a:extLst>
                </p14:cNvPr>
                <p14:cNvContentPartPr/>
                <p14:nvPr/>
              </p14:nvContentPartPr>
              <p14:xfrm>
                <a:off x="10960358" y="1014664"/>
                <a:ext cx="74160" cy="14076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69A8134C-F8A2-E344-9545-4B94715EF880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10944878" y="999184"/>
                  <a:ext cx="1047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BAB4B623-C8BA-EC41-868E-E91ABD44FA26}"/>
                    </a:ext>
                  </a:extLst>
                </p14:cNvPr>
                <p14:cNvContentPartPr/>
                <p14:nvPr/>
              </p14:nvContentPartPr>
              <p14:xfrm>
                <a:off x="11072318" y="1059304"/>
                <a:ext cx="54360" cy="11304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BAB4B623-C8BA-EC41-868E-E91ABD44FA26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1056838" y="1043824"/>
                  <a:ext cx="849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26B5D08F-2F69-5945-83EC-AE0BC7952E53}"/>
                    </a:ext>
                  </a:extLst>
                </p14:cNvPr>
                <p14:cNvContentPartPr/>
                <p14:nvPr/>
              </p14:nvContentPartPr>
              <p14:xfrm>
                <a:off x="11173478" y="1043104"/>
                <a:ext cx="84240" cy="11664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26B5D08F-2F69-5945-83EC-AE0BC7952E53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1157998" y="1027624"/>
                  <a:ext cx="1144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108F87DC-ED31-3A4B-952F-4CD20561E9CF}"/>
                    </a:ext>
                  </a:extLst>
                </p14:cNvPr>
                <p14:cNvContentPartPr/>
                <p14:nvPr/>
              </p14:nvContentPartPr>
              <p14:xfrm>
                <a:off x="11310278" y="1033744"/>
                <a:ext cx="132840" cy="13464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108F87DC-ED31-3A4B-952F-4CD20561E9CF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1295158" y="1018624"/>
                  <a:ext cx="1634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21AFFCF7-B1FA-B24C-8896-989EA6E9141F}"/>
                    </a:ext>
                  </a:extLst>
                </p14:cNvPr>
                <p14:cNvContentPartPr/>
                <p14:nvPr/>
              </p14:nvContentPartPr>
              <p14:xfrm>
                <a:off x="11463278" y="1036984"/>
                <a:ext cx="26640" cy="11304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21AFFCF7-B1FA-B24C-8896-989EA6E9141F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1448158" y="1021504"/>
                  <a:ext cx="572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0CC44A77-DE89-B042-971A-7224FDC8D236}"/>
                    </a:ext>
                  </a:extLst>
                </p14:cNvPr>
                <p14:cNvContentPartPr/>
                <p14:nvPr/>
              </p14:nvContentPartPr>
              <p14:xfrm>
                <a:off x="11374358" y="1035544"/>
                <a:ext cx="216720" cy="14292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0CC44A77-DE89-B042-971A-7224FDC8D236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1359238" y="1020424"/>
                  <a:ext cx="2473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AC50F019-30DA-CF4F-82A1-4D2A851F077B}"/>
                    </a:ext>
                  </a:extLst>
                </p14:cNvPr>
                <p14:cNvContentPartPr/>
                <p14:nvPr/>
              </p14:nvContentPartPr>
              <p14:xfrm>
                <a:off x="11615198" y="973264"/>
                <a:ext cx="4320" cy="828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AC50F019-30DA-CF4F-82A1-4D2A851F077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600078" y="958144"/>
                  <a:ext cx="349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9C20688C-EF5A-7243-B4E6-7C7F4AEB7AB0}"/>
                    </a:ext>
                  </a:extLst>
                </p14:cNvPr>
                <p14:cNvContentPartPr/>
                <p14:nvPr/>
              </p14:nvContentPartPr>
              <p14:xfrm>
                <a:off x="11615198" y="973264"/>
                <a:ext cx="122760" cy="19584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9C20688C-EF5A-7243-B4E6-7C7F4AEB7AB0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11600078" y="958144"/>
                  <a:ext cx="1533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5737AF78-69DF-2947-83E6-1E495AD3915B}"/>
                    </a:ext>
                  </a:extLst>
                </p14:cNvPr>
                <p14:cNvContentPartPr/>
                <p14:nvPr/>
              </p14:nvContentPartPr>
              <p14:xfrm>
                <a:off x="11764238" y="1025464"/>
                <a:ext cx="137520" cy="13212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5737AF78-69DF-2947-83E6-1E495AD3915B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11749118" y="1010344"/>
                  <a:ext cx="16812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AEF71296-C141-374D-BE5F-B08A9DDE1E79}"/>
              </a:ext>
            </a:extLst>
          </p:cNvPr>
          <p:cNvGrpSpPr/>
          <p:nvPr/>
        </p:nvGrpSpPr>
        <p:grpSpPr>
          <a:xfrm>
            <a:off x="5675918" y="1694704"/>
            <a:ext cx="2982960" cy="803520"/>
            <a:chOff x="5675918" y="1694704"/>
            <a:chExt cx="2982960" cy="80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55A39EBF-CDE2-B342-8378-1360472311D1}"/>
                    </a:ext>
                  </a:extLst>
                </p14:cNvPr>
                <p14:cNvContentPartPr/>
                <p14:nvPr/>
              </p14:nvContentPartPr>
              <p14:xfrm>
                <a:off x="5675918" y="1828624"/>
                <a:ext cx="144360" cy="15588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55A39EBF-CDE2-B342-8378-1360472311D1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5660438" y="1813504"/>
                  <a:ext cx="1746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259F5727-46C2-9148-B709-5ABD68D4ABCF}"/>
                    </a:ext>
                  </a:extLst>
                </p14:cNvPr>
                <p14:cNvContentPartPr/>
                <p14:nvPr/>
              </p14:nvContentPartPr>
              <p14:xfrm>
                <a:off x="5846198" y="1828624"/>
                <a:ext cx="108000" cy="13896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259F5727-46C2-9148-B709-5ABD68D4ABCF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5830718" y="1813504"/>
                  <a:ext cx="1386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3013D6BB-7564-4642-A073-5ACB9F0CB794}"/>
                    </a:ext>
                  </a:extLst>
                </p14:cNvPr>
                <p14:cNvContentPartPr/>
                <p14:nvPr/>
              </p14:nvContentPartPr>
              <p14:xfrm>
                <a:off x="5988038" y="1828624"/>
                <a:ext cx="109800" cy="12852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3013D6BB-7564-4642-A073-5ACB9F0CB794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5972918" y="1813504"/>
                  <a:ext cx="1404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F45D38BD-74A7-9541-B7F1-58319A1570B8}"/>
                    </a:ext>
                  </a:extLst>
                </p14:cNvPr>
                <p14:cNvContentPartPr/>
                <p14:nvPr/>
              </p14:nvContentPartPr>
              <p14:xfrm>
                <a:off x="6128078" y="1805584"/>
                <a:ext cx="86040" cy="15804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F45D38BD-74A7-9541-B7F1-58319A1570B8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6112958" y="1790464"/>
                  <a:ext cx="116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F08F4BA3-7BA1-4441-8168-ECDD9D9EA362}"/>
                    </a:ext>
                  </a:extLst>
                </p14:cNvPr>
                <p14:cNvContentPartPr/>
                <p14:nvPr/>
              </p14:nvContentPartPr>
              <p14:xfrm>
                <a:off x="6241118" y="1832224"/>
                <a:ext cx="98640" cy="14184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F08F4BA3-7BA1-4441-8168-ECDD9D9EA362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6225998" y="1816744"/>
                  <a:ext cx="1292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FFE624D2-5130-C74D-9452-4FE8ADB5151E}"/>
                    </a:ext>
                  </a:extLst>
                </p14:cNvPr>
                <p14:cNvContentPartPr/>
                <p14:nvPr/>
              </p14:nvContentPartPr>
              <p14:xfrm>
                <a:off x="6422918" y="1855264"/>
                <a:ext cx="122760" cy="1800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FFE624D2-5130-C74D-9452-4FE8ADB5151E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6407798" y="1840144"/>
                  <a:ext cx="1533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15E69516-5362-4743-90A1-C6635BF5F6A3}"/>
                    </a:ext>
                  </a:extLst>
                </p14:cNvPr>
                <p14:cNvContentPartPr/>
                <p14:nvPr/>
              </p14:nvContentPartPr>
              <p14:xfrm>
                <a:off x="6422918" y="1927264"/>
                <a:ext cx="114480" cy="1260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15E69516-5362-4743-90A1-C6635BF5F6A3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6407798" y="1911784"/>
                  <a:ext cx="1447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FD8401FB-4325-9748-8AC6-EE307497FC0F}"/>
                    </a:ext>
                  </a:extLst>
                </p14:cNvPr>
                <p14:cNvContentPartPr/>
                <p14:nvPr/>
              </p14:nvContentPartPr>
              <p14:xfrm>
                <a:off x="6681758" y="1741144"/>
                <a:ext cx="158760" cy="22752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FD8401FB-4325-9748-8AC6-EE307497FC0F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6666638" y="1726024"/>
                  <a:ext cx="1893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73CD8736-DBD5-094C-A301-B440FC95E714}"/>
                    </a:ext>
                  </a:extLst>
                </p14:cNvPr>
                <p14:cNvContentPartPr/>
                <p14:nvPr/>
              </p14:nvContentPartPr>
              <p14:xfrm>
                <a:off x="6891278" y="1825744"/>
                <a:ext cx="180720" cy="14832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73CD8736-DBD5-094C-A301-B440FC95E714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6876158" y="1810624"/>
                  <a:ext cx="2113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9C4016BB-95E9-854F-BCB1-C18AAD34FE5D}"/>
                    </a:ext>
                  </a:extLst>
                </p14:cNvPr>
                <p14:cNvContentPartPr/>
                <p14:nvPr/>
              </p14:nvContentPartPr>
              <p14:xfrm>
                <a:off x="7125278" y="1839784"/>
                <a:ext cx="26640" cy="9720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9C4016BB-95E9-854F-BCB1-C18AAD34FE5D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7110158" y="1824664"/>
                  <a:ext cx="572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3BFAF70F-F3C8-0848-BAAD-474B06051EC9}"/>
                    </a:ext>
                  </a:extLst>
                </p14:cNvPr>
                <p14:cNvContentPartPr/>
                <p14:nvPr/>
              </p14:nvContentPartPr>
              <p14:xfrm>
                <a:off x="7146518" y="1735024"/>
                <a:ext cx="1440" cy="468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3BFAF70F-F3C8-0848-BAAD-474B06051EC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131398" y="1719544"/>
                  <a:ext cx="32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0984F561-E486-B346-9C30-4F475CB9D04C}"/>
                    </a:ext>
                  </a:extLst>
                </p14:cNvPr>
                <p14:cNvContentPartPr/>
                <p14:nvPr/>
              </p14:nvContentPartPr>
              <p14:xfrm>
                <a:off x="7203758" y="1795144"/>
                <a:ext cx="72360" cy="14724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0984F561-E486-B346-9C30-4F475CB9D04C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7188278" y="1780024"/>
                  <a:ext cx="1026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D681A379-0769-074B-831E-221D1D8B7B9C}"/>
                    </a:ext>
                  </a:extLst>
                </p14:cNvPr>
                <p14:cNvContentPartPr/>
                <p14:nvPr/>
              </p14:nvContentPartPr>
              <p14:xfrm>
                <a:off x="7320758" y="1806304"/>
                <a:ext cx="95040" cy="15624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D681A379-0769-074B-831E-221D1D8B7B9C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7305638" y="1791184"/>
                  <a:ext cx="1252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3C0F6A09-1492-CA46-8293-CC71874135EE}"/>
                    </a:ext>
                  </a:extLst>
                </p14:cNvPr>
                <p14:cNvContentPartPr/>
                <p14:nvPr/>
              </p14:nvContentPartPr>
              <p14:xfrm>
                <a:off x="7571678" y="1783624"/>
                <a:ext cx="163800" cy="18324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3C0F6A09-1492-CA46-8293-CC71874135EE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7556198" y="1768144"/>
                  <a:ext cx="1944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3D28B21A-ABBD-3647-AFFA-D9365A93BE9F}"/>
                    </a:ext>
                  </a:extLst>
                </p14:cNvPr>
                <p14:cNvContentPartPr/>
                <p14:nvPr/>
              </p14:nvContentPartPr>
              <p14:xfrm>
                <a:off x="7801358" y="1817464"/>
                <a:ext cx="122760" cy="13032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3D28B21A-ABBD-3647-AFFA-D9365A93BE9F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7786238" y="1801984"/>
                  <a:ext cx="1533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AD6FCA31-C781-724F-920A-0CC1930568F7}"/>
                    </a:ext>
                  </a:extLst>
                </p14:cNvPr>
                <p14:cNvContentPartPr/>
                <p14:nvPr/>
              </p14:nvContentPartPr>
              <p14:xfrm>
                <a:off x="7950758" y="1694704"/>
                <a:ext cx="152280" cy="23184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AD6FCA31-C781-724F-920A-0CC1930568F7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7935278" y="1679584"/>
                  <a:ext cx="1828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6C4AA938-CDBD-BB43-93F2-3A6B523863E6}"/>
                    </a:ext>
                  </a:extLst>
                </p14:cNvPr>
                <p14:cNvContentPartPr/>
                <p14:nvPr/>
              </p14:nvContentPartPr>
              <p14:xfrm>
                <a:off x="8122838" y="1806304"/>
                <a:ext cx="105120" cy="12600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6C4AA938-CDBD-BB43-93F2-3A6B523863E6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8107358" y="1791184"/>
                  <a:ext cx="1353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688DAD9A-DFC6-B44C-9684-185ED65FF4F5}"/>
                    </a:ext>
                  </a:extLst>
                </p14:cNvPr>
                <p14:cNvContentPartPr/>
                <p14:nvPr/>
              </p14:nvContentPartPr>
              <p14:xfrm>
                <a:off x="8318678" y="1705864"/>
                <a:ext cx="41040" cy="21852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688DAD9A-DFC6-B44C-9684-185ED65FF4F5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8303558" y="1690744"/>
                  <a:ext cx="716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D5BDA4B4-622C-8449-8353-9E30AA127C20}"/>
                    </a:ext>
                  </a:extLst>
                </p14:cNvPr>
                <p14:cNvContentPartPr/>
                <p14:nvPr/>
              </p14:nvContentPartPr>
              <p14:xfrm>
                <a:off x="8251718" y="1747624"/>
                <a:ext cx="407160" cy="15660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D5BDA4B4-622C-8449-8353-9E30AA127C20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8236598" y="1732504"/>
                  <a:ext cx="4374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EFA89261-B32B-DB41-8F4E-08CC8E40D21A}"/>
                    </a:ext>
                  </a:extLst>
                </p14:cNvPr>
                <p14:cNvContentPartPr/>
                <p14:nvPr/>
              </p14:nvContentPartPr>
              <p14:xfrm>
                <a:off x="6935918" y="2214544"/>
                <a:ext cx="168840" cy="15552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EFA89261-B32B-DB41-8F4E-08CC8E40D21A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6920798" y="2199424"/>
                  <a:ext cx="1990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F891B64F-562D-2F49-A4AD-69B2651660AB}"/>
                    </a:ext>
                  </a:extLst>
                </p14:cNvPr>
                <p14:cNvContentPartPr/>
                <p14:nvPr/>
              </p14:nvContentPartPr>
              <p14:xfrm>
                <a:off x="7174958" y="2213464"/>
                <a:ext cx="74160" cy="12924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F891B64F-562D-2F49-A4AD-69B2651660AB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7159838" y="2198344"/>
                  <a:ext cx="1047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F53FE581-F7DE-9C49-BBFB-A5FD4CF4A022}"/>
                    </a:ext>
                  </a:extLst>
                </p14:cNvPr>
                <p14:cNvContentPartPr/>
                <p14:nvPr/>
              </p14:nvContentPartPr>
              <p14:xfrm>
                <a:off x="7326158" y="2203024"/>
                <a:ext cx="77400" cy="13788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F53FE581-F7DE-9C49-BBFB-A5FD4CF4A022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7311038" y="2187544"/>
                  <a:ext cx="1080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CC61A2AF-2447-1A47-8685-3BD6DFF0FE54}"/>
                    </a:ext>
                  </a:extLst>
                </p14:cNvPr>
                <p14:cNvContentPartPr/>
                <p14:nvPr/>
              </p14:nvContentPartPr>
              <p14:xfrm>
                <a:off x="7470878" y="2194744"/>
                <a:ext cx="130320" cy="17424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CC61A2AF-2447-1A47-8685-3BD6DFF0FE54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7455758" y="2179624"/>
                  <a:ext cx="1609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24D1A533-1C5F-2B4F-A4D5-3D1A0CBA6ADD}"/>
                    </a:ext>
                  </a:extLst>
                </p14:cNvPr>
                <p14:cNvContentPartPr/>
                <p14:nvPr/>
              </p14:nvContentPartPr>
              <p14:xfrm>
                <a:off x="7615958" y="2223184"/>
                <a:ext cx="115920" cy="12096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24D1A533-1C5F-2B4F-A4D5-3D1A0CBA6ADD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7600838" y="2207704"/>
                  <a:ext cx="1465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C103DA50-EDEF-CC4B-8888-6DF932019F7B}"/>
                    </a:ext>
                  </a:extLst>
                </p14:cNvPr>
                <p14:cNvContentPartPr/>
                <p14:nvPr/>
              </p14:nvContentPartPr>
              <p14:xfrm>
                <a:off x="7783358" y="2073784"/>
                <a:ext cx="49320" cy="28872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C103DA50-EDEF-CC4B-8888-6DF932019F7B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7768238" y="2058664"/>
                  <a:ext cx="795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89D8E9A6-2CA0-034D-8644-8E8CA488C789}"/>
                    </a:ext>
                  </a:extLst>
                </p14:cNvPr>
                <p14:cNvContentPartPr/>
                <p14:nvPr/>
              </p14:nvContentPartPr>
              <p14:xfrm>
                <a:off x="7872638" y="2218864"/>
                <a:ext cx="100440" cy="12384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89D8E9A6-2CA0-034D-8644-8E8CA488C789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7857158" y="2203384"/>
                  <a:ext cx="1310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EB26B5FC-095B-3049-93C7-AA52B261F5EA}"/>
                    </a:ext>
                  </a:extLst>
                </p14:cNvPr>
                <p14:cNvContentPartPr/>
                <p14:nvPr/>
              </p14:nvContentPartPr>
              <p14:xfrm>
                <a:off x="8023478" y="2196544"/>
                <a:ext cx="87120" cy="16164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EB26B5FC-095B-3049-93C7-AA52B261F5EA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8007998" y="2181424"/>
                  <a:ext cx="1173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00599869-6ADF-114F-AF40-4CCE2C61FE86}"/>
                    </a:ext>
                  </a:extLst>
                </p14:cNvPr>
                <p14:cNvContentPartPr/>
                <p14:nvPr/>
              </p14:nvContentPartPr>
              <p14:xfrm>
                <a:off x="8095478" y="2051824"/>
                <a:ext cx="147960" cy="33120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00599869-6ADF-114F-AF40-4CCE2C61FE86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8080358" y="2036344"/>
                  <a:ext cx="17856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EF3F0C48-3B16-2F47-937F-28EBDF44769B}"/>
                    </a:ext>
                  </a:extLst>
                </p14:cNvPr>
                <p14:cNvContentPartPr/>
                <p14:nvPr/>
              </p14:nvContentPartPr>
              <p14:xfrm>
                <a:off x="6186398" y="2084944"/>
                <a:ext cx="92160" cy="33372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EF3F0C48-3B16-2F47-937F-28EBDF44769B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6170918" y="2069824"/>
                  <a:ext cx="1227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7EB3440F-3B61-0340-B533-BC31F9E3F8D9}"/>
                    </a:ext>
                  </a:extLst>
                </p14:cNvPr>
                <p14:cNvContentPartPr/>
                <p14:nvPr/>
              </p14:nvContentPartPr>
              <p14:xfrm>
                <a:off x="6344798" y="2177464"/>
                <a:ext cx="162000" cy="24012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7EB3440F-3B61-0340-B533-BC31F9E3F8D9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6329678" y="2162344"/>
                  <a:ext cx="1922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525C7D1B-BDF3-FE45-A688-836A36D961D6}"/>
                    </a:ext>
                  </a:extLst>
                </p14:cNvPr>
                <p14:cNvContentPartPr/>
                <p14:nvPr/>
              </p14:nvContentPartPr>
              <p14:xfrm>
                <a:off x="6523358" y="2241184"/>
                <a:ext cx="95400" cy="16596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525C7D1B-BDF3-FE45-A688-836A36D961D6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6507878" y="2226064"/>
                  <a:ext cx="1260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544A7498-6738-5943-AE96-44634D9B7077}"/>
                    </a:ext>
                  </a:extLst>
                </p14:cNvPr>
                <p14:cNvContentPartPr/>
                <p14:nvPr/>
              </p14:nvContentPartPr>
              <p14:xfrm>
                <a:off x="6674198" y="2249464"/>
                <a:ext cx="82800" cy="13608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544A7498-6738-5943-AE96-44634D9B7077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6659078" y="2233984"/>
                  <a:ext cx="1134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0F9CBCD7-9A68-5945-9A24-67BE6E19536F}"/>
                    </a:ext>
                  </a:extLst>
                </p14:cNvPr>
                <p14:cNvContentPartPr/>
                <p14:nvPr/>
              </p14:nvContentPartPr>
              <p14:xfrm>
                <a:off x="6333638" y="2490304"/>
                <a:ext cx="365400" cy="792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0F9CBCD7-9A68-5945-9A24-67BE6E19536F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6318518" y="2475184"/>
                  <a:ext cx="3956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B915C961-C3F5-7343-A0EA-E00C55B4286C}"/>
                    </a:ext>
                  </a:extLst>
                </p14:cNvPr>
                <p14:cNvContentPartPr/>
                <p14:nvPr/>
              </p14:nvContentPartPr>
              <p14:xfrm>
                <a:off x="7043198" y="2428024"/>
                <a:ext cx="933120" cy="2556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B915C961-C3F5-7343-A0EA-E00C55B4286C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7027718" y="2412544"/>
                  <a:ext cx="96372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658EB499-7979-644B-A3C9-2E08D2483453}"/>
              </a:ext>
            </a:extLst>
          </p:cNvPr>
          <p:cNvGrpSpPr/>
          <p:nvPr/>
        </p:nvGrpSpPr>
        <p:grpSpPr>
          <a:xfrm>
            <a:off x="5664758" y="2603344"/>
            <a:ext cx="2635560" cy="801000"/>
            <a:chOff x="5664758" y="2603344"/>
            <a:chExt cx="2635560" cy="80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A88DD1D0-883B-5D4C-AB39-387C1EA09C5B}"/>
                    </a:ext>
                  </a:extLst>
                </p14:cNvPr>
                <p14:cNvContentPartPr/>
                <p14:nvPr/>
              </p14:nvContentPartPr>
              <p14:xfrm>
                <a:off x="5664758" y="2765344"/>
                <a:ext cx="159480" cy="16920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A88DD1D0-883B-5D4C-AB39-387C1EA09C5B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5649278" y="2750224"/>
                  <a:ext cx="1900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B26C58E5-D0FF-8841-8373-63A95037BA35}"/>
                    </a:ext>
                  </a:extLst>
                </p14:cNvPr>
                <p14:cNvContentPartPr/>
                <p14:nvPr/>
              </p14:nvContentPartPr>
              <p14:xfrm>
                <a:off x="5885078" y="2781904"/>
                <a:ext cx="69120" cy="12672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B26C58E5-D0FF-8841-8373-63A95037BA35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5869958" y="2766424"/>
                  <a:ext cx="997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985E0440-E76E-CD45-B8EE-C6E51E1FC3DC}"/>
                    </a:ext>
                  </a:extLst>
                </p14:cNvPr>
                <p14:cNvContentPartPr/>
                <p14:nvPr/>
              </p14:nvContentPartPr>
              <p14:xfrm>
                <a:off x="6031958" y="2776504"/>
                <a:ext cx="230760" cy="12996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985E0440-E76E-CD45-B8EE-C6E51E1FC3DC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6016838" y="2761024"/>
                  <a:ext cx="2610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84CA07D0-96E2-9142-A5A1-76969D79BB3E}"/>
                    </a:ext>
                  </a:extLst>
                </p14:cNvPr>
                <p14:cNvContentPartPr/>
                <p14:nvPr/>
              </p14:nvContentPartPr>
              <p14:xfrm>
                <a:off x="6290798" y="2743024"/>
                <a:ext cx="101880" cy="14652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84CA07D0-96E2-9142-A5A1-76969D79BB3E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6275678" y="2727904"/>
                  <a:ext cx="1321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B89478BF-6E45-ED46-8338-D716C9A64825}"/>
                    </a:ext>
                  </a:extLst>
                </p14:cNvPr>
                <p14:cNvContentPartPr/>
                <p14:nvPr/>
              </p14:nvContentPartPr>
              <p14:xfrm>
                <a:off x="6456398" y="2786224"/>
                <a:ext cx="126360" cy="1620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B89478BF-6E45-ED46-8338-D716C9A64825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6441278" y="2770744"/>
                  <a:ext cx="1569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26B97A4A-0573-484A-AA59-9BDB6CF7B848}"/>
                    </a:ext>
                  </a:extLst>
                </p14:cNvPr>
                <p14:cNvContentPartPr/>
                <p14:nvPr/>
              </p14:nvContentPartPr>
              <p14:xfrm>
                <a:off x="6478718" y="2853544"/>
                <a:ext cx="114480" cy="1584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26B97A4A-0573-484A-AA59-9BDB6CF7B848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6463598" y="2838424"/>
                  <a:ext cx="1450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916CFAEB-7954-4F4F-8840-250263B582CB}"/>
                    </a:ext>
                  </a:extLst>
                </p14:cNvPr>
                <p14:cNvContentPartPr/>
                <p14:nvPr/>
              </p14:nvContentPartPr>
              <p14:xfrm>
                <a:off x="6754478" y="2603344"/>
                <a:ext cx="157680" cy="24876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916CFAEB-7954-4F4F-8840-250263B582CB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6739358" y="2588224"/>
                  <a:ext cx="1882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DD5171B9-FF9C-114F-86B4-8C74ABE13072}"/>
                    </a:ext>
                  </a:extLst>
                </p14:cNvPr>
                <p14:cNvContentPartPr/>
                <p14:nvPr/>
              </p14:nvContentPartPr>
              <p14:xfrm>
                <a:off x="6919358" y="2750224"/>
                <a:ext cx="144000" cy="15120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DD5171B9-FF9C-114F-86B4-8C74ABE13072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6904238" y="2734744"/>
                  <a:ext cx="1746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D48BF400-20B5-0E42-A4A5-1F658D922962}"/>
                    </a:ext>
                  </a:extLst>
                </p14:cNvPr>
                <p14:cNvContentPartPr/>
                <p14:nvPr/>
              </p14:nvContentPartPr>
              <p14:xfrm>
                <a:off x="7069838" y="2620264"/>
                <a:ext cx="111960" cy="25920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D48BF400-20B5-0E42-A4A5-1F658D922962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7054358" y="2605144"/>
                  <a:ext cx="1425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DC56BC64-BE7A-9D41-8242-EBA838A6DC2A}"/>
                    </a:ext>
                  </a:extLst>
                </p14:cNvPr>
                <p14:cNvContentPartPr/>
                <p14:nvPr/>
              </p14:nvContentPartPr>
              <p14:xfrm>
                <a:off x="7225718" y="2743024"/>
                <a:ext cx="25560" cy="14688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DC56BC64-BE7A-9D41-8242-EBA838A6DC2A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7210598" y="2727904"/>
                  <a:ext cx="561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34A6DF02-0813-A748-A060-659D08E7BABD}"/>
                    </a:ext>
                  </a:extLst>
                </p14:cNvPr>
                <p14:cNvContentPartPr/>
                <p14:nvPr/>
              </p14:nvContentPartPr>
              <p14:xfrm>
                <a:off x="7259198" y="2676064"/>
                <a:ext cx="720" cy="360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34A6DF02-0813-A748-A060-659D08E7BAB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44078" y="2660944"/>
                  <a:ext cx="31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1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663FA288-5B09-6744-A9E2-BFD8E9734389}"/>
                    </a:ext>
                  </a:extLst>
                </p14:cNvPr>
                <p14:cNvContentPartPr/>
                <p14:nvPr/>
              </p14:nvContentPartPr>
              <p14:xfrm>
                <a:off x="7302038" y="2776504"/>
                <a:ext cx="102960" cy="10800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663FA288-5B09-6744-A9E2-BFD8E9734389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7286558" y="2761384"/>
                  <a:ext cx="1332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3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C3D503CE-E58B-C744-9520-5FBA7AB3581C}"/>
                    </a:ext>
                  </a:extLst>
                </p14:cNvPr>
                <p14:cNvContentPartPr/>
                <p14:nvPr/>
              </p14:nvContentPartPr>
              <p14:xfrm>
                <a:off x="7460078" y="2687224"/>
                <a:ext cx="51480" cy="21960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C3D503CE-E58B-C744-9520-5FBA7AB3581C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7444598" y="2672104"/>
                  <a:ext cx="820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5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C1DDBBE6-9921-6A43-AF01-033F905B32B2}"/>
                    </a:ext>
                  </a:extLst>
                </p14:cNvPr>
                <p14:cNvContentPartPr/>
                <p14:nvPr/>
              </p14:nvContentPartPr>
              <p14:xfrm>
                <a:off x="7399958" y="2779744"/>
                <a:ext cx="219960" cy="9324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C1DDBBE6-9921-6A43-AF01-033F905B32B2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7384838" y="2764624"/>
                  <a:ext cx="2505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7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7AA79011-E84F-8041-A07F-63497464C174}"/>
                    </a:ext>
                  </a:extLst>
                </p14:cNvPr>
                <p14:cNvContentPartPr/>
                <p14:nvPr/>
              </p14:nvContentPartPr>
              <p14:xfrm>
                <a:off x="7660238" y="2753464"/>
                <a:ext cx="109080" cy="1386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7AA79011-E84F-8041-A07F-63497464C174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7645118" y="2737984"/>
                  <a:ext cx="1393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9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0E725B77-2709-4B4B-8344-DFB1CD5F51BC}"/>
                    </a:ext>
                  </a:extLst>
                </p14:cNvPr>
                <p14:cNvContentPartPr/>
                <p14:nvPr/>
              </p14:nvContentPartPr>
              <p14:xfrm>
                <a:off x="7805678" y="2787664"/>
                <a:ext cx="81720" cy="9324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0E725B77-2709-4B4B-8344-DFB1CD5F51BC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7790558" y="2772544"/>
                  <a:ext cx="1123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1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C731B633-B7AB-3946-8466-1E3DA79CFDA6}"/>
                    </a:ext>
                  </a:extLst>
                </p14:cNvPr>
                <p14:cNvContentPartPr/>
                <p14:nvPr/>
              </p14:nvContentPartPr>
              <p14:xfrm>
                <a:off x="7939598" y="2754544"/>
                <a:ext cx="166680" cy="14400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C731B633-B7AB-3946-8466-1E3DA79CFDA6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7924118" y="2739064"/>
                  <a:ext cx="1972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3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5F2ADEC2-86D9-1F4E-BA4B-97B54F5CFA29}"/>
                    </a:ext>
                  </a:extLst>
                </p14:cNvPr>
                <p14:cNvContentPartPr/>
                <p14:nvPr/>
              </p14:nvContentPartPr>
              <p14:xfrm>
                <a:off x="8174318" y="2731144"/>
                <a:ext cx="126000" cy="13140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5F2ADEC2-86D9-1F4E-BA4B-97B54F5CFA29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8159198" y="2716024"/>
                  <a:ext cx="1566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5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8583A2C2-57B8-E943-9528-0792803862CB}"/>
                    </a:ext>
                  </a:extLst>
                </p14:cNvPr>
                <p14:cNvContentPartPr/>
                <p14:nvPr/>
              </p14:nvContentPartPr>
              <p14:xfrm>
                <a:off x="6311318" y="3122104"/>
                <a:ext cx="180360" cy="17460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8583A2C2-57B8-E943-9528-0792803862CB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6296198" y="3106984"/>
                  <a:ext cx="2109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7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D28E6139-00AE-C343-889D-F60347E056A5}"/>
                    </a:ext>
                  </a:extLst>
                </p14:cNvPr>
                <p14:cNvContentPartPr/>
                <p14:nvPr/>
              </p14:nvContentPartPr>
              <p14:xfrm>
                <a:off x="6576998" y="3133264"/>
                <a:ext cx="87120" cy="12312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D28E6139-00AE-C343-889D-F60347E056A5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6561878" y="3118144"/>
                  <a:ext cx="1173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9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B6342A90-4AF6-7E42-9FC1-0F62E07DC80F}"/>
                    </a:ext>
                  </a:extLst>
                </p14:cNvPr>
                <p14:cNvContentPartPr/>
                <p14:nvPr/>
              </p14:nvContentPartPr>
              <p14:xfrm>
                <a:off x="6732518" y="3099424"/>
                <a:ext cx="109080" cy="16344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B6342A90-4AF6-7E42-9FC1-0F62E07DC80F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6717038" y="3083944"/>
                  <a:ext cx="1396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1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3AEA52CA-2992-DE47-B1A2-4AE83B0579B4}"/>
                    </a:ext>
                  </a:extLst>
                </p14:cNvPr>
                <p14:cNvContentPartPr/>
                <p14:nvPr/>
              </p14:nvContentPartPr>
              <p14:xfrm>
                <a:off x="6888758" y="3101944"/>
                <a:ext cx="93240" cy="15552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3AEA52CA-2992-DE47-B1A2-4AE83B0579B4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6873638" y="3086824"/>
                  <a:ext cx="1238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3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E7D2086E-0053-0846-AE25-002860D7BF9D}"/>
                    </a:ext>
                  </a:extLst>
                </p14:cNvPr>
                <p14:cNvContentPartPr/>
                <p14:nvPr/>
              </p14:nvContentPartPr>
              <p14:xfrm>
                <a:off x="7001798" y="3177904"/>
                <a:ext cx="106920" cy="8604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E7D2086E-0053-0846-AE25-002860D7BF9D}"/>
                    </a:ext>
                  </a:extLst>
                </p:cNvPr>
                <p:cNvPicPr/>
                <p:nvPr/>
              </p:nvPicPr>
              <p:blipFill>
                <a:blip r:embed="rId754"/>
                <a:stretch>
                  <a:fillRect/>
                </a:stretch>
              </p:blipFill>
              <p:spPr>
                <a:xfrm>
                  <a:off x="6986678" y="3162784"/>
                  <a:ext cx="1375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5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CD4103E4-59AE-B04C-95C8-3AFF811BD99D}"/>
                    </a:ext>
                  </a:extLst>
                </p14:cNvPr>
                <p14:cNvContentPartPr/>
                <p14:nvPr/>
              </p14:nvContentPartPr>
              <p14:xfrm>
                <a:off x="7125278" y="3141184"/>
                <a:ext cx="119880" cy="11988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CD4103E4-59AE-B04C-95C8-3AFF811BD99D}"/>
                    </a:ext>
                  </a:extLst>
                </p:cNvPr>
                <p:cNvPicPr/>
                <p:nvPr/>
              </p:nvPicPr>
              <p:blipFill>
                <a:blip r:embed="rId756"/>
                <a:stretch>
                  <a:fillRect/>
                </a:stretch>
              </p:blipFill>
              <p:spPr>
                <a:xfrm>
                  <a:off x="7110158" y="3125704"/>
                  <a:ext cx="1501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7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B725D0B3-B9A4-3C48-9CE0-A10F07EB11A3}"/>
                    </a:ext>
                  </a:extLst>
                </p14:cNvPr>
                <p14:cNvContentPartPr/>
                <p14:nvPr/>
              </p14:nvContentPartPr>
              <p14:xfrm>
                <a:off x="7303838" y="3155584"/>
                <a:ext cx="39600" cy="10944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B725D0B3-B9A4-3C48-9CE0-A10F07EB11A3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7288718" y="3140464"/>
                  <a:ext cx="702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9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2747F328-2C42-FE41-9C37-4DE65B291C0F}"/>
                    </a:ext>
                  </a:extLst>
                </p14:cNvPr>
                <p14:cNvContentPartPr/>
                <p14:nvPr/>
              </p14:nvContentPartPr>
              <p14:xfrm>
                <a:off x="7337318" y="3066304"/>
                <a:ext cx="8280" cy="540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2747F328-2C42-FE41-9C37-4DE65B291C0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22198" y="3051184"/>
                  <a:ext cx="38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D9556FA8-9CBE-0A47-AEDC-D5FA03B4F3FB}"/>
                    </a:ext>
                  </a:extLst>
                </p14:cNvPr>
                <p14:cNvContentPartPr/>
                <p14:nvPr/>
              </p14:nvContentPartPr>
              <p14:xfrm>
                <a:off x="6839438" y="2932024"/>
                <a:ext cx="1320120" cy="4896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D9556FA8-9CBE-0A47-AEDC-D5FA03B4F3FB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6824318" y="2916544"/>
                  <a:ext cx="13503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3ADDC62F-7BDE-6849-BF1E-430E638963FF}"/>
                    </a:ext>
                  </a:extLst>
                </p14:cNvPr>
                <p14:cNvContentPartPr/>
                <p14:nvPr/>
              </p14:nvContentPartPr>
              <p14:xfrm>
                <a:off x="6389438" y="3353224"/>
                <a:ext cx="900360" cy="5112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3ADDC62F-7BDE-6849-BF1E-430E638963FF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6374318" y="3338104"/>
                  <a:ext cx="930960" cy="8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4">
            <p14:nvContentPartPr>
              <p14:cNvPr id="567" name="Ink 566">
                <a:extLst>
                  <a:ext uri="{FF2B5EF4-FFF2-40B4-BE49-F238E27FC236}">
                    <a16:creationId xmlns:a16="http://schemas.microsoft.com/office/drawing/2014/main" id="{6493BDFB-6A59-AC4D-8670-D086F33E640A}"/>
                  </a:ext>
                </a:extLst>
              </p14:cNvPr>
              <p14:cNvContentPartPr/>
              <p14:nvPr/>
            </p14:nvContentPartPr>
            <p14:xfrm>
              <a:off x="4390718" y="152464"/>
              <a:ext cx="132840" cy="157680"/>
            </p14:xfrm>
          </p:contentPart>
        </mc:Choice>
        <mc:Fallback xmlns="">
          <p:pic>
            <p:nvPicPr>
              <p:cNvPr id="567" name="Ink 566">
                <a:extLst>
                  <a:ext uri="{FF2B5EF4-FFF2-40B4-BE49-F238E27FC236}">
                    <a16:creationId xmlns:a16="http://schemas.microsoft.com/office/drawing/2014/main" id="{6493BDFB-6A59-AC4D-8670-D086F33E640A}"/>
                  </a:ext>
                </a:extLst>
              </p:cNvPr>
              <p:cNvPicPr/>
              <p:nvPr/>
            </p:nvPicPr>
            <p:blipFill>
              <a:blip r:embed="rId765"/>
              <a:stretch>
                <a:fillRect/>
              </a:stretch>
            </p:blipFill>
            <p:spPr>
              <a:xfrm>
                <a:off x="4375598" y="136984"/>
                <a:ext cx="16344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6">
            <p14:nvContentPartPr>
              <p14:cNvPr id="568" name="Ink 567">
                <a:extLst>
                  <a:ext uri="{FF2B5EF4-FFF2-40B4-BE49-F238E27FC236}">
                    <a16:creationId xmlns:a16="http://schemas.microsoft.com/office/drawing/2014/main" id="{A1777637-F9CA-344C-82BD-EEC18B280B60}"/>
                  </a:ext>
                </a:extLst>
              </p14:cNvPr>
              <p14:cNvContentPartPr/>
              <p14:nvPr/>
            </p14:nvContentPartPr>
            <p14:xfrm>
              <a:off x="4406198" y="100264"/>
              <a:ext cx="116640" cy="189000"/>
            </p14:xfrm>
          </p:contentPart>
        </mc:Choice>
        <mc:Fallback xmlns="">
          <p:pic>
            <p:nvPicPr>
              <p:cNvPr id="568" name="Ink 567">
                <a:extLst>
                  <a:ext uri="{FF2B5EF4-FFF2-40B4-BE49-F238E27FC236}">
                    <a16:creationId xmlns:a16="http://schemas.microsoft.com/office/drawing/2014/main" id="{A1777637-F9CA-344C-82BD-EEC18B280B60}"/>
                  </a:ext>
                </a:extLst>
              </p:cNvPr>
              <p:cNvPicPr/>
              <p:nvPr/>
            </p:nvPicPr>
            <p:blipFill>
              <a:blip r:embed="rId767"/>
              <a:stretch>
                <a:fillRect/>
              </a:stretch>
            </p:blipFill>
            <p:spPr>
              <a:xfrm>
                <a:off x="4391078" y="84784"/>
                <a:ext cx="14724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8">
            <p14:nvContentPartPr>
              <p14:cNvPr id="569" name="Ink 568">
                <a:extLst>
                  <a:ext uri="{FF2B5EF4-FFF2-40B4-BE49-F238E27FC236}">
                    <a16:creationId xmlns:a16="http://schemas.microsoft.com/office/drawing/2014/main" id="{266C5E35-5DF6-1644-9A03-701E51485EBD}"/>
                  </a:ext>
                </a:extLst>
              </p14:cNvPr>
              <p14:cNvContentPartPr/>
              <p14:nvPr/>
            </p14:nvContentPartPr>
            <p14:xfrm>
              <a:off x="4437878" y="111064"/>
              <a:ext cx="48960" cy="222480"/>
            </p14:xfrm>
          </p:contentPart>
        </mc:Choice>
        <mc:Fallback xmlns="">
          <p:pic>
            <p:nvPicPr>
              <p:cNvPr id="569" name="Ink 568">
                <a:extLst>
                  <a:ext uri="{FF2B5EF4-FFF2-40B4-BE49-F238E27FC236}">
                    <a16:creationId xmlns:a16="http://schemas.microsoft.com/office/drawing/2014/main" id="{266C5E35-5DF6-1644-9A03-701E51485EBD}"/>
                  </a:ext>
                </a:extLst>
              </p:cNvPr>
              <p:cNvPicPr/>
              <p:nvPr/>
            </p:nvPicPr>
            <p:blipFill>
              <a:blip r:embed="rId769"/>
              <a:stretch>
                <a:fillRect/>
              </a:stretch>
            </p:blipFill>
            <p:spPr>
              <a:xfrm>
                <a:off x="4422758" y="95944"/>
                <a:ext cx="7920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0">
            <p14:nvContentPartPr>
              <p14:cNvPr id="570" name="Ink 569">
                <a:extLst>
                  <a:ext uri="{FF2B5EF4-FFF2-40B4-BE49-F238E27FC236}">
                    <a16:creationId xmlns:a16="http://schemas.microsoft.com/office/drawing/2014/main" id="{E9B56115-BE3F-1D47-B062-A24EC1C54B48}"/>
                  </a:ext>
                </a:extLst>
              </p14:cNvPr>
              <p14:cNvContentPartPr/>
              <p14:nvPr/>
            </p14:nvContentPartPr>
            <p14:xfrm>
              <a:off x="4382078" y="196744"/>
              <a:ext cx="199800" cy="48600"/>
            </p14:xfrm>
          </p:contentPart>
        </mc:Choice>
        <mc:Fallback xmlns="">
          <p:pic>
            <p:nvPicPr>
              <p:cNvPr id="570" name="Ink 569">
                <a:extLst>
                  <a:ext uri="{FF2B5EF4-FFF2-40B4-BE49-F238E27FC236}">
                    <a16:creationId xmlns:a16="http://schemas.microsoft.com/office/drawing/2014/main" id="{E9B56115-BE3F-1D47-B062-A24EC1C54B48}"/>
                  </a:ext>
                </a:extLst>
              </p:cNvPr>
              <p:cNvPicPr/>
              <p:nvPr/>
            </p:nvPicPr>
            <p:blipFill>
              <a:blip r:embed="rId771"/>
              <a:stretch>
                <a:fillRect/>
              </a:stretch>
            </p:blipFill>
            <p:spPr>
              <a:xfrm>
                <a:off x="4366958" y="181624"/>
                <a:ext cx="23004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2">
            <p14:nvContentPartPr>
              <p14:cNvPr id="572" name="Ink 571">
                <a:extLst>
                  <a:ext uri="{FF2B5EF4-FFF2-40B4-BE49-F238E27FC236}">
                    <a16:creationId xmlns:a16="http://schemas.microsoft.com/office/drawing/2014/main" id="{6E056FEB-A9F9-904D-A5ED-E637C5B2C49A}"/>
                  </a:ext>
                </a:extLst>
              </p14:cNvPr>
              <p14:cNvContentPartPr/>
              <p14:nvPr/>
            </p14:nvContentPartPr>
            <p14:xfrm>
              <a:off x="4672238" y="136624"/>
              <a:ext cx="136800" cy="220320"/>
            </p14:xfrm>
          </p:contentPart>
        </mc:Choice>
        <mc:Fallback xmlns="">
          <p:pic>
            <p:nvPicPr>
              <p:cNvPr id="572" name="Ink 571">
                <a:extLst>
                  <a:ext uri="{FF2B5EF4-FFF2-40B4-BE49-F238E27FC236}">
                    <a16:creationId xmlns:a16="http://schemas.microsoft.com/office/drawing/2014/main" id="{6E056FEB-A9F9-904D-A5ED-E637C5B2C49A}"/>
                  </a:ext>
                </a:extLst>
              </p:cNvPr>
              <p:cNvPicPr/>
              <p:nvPr/>
            </p:nvPicPr>
            <p:blipFill>
              <a:blip r:embed="rId773"/>
              <a:stretch>
                <a:fillRect/>
              </a:stretch>
            </p:blipFill>
            <p:spPr>
              <a:xfrm>
                <a:off x="4656758" y="121144"/>
                <a:ext cx="16740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4">
            <p14:nvContentPartPr>
              <p14:cNvPr id="573" name="Ink 572">
                <a:extLst>
                  <a:ext uri="{FF2B5EF4-FFF2-40B4-BE49-F238E27FC236}">
                    <a16:creationId xmlns:a16="http://schemas.microsoft.com/office/drawing/2014/main" id="{D1FBE004-A266-2B42-A788-34AC23BA3E41}"/>
                  </a:ext>
                </a:extLst>
              </p14:cNvPr>
              <p14:cNvContentPartPr/>
              <p14:nvPr/>
            </p14:nvContentPartPr>
            <p14:xfrm>
              <a:off x="4879958" y="144904"/>
              <a:ext cx="113040" cy="207720"/>
            </p14:xfrm>
          </p:contentPart>
        </mc:Choice>
        <mc:Fallback xmlns="">
          <p:pic>
            <p:nvPicPr>
              <p:cNvPr id="573" name="Ink 572">
                <a:extLst>
                  <a:ext uri="{FF2B5EF4-FFF2-40B4-BE49-F238E27FC236}">
                    <a16:creationId xmlns:a16="http://schemas.microsoft.com/office/drawing/2014/main" id="{D1FBE004-A266-2B42-A788-34AC23BA3E41}"/>
                  </a:ext>
                </a:extLst>
              </p:cNvPr>
              <p:cNvPicPr/>
              <p:nvPr/>
            </p:nvPicPr>
            <p:blipFill>
              <a:blip r:embed="rId775"/>
              <a:stretch>
                <a:fillRect/>
              </a:stretch>
            </p:blipFill>
            <p:spPr>
              <a:xfrm>
                <a:off x="4864838" y="129424"/>
                <a:ext cx="14328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6">
            <p14:nvContentPartPr>
              <p14:cNvPr id="574" name="Ink 573">
                <a:extLst>
                  <a:ext uri="{FF2B5EF4-FFF2-40B4-BE49-F238E27FC236}">
                    <a16:creationId xmlns:a16="http://schemas.microsoft.com/office/drawing/2014/main" id="{68882770-5D58-D442-8285-AB87EA7B563C}"/>
                  </a:ext>
                </a:extLst>
              </p14:cNvPr>
              <p14:cNvContentPartPr/>
              <p14:nvPr/>
            </p14:nvContentPartPr>
            <p14:xfrm>
              <a:off x="5140598" y="133744"/>
              <a:ext cx="43560" cy="190800"/>
            </p14:xfrm>
          </p:contentPart>
        </mc:Choice>
        <mc:Fallback xmlns="">
          <p:pic>
            <p:nvPicPr>
              <p:cNvPr id="574" name="Ink 573">
                <a:extLst>
                  <a:ext uri="{FF2B5EF4-FFF2-40B4-BE49-F238E27FC236}">
                    <a16:creationId xmlns:a16="http://schemas.microsoft.com/office/drawing/2014/main" id="{68882770-5D58-D442-8285-AB87EA7B563C}"/>
                  </a:ext>
                </a:extLst>
              </p:cNvPr>
              <p:cNvPicPr/>
              <p:nvPr/>
            </p:nvPicPr>
            <p:blipFill>
              <a:blip r:embed="rId777"/>
              <a:stretch>
                <a:fillRect/>
              </a:stretch>
            </p:blipFill>
            <p:spPr>
              <a:xfrm>
                <a:off x="5125118" y="118264"/>
                <a:ext cx="7416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8">
            <p14:nvContentPartPr>
              <p14:cNvPr id="575" name="Ink 574">
                <a:extLst>
                  <a:ext uri="{FF2B5EF4-FFF2-40B4-BE49-F238E27FC236}">
                    <a16:creationId xmlns:a16="http://schemas.microsoft.com/office/drawing/2014/main" id="{E9A1AD95-69F0-1944-B20D-E455D46D022F}"/>
                  </a:ext>
                </a:extLst>
              </p14:cNvPr>
              <p14:cNvContentPartPr/>
              <p14:nvPr/>
            </p14:nvContentPartPr>
            <p14:xfrm>
              <a:off x="5129438" y="113224"/>
              <a:ext cx="163440" cy="130320"/>
            </p14:xfrm>
          </p:contentPart>
        </mc:Choice>
        <mc:Fallback xmlns="">
          <p:pic>
            <p:nvPicPr>
              <p:cNvPr id="575" name="Ink 574">
                <a:extLst>
                  <a:ext uri="{FF2B5EF4-FFF2-40B4-BE49-F238E27FC236}">
                    <a16:creationId xmlns:a16="http://schemas.microsoft.com/office/drawing/2014/main" id="{E9A1AD95-69F0-1944-B20D-E455D46D022F}"/>
                  </a:ext>
                </a:extLst>
              </p:cNvPr>
              <p:cNvPicPr/>
              <p:nvPr/>
            </p:nvPicPr>
            <p:blipFill>
              <a:blip r:embed="rId779"/>
              <a:stretch>
                <a:fillRect/>
              </a:stretch>
            </p:blipFill>
            <p:spPr>
              <a:xfrm>
                <a:off x="5113958" y="98104"/>
                <a:ext cx="19404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0">
            <p14:nvContentPartPr>
              <p14:cNvPr id="576" name="Ink 575">
                <a:extLst>
                  <a:ext uri="{FF2B5EF4-FFF2-40B4-BE49-F238E27FC236}">
                    <a16:creationId xmlns:a16="http://schemas.microsoft.com/office/drawing/2014/main" id="{7FBD298F-9766-9C41-B57F-AB0FA36505DF}"/>
                  </a:ext>
                </a:extLst>
              </p14:cNvPr>
              <p14:cNvContentPartPr/>
              <p14:nvPr/>
            </p14:nvContentPartPr>
            <p14:xfrm>
              <a:off x="5341118" y="122584"/>
              <a:ext cx="41400" cy="206280"/>
            </p14:xfrm>
          </p:contentPart>
        </mc:Choice>
        <mc:Fallback xmlns="">
          <p:pic>
            <p:nvPicPr>
              <p:cNvPr id="576" name="Ink 575">
                <a:extLst>
                  <a:ext uri="{FF2B5EF4-FFF2-40B4-BE49-F238E27FC236}">
                    <a16:creationId xmlns:a16="http://schemas.microsoft.com/office/drawing/2014/main" id="{7FBD298F-9766-9C41-B57F-AB0FA36505DF}"/>
                  </a:ext>
                </a:extLst>
              </p:cNvPr>
              <p:cNvPicPr/>
              <p:nvPr/>
            </p:nvPicPr>
            <p:blipFill>
              <a:blip r:embed="rId781"/>
              <a:stretch>
                <a:fillRect/>
              </a:stretch>
            </p:blipFill>
            <p:spPr>
              <a:xfrm>
                <a:off x="5325998" y="107104"/>
                <a:ext cx="7200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2">
            <p14:nvContentPartPr>
              <p14:cNvPr id="577" name="Ink 576">
                <a:extLst>
                  <a:ext uri="{FF2B5EF4-FFF2-40B4-BE49-F238E27FC236}">
                    <a16:creationId xmlns:a16="http://schemas.microsoft.com/office/drawing/2014/main" id="{091E4168-301F-E747-9717-6AF6DD256DB2}"/>
                  </a:ext>
                </a:extLst>
              </p14:cNvPr>
              <p14:cNvContentPartPr/>
              <p14:nvPr/>
            </p14:nvContentPartPr>
            <p14:xfrm>
              <a:off x="5352278" y="203224"/>
              <a:ext cx="135000" cy="31320"/>
            </p14:xfrm>
          </p:contentPart>
        </mc:Choice>
        <mc:Fallback xmlns="">
          <p:pic>
            <p:nvPicPr>
              <p:cNvPr id="577" name="Ink 576">
                <a:extLst>
                  <a:ext uri="{FF2B5EF4-FFF2-40B4-BE49-F238E27FC236}">
                    <a16:creationId xmlns:a16="http://schemas.microsoft.com/office/drawing/2014/main" id="{091E4168-301F-E747-9717-6AF6DD256DB2}"/>
                  </a:ext>
                </a:extLst>
              </p:cNvPr>
              <p:cNvPicPr/>
              <p:nvPr/>
            </p:nvPicPr>
            <p:blipFill>
              <a:blip r:embed="rId783"/>
              <a:stretch>
                <a:fillRect/>
              </a:stretch>
            </p:blipFill>
            <p:spPr>
              <a:xfrm>
                <a:off x="5337158" y="187744"/>
                <a:ext cx="16524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4">
            <p14:nvContentPartPr>
              <p14:cNvPr id="578" name="Ink 577">
                <a:extLst>
                  <a:ext uri="{FF2B5EF4-FFF2-40B4-BE49-F238E27FC236}">
                    <a16:creationId xmlns:a16="http://schemas.microsoft.com/office/drawing/2014/main" id="{84E6AB6A-44C5-C843-8CA4-9B976C73A711}"/>
                  </a:ext>
                </a:extLst>
              </p14:cNvPr>
              <p14:cNvContentPartPr/>
              <p14:nvPr/>
            </p14:nvContentPartPr>
            <p14:xfrm>
              <a:off x="5457038" y="90184"/>
              <a:ext cx="53640" cy="257040"/>
            </p14:xfrm>
          </p:contentPart>
        </mc:Choice>
        <mc:Fallback xmlns="">
          <p:pic>
            <p:nvPicPr>
              <p:cNvPr id="578" name="Ink 577">
                <a:extLst>
                  <a:ext uri="{FF2B5EF4-FFF2-40B4-BE49-F238E27FC236}">
                    <a16:creationId xmlns:a16="http://schemas.microsoft.com/office/drawing/2014/main" id="{84E6AB6A-44C5-C843-8CA4-9B976C73A711}"/>
                  </a:ext>
                </a:extLst>
              </p:cNvPr>
              <p:cNvPicPr/>
              <p:nvPr/>
            </p:nvPicPr>
            <p:blipFill>
              <a:blip r:embed="rId785"/>
              <a:stretch>
                <a:fillRect/>
              </a:stretch>
            </p:blipFill>
            <p:spPr>
              <a:xfrm>
                <a:off x="5441558" y="74704"/>
                <a:ext cx="8388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6">
            <p14:nvContentPartPr>
              <p14:cNvPr id="579" name="Ink 578">
                <a:extLst>
                  <a:ext uri="{FF2B5EF4-FFF2-40B4-BE49-F238E27FC236}">
                    <a16:creationId xmlns:a16="http://schemas.microsoft.com/office/drawing/2014/main" id="{741BD0CA-6EAC-8542-AF9F-C5F4F2CD17A8}"/>
                  </a:ext>
                </a:extLst>
              </p14:cNvPr>
              <p14:cNvContentPartPr/>
              <p14:nvPr/>
            </p14:nvContentPartPr>
            <p14:xfrm>
              <a:off x="5603198" y="144904"/>
              <a:ext cx="117720" cy="163440"/>
            </p14:xfrm>
          </p:contentPart>
        </mc:Choice>
        <mc:Fallback xmlns="">
          <p:pic>
            <p:nvPicPr>
              <p:cNvPr id="579" name="Ink 578">
                <a:extLst>
                  <a:ext uri="{FF2B5EF4-FFF2-40B4-BE49-F238E27FC236}">
                    <a16:creationId xmlns:a16="http://schemas.microsoft.com/office/drawing/2014/main" id="{741BD0CA-6EAC-8542-AF9F-C5F4F2CD17A8}"/>
                  </a:ext>
                </a:extLst>
              </p:cNvPr>
              <p:cNvPicPr/>
              <p:nvPr/>
            </p:nvPicPr>
            <p:blipFill>
              <a:blip r:embed="rId787"/>
              <a:stretch>
                <a:fillRect/>
              </a:stretch>
            </p:blipFill>
            <p:spPr>
              <a:xfrm>
                <a:off x="5587718" y="129424"/>
                <a:ext cx="14832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8">
            <p14:nvContentPartPr>
              <p14:cNvPr id="580" name="Ink 579">
                <a:extLst>
                  <a:ext uri="{FF2B5EF4-FFF2-40B4-BE49-F238E27FC236}">
                    <a16:creationId xmlns:a16="http://schemas.microsoft.com/office/drawing/2014/main" id="{57CE048A-AF45-544C-A4CE-48327E12F367}"/>
                  </a:ext>
                </a:extLst>
              </p14:cNvPr>
              <p14:cNvContentPartPr/>
              <p14:nvPr/>
            </p14:nvContentPartPr>
            <p14:xfrm>
              <a:off x="5809478" y="122584"/>
              <a:ext cx="39960" cy="201600"/>
            </p14:xfrm>
          </p:contentPart>
        </mc:Choice>
        <mc:Fallback xmlns="">
          <p:pic>
            <p:nvPicPr>
              <p:cNvPr id="580" name="Ink 579">
                <a:extLst>
                  <a:ext uri="{FF2B5EF4-FFF2-40B4-BE49-F238E27FC236}">
                    <a16:creationId xmlns:a16="http://schemas.microsoft.com/office/drawing/2014/main" id="{57CE048A-AF45-544C-A4CE-48327E12F367}"/>
                  </a:ext>
                </a:extLst>
              </p:cNvPr>
              <p:cNvPicPr/>
              <p:nvPr/>
            </p:nvPicPr>
            <p:blipFill>
              <a:blip r:embed="rId789"/>
              <a:stretch>
                <a:fillRect/>
              </a:stretch>
            </p:blipFill>
            <p:spPr>
              <a:xfrm>
                <a:off x="5794358" y="107104"/>
                <a:ext cx="7056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0">
            <p14:nvContentPartPr>
              <p14:cNvPr id="581" name="Ink 580">
                <a:extLst>
                  <a:ext uri="{FF2B5EF4-FFF2-40B4-BE49-F238E27FC236}">
                    <a16:creationId xmlns:a16="http://schemas.microsoft.com/office/drawing/2014/main" id="{DFA0DD90-61FD-AF4A-9B1B-F1258EC7B91C}"/>
                  </a:ext>
                </a:extLst>
              </p14:cNvPr>
              <p14:cNvContentPartPr/>
              <p14:nvPr/>
            </p14:nvContentPartPr>
            <p14:xfrm>
              <a:off x="5720558" y="119704"/>
              <a:ext cx="334440" cy="194760"/>
            </p14:xfrm>
          </p:contentPart>
        </mc:Choice>
        <mc:Fallback xmlns="">
          <p:pic>
            <p:nvPicPr>
              <p:cNvPr id="581" name="Ink 580">
                <a:extLst>
                  <a:ext uri="{FF2B5EF4-FFF2-40B4-BE49-F238E27FC236}">
                    <a16:creationId xmlns:a16="http://schemas.microsoft.com/office/drawing/2014/main" id="{DFA0DD90-61FD-AF4A-9B1B-F1258EC7B91C}"/>
                  </a:ext>
                </a:extLst>
              </p:cNvPr>
              <p:cNvPicPr/>
              <p:nvPr/>
            </p:nvPicPr>
            <p:blipFill>
              <a:blip r:embed="rId791"/>
              <a:stretch>
                <a:fillRect/>
              </a:stretch>
            </p:blipFill>
            <p:spPr>
              <a:xfrm>
                <a:off x="5705078" y="104224"/>
                <a:ext cx="36468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2">
            <p14:nvContentPartPr>
              <p14:cNvPr id="582" name="Ink 581">
                <a:extLst>
                  <a:ext uri="{FF2B5EF4-FFF2-40B4-BE49-F238E27FC236}">
                    <a16:creationId xmlns:a16="http://schemas.microsoft.com/office/drawing/2014/main" id="{01136A59-C166-EA49-800A-F1471A1FEA09}"/>
                  </a:ext>
                </a:extLst>
              </p14:cNvPr>
              <p14:cNvContentPartPr/>
              <p14:nvPr/>
            </p14:nvContentPartPr>
            <p14:xfrm>
              <a:off x="6093158" y="122224"/>
              <a:ext cx="110520" cy="180720"/>
            </p14:xfrm>
          </p:contentPart>
        </mc:Choice>
        <mc:Fallback xmlns="">
          <p:pic>
            <p:nvPicPr>
              <p:cNvPr id="582" name="Ink 581">
                <a:extLst>
                  <a:ext uri="{FF2B5EF4-FFF2-40B4-BE49-F238E27FC236}">
                    <a16:creationId xmlns:a16="http://schemas.microsoft.com/office/drawing/2014/main" id="{01136A59-C166-EA49-800A-F1471A1FEA09}"/>
                  </a:ext>
                </a:extLst>
              </p:cNvPr>
              <p:cNvPicPr/>
              <p:nvPr/>
            </p:nvPicPr>
            <p:blipFill>
              <a:blip r:embed="rId793"/>
              <a:stretch>
                <a:fillRect/>
              </a:stretch>
            </p:blipFill>
            <p:spPr>
              <a:xfrm>
                <a:off x="6078038" y="107104"/>
                <a:ext cx="14112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4">
            <p14:nvContentPartPr>
              <p14:cNvPr id="583" name="Ink 582">
                <a:extLst>
                  <a:ext uri="{FF2B5EF4-FFF2-40B4-BE49-F238E27FC236}">
                    <a16:creationId xmlns:a16="http://schemas.microsoft.com/office/drawing/2014/main" id="{7E5D0973-029E-7340-A30B-70540E72452E}"/>
                  </a:ext>
                </a:extLst>
              </p14:cNvPr>
              <p14:cNvContentPartPr/>
              <p14:nvPr/>
            </p14:nvContentPartPr>
            <p14:xfrm>
              <a:off x="6348758" y="156064"/>
              <a:ext cx="110520" cy="171000"/>
            </p14:xfrm>
          </p:contentPart>
        </mc:Choice>
        <mc:Fallback xmlns="">
          <p:pic>
            <p:nvPicPr>
              <p:cNvPr id="583" name="Ink 582">
                <a:extLst>
                  <a:ext uri="{FF2B5EF4-FFF2-40B4-BE49-F238E27FC236}">
                    <a16:creationId xmlns:a16="http://schemas.microsoft.com/office/drawing/2014/main" id="{7E5D0973-029E-7340-A30B-70540E72452E}"/>
                  </a:ext>
                </a:extLst>
              </p:cNvPr>
              <p:cNvPicPr/>
              <p:nvPr/>
            </p:nvPicPr>
            <p:blipFill>
              <a:blip r:embed="rId795"/>
              <a:stretch>
                <a:fillRect/>
              </a:stretch>
            </p:blipFill>
            <p:spPr>
              <a:xfrm>
                <a:off x="6333638" y="140584"/>
                <a:ext cx="14112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6">
            <p14:nvContentPartPr>
              <p14:cNvPr id="584" name="Ink 583">
                <a:extLst>
                  <a:ext uri="{FF2B5EF4-FFF2-40B4-BE49-F238E27FC236}">
                    <a16:creationId xmlns:a16="http://schemas.microsoft.com/office/drawing/2014/main" id="{3DF41E5D-689F-4A4B-B4F4-2BF43B765977}"/>
                  </a:ext>
                </a:extLst>
              </p14:cNvPr>
              <p14:cNvContentPartPr/>
              <p14:nvPr/>
            </p14:nvContentPartPr>
            <p14:xfrm>
              <a:off x="6512198" y="122584"/>
              <a:ext cx="61200" cy="197280"/>
            </p14:xfrm>
          </p:contentPart>
        </mc:Choice>
        <mc:Fallback xmlns="">
          <p:pic>
            <p:nvPicPr>
              <p:cNvPr id="584" name="Ink 583">
                <a:extLst>
                  <a:ext uri="{FF2B5EF4-FFF2-40B4-BE49-F238E27FC236}">
                    <a16:creationId xmlns:a16="http://schemas.microsoft.com/office/drawing/2014/main" id="{3DF41E5D-689F-4A4B-B4F4-2BF43B765977}"/>
                  </a:ext>
                </a:extLst>
              </p:cNvPr>
              <p:cNvPicPr/>
              <p:nvPr/>
            </p:nvPicPr>
            <p:blipFill>
              <a:blip r:embed="rId797"/>
              <a:stretch>
                <a:fillRect/>
              </a:stretch>
            </p:blipFill>
            <p:spPr>
              <a:xfrm>
                <a:off x="6496718" y="107104"/>
                <a:ext cx="9180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8">
            <p14:nvContentPartPr>
              <p14:cNvPr id="585" name="Ink 584">
                <a:extLst>
                  <a:ext uri="{FF2B5EF4-FFF2-40B4-BE49-F238E27FC236}">
                    <a16:creationId xmlns:a16="http://schemas.microsoft.com/office/drawing/2014/main" id="{DEB5D22E-3047-2D42-8C07-6690C470536A}"/>
                  </a:ext>
                </a:extLst>
              </p14:cNvPr>
              <p14:cNvContentPartPr/>
              <p14:nvPr/>
            </p14:nvContentPartPr>
            <p14:xfrm>
              <a:off x="6534518" y="100624"/>
              <a:ext cx="148680" cy="44640"/>
            </p14:xfrm>
          </p:contentPart>
        </mc:Choice>
        <mc:Fallback xmlns="">
          <p:pic>
            <p:nvPicPr>
              <p:cNvPr id="585" name="Ink 584">
                <a:extLst>
                  <a:ext uri="{FF2B5EF4-FFF2-40B4-BE49-F238E27FC236}">
                    <a16:creationId xmlns:a16="http://schemas.microsoft.com/office/drawing/2014/main" id="{DEB5D22E-3047-2D42-8C07-6690C470536A}"/>
                  </a:ext>
                </a:extLst>
              </p:cNvPr>
              <p:cNvPicPr/>
              <p:nvPr/>
            </p:nvPicPr>
            <p:blipFill>
              <a:blip r:embed="rId799"/>
              <a:stretch>
                <a:fillRect/>
              </a:stretch>
            </p:blipFill>
            <p:spPr>
              <a:xfrm>
                <a:off x="6519038" y="85504"/>
                <a:ext cx="17928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0">
            <p14:nvContentPartPr>
              <p14:cNvPr id="586" name="Ink 585">
                <a:extLst>
                  <a:ext uri="{FF2B5EF4-FFF2-40B4-BE49-F238E27FC236}">
                    <a16:creationId xmlns:a16="http://schemas.microsoft.com/office/drawing/2014/main" id="{1C752950-22B5-1E46-96FE-9A43F1B3573A}"/>
                  </a:ext>
                </a:extLst>
              </p14:cNvPr>
              <p14:cNvContentPartPr/>
              <p14:nvPr/>
            </p14:nvContentPartPr>
            <p14:xfrm>
              <a:off x="6533798" y="212584"/>
              <a:ext cx="163080" cy="32760"/>
            </p14:xfrm>
          </p:contentPart>
        </mc:Choice>
        <mc:Fallback xmlns="">
          <p:pic>
            <p:nvPicPr>
              <p:cNvPr id="586" name="Ink 585">
                <a:extLst>
                  <a:ext uri="{FF2B5EF4-FFF2-40B4-BE49-F238E27FC236}">
                    <a16:creationId xmlns:a16="http://schemas.microsoft.com/office/drawing/2014/main" id="{1C752950-22B5-1E46-96FE-9A43F1B3573A}"/>
                  </a:ext>
                </a:extLst>
              </p:cNvPr>
              <p:cNvPicPr/>
              <p:nvPr/>
            </p:nvPicPr>
            <p:blipFill>
              <a:blip r:embed="rId801"/>
              <a:stretch>
                <a:fillRect/>
              </a:stretch>
            </p:blipFill>
            <p:spPr>
              <a:xfrm>
                <a:off x="6518678" y="197464"/>
                <a:ext cx="19368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2">
            <p14:nvContentPartPr>
              <p14:cNvPr id="587" name="Ink 586">
                <a:extLst>
                  <a:ext uri="{FF2B5EF4-FFF2-40B4-BE49-F238E27FC236}">
                    <a16:creationId xmlns:a16="http://schemas.microsoft.com/office/drawing/2014/main" id="{33523D45-87F4-CC4A-BE29-4C750B7F5DA9}"/>
                  </a:ext>
                </a:extLst>
              </p14:cNvPr>
              <p14:cNvContentPartPr/>
              <p14:nvPr/>
            </p14:nvContentPartPr>
            <p14:xfrm>
              <a:off x="6824318" y="126904"/>
              <a:ext cx="185400" cy="208440"/>
            </p14:xfrm>
          </p:contentPart>
        </mc:Choice>
        <mc:Fallback xmlns="">
          <p:pic>
            <p:nvPicPr>
              <p:cNvPr id="587" name="Ink 586">
                <a:extLst>
                  <a:ext uri="{FF2B5EF4-FFF2-40B4-BE49-F238E27FC236}">
                    <a16:creationId xmlns:a16="http://schemas.microsoft.com/office/drawing/2014/main" id="{33523D45-87F4-CC4A-BE29-4C750B7F5DA9}"/>
                  </a:ext>
                </a:extLst>
              </p:cNvPr>
              <p:cNvPicPr/>
              <p:nvPr/>
            </p:nvPicPr>
            <p:blipFill>
              <a:blip r:embed="rId803"/>
              <a:stretch>
                <a:fillRect/>
              </a:stretch>
            </p:blipFill>
            <p:spPr>
              <a:xfrm>
                <a:off x="6809198" y="111784"/>
                <a:ext cx="21564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4">
            <p14:nvContentPartPr>
              <p14:cNvPr id="588" name="Ink 587">
                <a:extLst>
                  <a:ext uri="{FF2B5EF4-FFF2-40B4-BE49-F238E27FC236}">
                    <a16:creationId xmlns:a16="http://schemas.microsoft.com/office/drawing/2014/main" id="{4335E5C7-2B73-F040-8C33-CFD4F806D6CD}"/>
                  </a:ext>
                </a:extLst>
              </p14:cNvPr>
              <p14:cNvContentPartPr/>
              <p14:nvPr/>
            </p14:nvContentPartPr>
            <p14:xfrm>
              <a:off x="7093598" y="111064"/>
              <a:ext cx="36360" cy="201960"/>
            </p14:xfrm>
          </p:contentPart>
        </mc:Choice>
        <mc:Fallback xmlns="">
          <p:pic>
            <p:nvPicPr>
              <p:cNvPr id="588" name="Ink 587">
                <a:extLst>
                  <a:ext uri="{FF2B5EF4-FFF2-40B4-BE49-F238E27FC236}">
                    <a16:creationId xmlns:a16="http://schemas.microsoft.com/office/drawing/2014/main" id="{4335E5C7-2B73-F040-8C33-CFD4F806D6CD}"/>
                  </a:ext>
                </a:extLst>
              </p:cNvPr>
              <p:cNvPicPr/>
              <p:nvPr/>
            </p:nvPicPr>
            <p:blipFill>
              <a:blip r:embed="rId805"/>
              <a:stretch>
                <a:fillRect/>
              </a:stretch>
            </p:blipFill>
            <p:spPr>
              <a:xfrm>
                <a:off x="7078478" y="95944"/>
                <a:ext cx="6696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6">
            <p14:nvContentPartPr>
              <p14:cNvPr id="589" name="Ink 588">
                <a:extLst>
                  <a:ext uri="{FF2B5EF4-FFF2-40B4-BE49-F238E27FC236}">
                    <a16:creationId xmlns:a16="http://schemas.microsoft.com/office/drawing/2014/main" id="{74B19ACA-4538-5B41-99EB-D9DAAD424B9D}"/>
                  </a:ext>
                </a:extLst>
              </p14:cNvPr>
              <p14:cNvContentPartPr/>
              <p14:nvPr/>
            </p14:nvContentPartPr>
            <p14:xfrm>
              <a:off x="7175678" y="107464"/>
              <a:ext cx="132120" cy="198360"/>
            </p14:xfrm>
          </p:contentPart>
        </mc:Choice>
        <mc:Fallback xmlns="">
          <p:pic>
            <p:nvPicPr>
              <p:cNvPr id="589" name="Ink 588">
                <a:extLst>
                  <a:ext uri="{FF2B5EF4-FFF2-40B4-BE49-F238E27FC236}">
                    <a16:creationId xmlns:a16="http://schemas.microsoft.com/office/drawing/2014/main" id="{74B19ACA-4538-5B41-99EB-D9DAAD424B9D}"/>
                  </a:ext>
                </a:extLst>
              </p:cNvPr>
              <p:cNvPicPr/>
              <p:nvPr/>
            </p:nvPicPr>
            <p:blipFill>
              <a:blip r:embed="rId807"/>
              <a:stretch>
                <a:fillRect/>
              </a:stretch>
            </p:blipFill>
            <p:spPr>
              <a:xfrm>
                <a:off x="7160198" y="92344"/>
                <a:ext cx="16236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8">
            <p14:nvContentPartPr>
              <p14:cNvPr id="590" name="Ink 589">
                <a:extLst>
                  <a:ext uri="{FF2B5EF4-FFF2-40B4-BE49-F238E27FC236}">
                    <a16:creationId xmlns:a16="http://schemas.microsoft.com/office/drawing/2014/main" id="{CE878C7E-5303-9841-AD79-9CD5692E12B8}"/>
                  </a:ext>
                </a:extLst>
              </p14:cNvPr>
              <p14:cNvContentPartPr/>
              <p14:nvPr/>
            </p14:nvContentPartPr>
            <p14:xfrm>
              <a:off x="7337318" y="133744"/>
              <a:ext cx="156240" cy="173520"/>
            </p14:xfrm>
          </p:contentPart>
        </mc:Choice>
        <mc:Fallback xmlns="">
          <p:pic>
            <p:nvPicPr>
              <p:cNvPr id="590" name="Ink 589">
                <a:extLst>
                  <a:ext uri="{FF2B5EF4-FFF2-40B4-BE49-F238E27FC236}">
                    <a16:creationId xmlns:a16="http://schemas.microsoft.com/office/drawing/2014/main" id="{CE878C7E-5303-9841-AD79-9CD5692E12B8}"/>
                  </a:ext>
                </a:extLst>
              </p:cNvPr>
              <p:cNvPicPr/>
              <p:nvPr/>
            </p:nvPicPr>
            <p:blipFill>
              <a:blip r:embed="rId809"/>
              <a:stretch>
                <a:fillRect/>
              </a:stretch>
            </p:blipFill>
            <p:spPr>
              <a:xfrm>
                <a:off x="7322198" y="118264"/>
                <a:ext cx="18648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0">
            <p14:nvContentPartPr>
              <p14:cNvPr id="591" name="Ink 590">
                <a:extLst>
                  <a:ext uri="{FF2B5EF4-FFF2-40B4-BE49-F238E27FC236}">
                    <a16:creationId xmlns:a16="http://schemas.microsoft.com/office/drawing/2014/main" id="{1F20A39A-3026-894B-8F36-93332EC7A0EB}"/>
                  </a:ext>
                </a:extLst>
              </p14:cNvPr>
              <p14:cNvContentPartPr/>
              <p14:nvPr/>
            </p14:nvContentPartPr>
            <p14:xfrm>
              <a:off x="7348478" y="204304"/>
              <a:ext cx="102600" cy="7920"/>
            </p14:xfrm>
          </p:contentPart>
        </mc:Choice>
        <mc:Fallback xmlns="">
          <p:pic>
            <p:nvPicPr>
              <p:cNvPr id="591" name="Ink 590">
                <a:extLst>
                  <a:ext uri="{FF2B5EF4-FFF2-40B4-BE49-F238E27FC236}">
                    <a16:creationId xmlns:a16="http://schemas.microsoft.com/office/drawing/2014/main" id="{1F20A39A-3026-894B-8F36-93332EC7A0EB}"/>
                  </a:ext>
                </a:extLst>
              </p:cNvPr>
              <p:cNvPicPr/>
              <p:nvPr/>
            </p:nvPicPr>
            <p:blipFill>
              <a:blip r:embed="rId811"/>
              <a:stretch>
                <a:fillRect/>
              </a:stretch>
            </p:blipFill>
            <p:spPr>
              <a:xfrm>
                <a:off x="7333358" y="188824"/>
                <a:ext cx="1332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2">
            <p14:nvContentPartPr>
              <p14:cNvPr id="592" name="Ink 591">
                <a:extLst>
                  <a:ext uri="{FF2B5EF4-FFF2-40B4-BE49-F238E27FC236}">
                    <a16:creationId xmlns:a16="http://schemas.microsoft.com/office/drawing/2014/main" id="{4DFFA17F-6B98-9D4D-A444-BDA0B21D20FB}"/>
                  </a:ext>
                </a:extLst>
              </p14:cNvPr>
              <p14:cNvContentPartPr/>
              <p14:nvPr/>
            </p14:nvContentPartPr>
            <p14:xfrm>
              <a:off x="7349558" y="127984"/>
              <a:ext cx="112320" cy="16920"/>
            </p14:xfrm>
          </p:contentPart>
        </mc:Choice>
        <mc:Fallback xmlns="">
          <p:pic>
            <p:nvPicPr>
              <p:cNvPr id="592" name="Ink 591">
                <a:extLst>
                  <a:ext uri="{FF2B5EF4-FFF2-40B4-BE49-F238E27FC236}">
                    <a16:creationId xmlns:a16="http://schemas.microsoft.com/office/drawing/2014/main" id="{4DFFA17F-6B98-9D4D-A444-BDA0B21D20FB}"/>
                  </a:ext>
                </a:extLst>
              </p:cNvPr>
              <p:cNvPicPr/>
              <p:nvPr/>
            </p:nvPicPr>
            <p:blipFill>
              <a:blip r:embed="rId813"/>
              <a:stretch>
                <a:fillRect/>
              </a:stretch>
            </p:blipFill>
            <p:spPr>
              <a:xfrm>
                <a:off x="7334078" y="112864"/>
                <a:ext cx="1429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4">
            <p14:nvContentPartPr>
              <p14:cNvPr id="593" name="Ink 592">
                <a:extLst>
                  <a:ext uri="{FF2B5EF4-FFF2-40B4-BE49-F238E27FC236}">
                    <a16:creationId xmlns:a16="http://schemas.microsoft.com/office/drawing/2014/main" id="{34FF3E5E-DE09-AF40-9861-E081A94DF690}"/>
                  </a:ext>
                </a:extLst>
              </p14:cNvPr>
              <p14:cNvContentPartPr/>
              <p14:nvPr/>
            </p14:nvContentPartPr>
            <p14:xfrm>
              <a:off x="7560518" y="37264"/>
              <a:ext cx="31320" cy="174600"/>
            </p14:xfrm>
          </p:contentPart>
        </mc:Choice>
        <mc:Fallback xmlns="">
          <p:pic>
            <p:nvPicPr>
              <p:cNvPr id="593" name="Ink 592">
                <a:extLst>
                  <a:ext uri="{FF2B5EF4-FFF2-40B4-BE49-F238E27FC236}">
                    <a16:creationId xmlns:a16="http://schemas.microsoft.com/office/drawing/2014/main" id="{34FF3E5E-DE09-AF40-9861-E081A94DF690}"/>
                  </a:ext>
                </a:extLst>
              </p:cNvPr>
              <p:cNvPicPr/>
              <p:nvPr/>
            </p:nvPicPr>
            <p:blipFill>
              <a:blip r:embed="rId815"/>
              <a:stretch>
                <a:fillRect/>
              </a:stretch>
            </p:blipFill>
            <p:spPr>
              <a:xfrm>
                <a:off x="7545038" y="22144"/>
                <a:ext cx="6192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6">
            <p14:nvContentPartPr>
              <p14:cNvPr id="594" name="Ink 593">
                <a:extLst>
                  <a:ext uri="{FF2B5EF4-FFF2-40B4-BE49-F238E27FC236}">
                    <a16:creationId xmlns:a16="http://schemas.microsoft.com/office/drawing/2014/main" id="{B9EB37A6-BDC2-7F4F-9A2F-BB09E55DA573}"/>
                  </a:ext>
                </a:extLst>
              </p14:cNvPr>
              <p14:cNvContentPartPr/>
              <p14:nvPr/>
            </p14:nvContentPartPr>
            <p14:xfrm>
              <a:off x="7615958" y="316264"/>
              <a:ext cx="16920" cy="12960"/>
            </p14:xfrm>
          </p:contentPart>
        </mc:Choice>
        <mc:Fallback xmlns="">
          <p:pic>
            <p:nvPicPr>
              <p:cNvPr id="594" name="Ink 593">
                <a:extLst>
                  <a:ext uri="{FF2B5EF4-FFF2-40B4-BE49-F238E27FC236}">
                    <a16:creationId xmlns:a16="http://schemas.microsoft.com/office/drawing/2014/main" id="{B9EB37A6-BDC2-7F4F-9A2F-BB09E55DA573}"/>
                  </a:ext>
                </a:extLst>
              </p:cNvPr>
              <p:cNvPicPr/>
              <p:nvPr/>
            </p:nvPicPr>
            <p:blipFill>
              <a:blip r:embed="rId817"/>
              <a:stretch>
                <a:fillRect/>
              </a:stretch>
            </p:blipFill>
            <p:spPr>
              <a:xfrm>
                <a:off x="7600838" y="300784"/>
                <a:ext cx="471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8">
            <p14:nvContentPartPr>
              <p14:cNvPr id="596" name="Ink 595">
                <a:extLst>
                  <a:ext uri="{FF2B5EF4-FFF2-40B4-BE49-F238E27FC236}">
                    <a16:creationId xmlns:a16="http://schemas.microsoft.com/office/drawing/2014/main" id="{59FDA1BD-2659-7D44-87B2-58066B1D7EC8}"/>
                  </a:ext>
                </a:extLst>
              </p14:cNvPr>
              <p14:cNvContentPartPr/>
              <p14:nvPr/>
            </p14:nvContentPartPr>
            <p14:xfrm>
              <a:off x="7783358" y="89104"/>
              <a:ext cx="31320" cy="175320"/>
            </p14:xfrm>
          </p:contentPart>
        </mc:Choice>
        <mc:Fallback xmlns="">
          <p:pic>
            <p:nvPicPr>
              <p:cNvPr id="596" name="Ink 595">
                <a:extLst>
                  <a:ext uri="{FF2B5EF4-FFF2-40B4-BE49-F238E27FC236}">
                    <a16:creationId xmlns:a16="http://schemas.microsoft.com/office/drawing/2014/main" id="{59FDA1BD-2659-7D44-87B2-58066B1D7EC8}"/>
                  </a:ext>
                </a:extLst>
              </p:cNvPr>
              <p:cNvPicPr/>
              <p:nvPr/>
            </p:nvPicPr>
            <p:blipFill>
              <a:blip r:embed="rId819"/>
              <a:stretch>
                <a:fillRect/>
              </a:stretch>
            </p:blipFill>
            <p:spPr>
              <a:xfrm>
                <a:off x="7768238" y="73624"/>
                <a:ext cx="6156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0">
            <p14:nvContentPartPr>
              <p14:cNvPr id="597" name="Ink 596">
                <a:extLst>
                  <a:ext uri="{FF2B5EF4-FFF2-40B4-BE49-F238E27FC236}">
                    <a16:creationId xmlns:a16="http://schemas.microsoft.com/office/drawing/2014/main" id="{50A18AD5-3E61-6E49-ACF8-D21C0E1C4801}"/>
                  </a:ext>
                </a:extLst>
              </p14:cNvPr>
              <p14:cNvContentPartPr/>
              <p14:nvPr/>
            </p14:nvContentPartPr>
            <p14:xfrm>
              <a:off x="7761038" y="85864"/>
              <a:ext cx="114840" cy="130320"/>
            </p14:xfrm>
          </p:contentPart>
        </mc:Choice>
        <mc:Fallback xmlns="">
          <p:pic>
            <p:nvPicPr>
              <p:cNvPr id="597" name="Ink 596">
                <a:extLst>
                  <a:ext uri="{FF2B5EF4-FFF2-40B4-BE49-F238E27FC236}">
                    <a16:creationId xmlns:a16="http://schemas.microsoft.com/office/drawing/2014/main" id="{50A18AD5-3E61-6E49-ACF8-D21C0E1C4801}"/>
                  </a:ext>
                </a:extLst>
              </p:cNvPr>
              <p:cNvPicPr/>
              <p:nvPr/>
            </p:nvPicPr>
            <p:blipFill>
              <a:blip r:embed="rId821"/>
              <a:stretch>
                <a:fillRect/>
              </a:stretch>
            </p:blipFill>
            <p:spPr>
              <a:xfrm>
                <a:off x="7745918" y="70744"/>
                <a:ext cx="14544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2">
            <p14:nvContentPartPr>
              <p14:cNvPr id="598" name="Ink 597">
                <a:extLst>
                  <a:ext uri="{FF2B5EF4-FFF2-40B4-BE49-F238E27FC236}">
                    <a16:creationId xmlns:a16="http://schemas.microsoft.com/office/drawing/2014/main" id="{33DF523A-4382-8D4E-9C67-EF579EB2292B}"/>
                  </a:ext>
                </a:extLst>
              </p14:cNvPr>
              <p14:cNvContentPartPr/>
              <p14:nvPr/>
            </p14:nvContentPartPr>
            <p14:xfrm>
              <a:off x="7950758" y="55624"/>
              <a:ext cx="104760" cy="225000"/>
            </p14:xfrm>
          </p:contentPart>
        </mc:Choice>
        <mc:Fallback xmlns="">
          <p:pic>
            <p:nvPicPr>
              <p:cNvPr id="598" name="Ink 597">
                <a:extLst>
                  <a:ext uri="{FF2B5EF4-FFF2-40B4-BE49-F238E27FC236}">
                    <a16:creationId xmlns:a16="http://schemas.microsoft.com/office/drawing/2014/main" id="{33DF523A-4382-8D4E-9C67-EF579EB2292B}"/>
                  </a:ext>
                </a:extLst>
              </p:cNvPr>
              <p:cNvPicPr/>
              <p:nvPr/>
            </p:nvPicPr>
            <p:blipFill>
              <a:blip r:embed="rId823"/>
              <a:stretch>
                <a:fillRect/>
              </a:stretch>
            </p:blipFill>
            <p:spPr>
              <a:xfrm>
                <a:off x="7935278" y="40504"/>
                <a:ext cx="13536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4">
            <p14:nvContentPartPr>
              <p14:cNvPr id="599" name="Ink 598">
                <a:extLst>
                  <a:ext uri="{FF2B5EF4-FFF2-40B4-BE49-F238E27FC236}">
                    <a16:creationId xmlns:a16="http://schemas.microsoft.com/office/drawing/2014/main" id="{B9933986-51F5-4547-9C0F-D4C8092411BE}"/>
                  </a:ext>
                </a:extLst>
              </p14:cNvPr>
              <p14:cNvContentPartPr/>
              <p14:nvPr/>
            </p14:nvContentPartPr>
            <p14:xfrm>
              <a:off x="8092958" y="178384"/>
              <a:ext cx="95400" cy="93960"/>
            </p14:xfrm>
          </p:contentPart>
        </mc:Choice>
        <mc:Fallback xmlns="">
          <p:pic>
            <p:nvPicPr>
              <p:cNvPr id="599" name="Ink 598">
                <a:extLst>
                  <a:ext uri="{FF2B5EF4-FFF2-40B4-BE49-F238E27FC236}">
                    <a16:creationId xmlns:a16="http://schemas.microsoft.com/office/drawing/2014/main" id="{B9933986-51F5-4547-9C0F-D4C8092411BE}"/>
                  </a:ext>
                </a:extLst>
              </p:cNvPr>
              <p:cNvPicPr/>
              <p:nvPr/>
            </p:nvPicPr>
            <p:blipFill>
              <a:blip r:embed="rId825"/>
              <a:stretch>
                <a:fillRect/>
              </a:stretch>
            </p:blipFill>
            <p:spPr>
              <a:xfrm>
                <a:off x="8077838" y="162904"/>
                <a:ext cx="12600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6">
            <p14:nvContentPartPr>
              <p14:cNvPr id="600" name="Ink 599">
                <a:extLst>
                  <a:ext uri="{FF2B5EF4-FFF2-40B4-BE49-F238E27FC236}">
                    <a16:creationId xmlns:a16="http://schemas.microsoft.com/office/drawing/2014/main" id="{D7042B53-F5BE-6F4C-90A5-C573E0E53583}"/>
                  </a:ext>
                </a:extLst>
              </p14:cNvPr>
              <p14:cNvContentPartPr/>
              <p14:nvPr/>
            </p14:nvContentPartPr>
            <p14:xfrm>
              <a:off x="8229398" y="111424"/>
              <a:ext cx="37440" cy="187200"/>
            </p14:xfrm>
          </p:contentPart>
        </mc:Choice>
        <mc:Fallback xmlns="">
          <p:pic>
            <p:nvPicPr>
              <p:cNvPr id="600" name="Ink 599">
                <a:extLst>
                  <a:ext uri="{FF2B5EF4-FFF2-40B4-BE49-F238E27FC236}">
                    <a16:creationId xmlns:a16="http://schemas.microsoft.com/office/drawing/2014/main" id="{D7042B53-F5BE-6F4C-90A5-C573E0E53583}"/>
                  </a:ext>
                </a:extLst>
              </p:cNvPr>
              <p:cNvPicPr/>
              <p:nvPr/>
            </p:nvPicPr>
            <p:blipFill>
              <a:blip r:embed="rId827"/>
              <a:stretch>
                <a:fillRect/>
              </a:stretch>
            </p:blipFill>
            <p:spPr>
              <a:xfrm>
                <a:off x="8214278" y="95944"/>
                <a:ext cx="6768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8">
            <p14:nvContentPartPr>
              <p14:cNvPr id="601" name="Ink 600">
                <a:extLst>
                  <a:ext uri="{FF2B5EF4-FFF2-40B4-BE49-F238E27FC236}">
                    <a16:creationId xmlns:a16="http://schemas.microsoft.com/office/drawing/2014/main" id="{43668D97-1BA6-9045-8FA6-60870870DDA1}"/>
                  </a:ext>
                </a:extLst>
              </p14:cNvPr>
              <p14:cNvContentPartPr/>
              <p14:nvPr/>
            </p14:nvContentPartPr>
            <p14:xfrm>
              <a:off x="8201318" y="158584"/>
              <a:ext cx="231480" cy="93960"/>
            </p14:xfrm>
          </p:contentPart>
        </mc:Choice>
        <mc:Fallback xmlns="">
          <p:pic>
            <p:nvPicPr>
              <p:cNvPr id="601" name="Ink 600">
                <a:extLst>
                  <a:ext uri="{FF2B5EF4-FFF2-40B4-BE49-F238E27FC236}">
                    <a16:creationId xmlns:a16="http://schemas.microsoft.com/office/drawing/2014/main" id="{43668D97-1BA6-9045-8FA6-60870870DDA1}"/>
                  </a:ext>
                </a:extLst>
              </p:cNvPr>
              <p:cNvPicPr/>
              <p:nvPr/>
            </p:nvPicPr>
            <p:blipFill>
              <a:blip r:embed="rId829"/>
              <a:stretch>
                <a:fillRect/>
              </a:stretch>
            </p:blipFill>
            <p:spPr>
              <a:xfrm>
                <a:off x="8186198" y="143464"/>
                <a:ext cx="26172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0">
            <p14:nvContentPartPr>
              <p14:cNvPr id="602" name="Ink 601">
                <a:extLst>
                  <a:ext uri="{FF2B5EF4-FFF2-40B4-BE49-F238E27FC236}">
                    <a16:creationId xmlns:a16="http://schemas.microsoft.com/office/drawing/2014/main" id="{C5BD0428-4DFA-0E4E-9066-E7DEADACA636}"/>
                  </a:ext>
                </a:extLst>
              </p14:cNvPr>
              <p14:cNvContentPartPr/>
              <p14:nvPr/>
            </p14:nvContentPartPr>
            <p14:xfrm>
              <a:off x="8440718" y="133744"/>
              <a:ext cx="109800" cy="136440"/>
            </p14:xfrm>
          </p:contentPart>
        </mc:Choice>
        <mc:Fallback xmlns="">
          <p:pic>
            <p:nvPicPr>
              <p:cNvPr id="602" name="Ink 601">
                <a:extLst>
                  <a:ext uri="{FF2B5EF4-FFF2-40B4-BE49-F238E27FC236}">
                    <a16:creationId xmlns:a16="http://schemas.microsoft.com/office/drawing/2014/main" id="{C5BD0428-4DFA-0E4E-9066-E7DEADACA636}"/>
                  </a:ext>
                </a:extLst>
              </p:cNvPr>
              <p:cNvPicPr/>
              <p:nvPr/>
            </p:nvPicPr>
            <p:blipFill>
              <a:blip r:embed="rId831"/>
              <a:stretch>
                <a:fillRect/>
              </a:stretch>
            </p:blipFill>
            <p:spPr>
              <a:xfrm>
                <a:off x="8425598" y="118264"/>
                <a:ext cx="14040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2">
            <p14:nvContentPartPr>
              <p14:cNvPr id="603" name="Ink 602">
                <a:extLst>
                  <a:ext uri="{FF2B5EF4-FFF2-40B4-BE49-F238E27FC236}">
                    <a16:creationId xmlns:a16="http://schemas.microsoft.com/office/drawing/2014/main" id="{91A165C6-587A-3A4A-8D6D-BB455EC4DDD5}"/>
                  </a:ext>
                </a:extLst>
              </p14:cNvPr>
              <p14:cNvContentPartPr/>
              <p14:nvPr/>
            </p14:nvContentPartPr>
            <p14:xfrm>
              <a:off x="8699558" y="184144"/>
              <a:ext cx="70200" cy="118080"/>
            </p14:xfrm>
          </p:contentPart>
        </mc:Choice>
        <mc:Fallback xmlns="">
          <p:pic>
            <p:nvPicPr>
              <p:cNvPr id="603" name="Ink 602">
                <a:extLst>
                  <a:ext uri="{FF2B5EF4-FFF2-40B4-BE49-F238E27FC236}">
                    <a16:creationId xmlns:a16="http://schemas.microsoft.com/office/drawing/2014/main" id="{91A165C6-587A-3A4A-8D6D-BB455EC4DDD5}"/>
                  </a:ext>
                </a:extLst>
              </p:cNvPr>
              <p:cNvPicPr/>
              <p:nvPr/>
            </p:nvPicPr>
            <p:blipFill>
              <a:blip r:embed="rId833"/>
              <a:stretch>
                <a:fillRect/>
              </a:stretch>
            </p:blipFill>
            <p:spPr>
              <a:xfrm>
                <a:off x="8684078" y="168664"/>
                <a:ext cx="1008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4">
            <p14:nvContentPartPr>
              <p14:cNvPr id="604" name="Ink 603">
                <a:extLst>
                  <a:ext uri="{FF2B5EF4-FFF2-40B4-BE49-F238E27FC236}">
                    <a16:creationId xmlns:a16="http://schemas.microsoft.com/office/drawing/2014/main" id="{F04D1402-21CF-C04A-AA4C-C16E2852398C}"/>
                  </a:ext>
                </a:extLst>
              </p14:cNvPr>
              <p14:cNvContentPartPr/>
              <p14:nvPr/>
            </p14:nvContentPartPr>
            <p14:xfrm>
              <a:off x="8810798" y="76504"/>
              <a:ext cx="68400" cy="238680"/>
            </p14:xfrm>
          </p:contentPart>
        </mc:Choice>
        <mc:Fallback xmlns="">
          <p:pic>
            <p:nvPicPr>
              <p:cNvPr id="604" name="Ink 603">
                <a:extLst>
                  <a:ext uri="{FF2B5EF4-FFF2-40B4-BE49-F238E27FC236}">
                    <a16:creationId xmlns:a16="http://schemas.microsoft.com/office/drawing/2014/main" id="{F04D1402-21CF-C04A-AA4C-C16E2852398C}"/>
                  </a:ext>
                </a:extLst>
              </p:cNvPr>
              <p:cNvPicPr/>
              <p:nvPr/>
            </p:nvPicPr>
            <p:blipFill>
              <a:blip r:embed="rId835"/>
              <a:stretch>
                <a:fillRect/>
              </a:stretch>
            </p:blipFill>
            <p:spPr>
              <a:xfrm>
                <a:off x="8795678" y="61384"/>
                <a:ext cx="9900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6">
            <p14:nvContentPartPr>
              <p14:cNvPr id="605" name="Ink 604">
                <a:extLst>
                  <a:ext uri="{FF2B5EF4-FFF2-40B4-BE49-F238E27FC236}">
                    <a16:creationId xmlns:a16="http://schemas.microsoft.com/office/drawing/2014/main" id="{3DCA0112-7B40-B547-9A43-60B0E90D0146}"/>
                  </a:ext>
                </a:extLst>
              </p14:cNvPr>
              <p14:cNvContentPartPr/>
              <p14:nvPr/>
            </p14:nvContentPartPr>
            <p14:xfrm>
              <a:off x="8787038" y="205024"/>
              <a:ext cx="144360" cy="18000"/>
            </p14:xfrm>
          </p:contentPart>
        </mc:Choice>
        <mc:Fallback xmlns="">
          <p:pic>
            <p:nvPicPr>
              <p:cNvPr id="605" name="Ink 604">
                <a:extLst>
                  <a:ext uri="{FF2B5EF4-FFF2-40B4-BE49-F238E27FC236}">
                    <a16:creationId xmlns:a16="http://schemas.microsoft.com/office/drawing/2014/main" id="{3DCA0112-7B40-B547-9A43-60B0E90D0146}"/>
                  </a:ext>
                </a:extLst>
              </p:cNvPr>
              <p:cNvPicPr/>
              <p:nvPr/>
            </p:nvPicPr>
            <p:blipFill>
              <a:blip r:embed="rId837"/>
              <a:stretch>
                <a:fillRect/>
              </a:stretch>
            </p:blipFill>
            <p:spPr>
              <a:xfrm>
                <a:off x="8771558" y="189904"/>
                <a:ext cx="17460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8">
            <p14:nvContentPartPr>
              <p14:cNvPr id="606" name="Ink 605">
                <a:extLst>
                  <a:ext uri="{FF2B5EF4-FFF2-40B4-BE49-F238E27FC236}">
                    <a16:creationId xmlns:a16="http://schemas.microsoft.com/office/drawing/2014/main" id="{0097ACFA-529E-4744-810D-679636C0662E}"/>
                  </a:ext>
                </a:extLst>
              </p14:cNvPr>
              <p14:cNvContentPartPr/>
              <p14:nvPr/>
            </p14:nvContentPartPr>
            <p14:xfrm>
              <a:off x="9054518" y="115384"/>
              <a:ext cx="116640" cy="156600"/>
            </p14:xfrm>
          </p:contentPart>
        </mc:Choice>
        <mc:Fallback xmlns="">
          <p:pic>
            <p:nvPicPr>
              <p:cNvPr id="606" name="Ink 605">
                <a:extLst>
                  <a:ext uri="{FF2B5EF4-FFF2-40B4-BE49-F238E27FC236}">
                    <a16:creationId xmlns:a16="http://schemas.microsoft.com/office/drawing/2014/main" id="{0097ACFA-529E-4744-810D-679636C0662E}"/>
                  </a:ext>
                </a:extLst>
              </p:cNvPr>
              <p:cNvPicPr/>
              <p:nvPr/>
            </p:nvPicPr>
            <p:blipFill>
              <a:blip r:embed="rId839"/>
              <a:stretch>
                <a:fillRect/>
              </a:stretch>
            </p:blipFill>
            <p:spPr>
              <a:xfrm>
                <a:off x="9039398" y="100264"/>
                <a:ext cx="14724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0">
            <p14:nvContentPartPr>
              <p14:cNvPr id="607" name="Ink 606">
                <a:extLst>
                  <a:ext uri="{FF2B5EF4-FFF2-40B4-BE49-F238E27FC236}">
                    <a16:creationId xmlns:a16="http://schemas.microsoft.com/office/drawing/2014/main" id="{7B8C6CC0-1F7D-6C43-ADB2-452E8198ED7E}"/>
                  </a:ext>
                </a:extLst>
              </p14:cNvPr>
              <p14:cNvContentPartPr/>
              <p14:nvPr/>
            </p14:nvContentPartPr>
            <p14:xfrm>
              <a:off x="9221918" y="133744"/>
              <a:ext cx="84240" cy="142200"/>
            </p14:xfrm>
          </p:contentPart>
        </mc:Choice>
        <mc:Fallback xmlns="">
          <p:pic>
            <p:nvPicPr>
              <p:cNvPr id="607" name="Ink 606">
                <a:extLst>
                  <a:ext uri="{FF2B5EF4-FFF2-40B4-BE49-F238E27FC236}">
                    <a16:creationId xmlns:a16="http://schemas.microsoft.com/office/drawing/2014/main" id="{7B8C6CC0-1F7D-6C43-ADB2-452E8198ED7E}"/>
                  </a:ext>
                </a:extLst>
              </p:cNvPr>
              <p:cNvPicPr/>
              <p:nvPr/>
            </p:nvPicPr>
            <p:blipFill>
              <a:blip r:embed="rId841"/>
              <a:stretch>
                <a:fillRect/>
              </a:stretch>
            </p:blipFill>
            <p:spPr>
              <a:xfrm>
                <a:off x="9206798" y="118264"/>
                <a:ext cx="11484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2">
            <p14:nvContentPartPr>
              <p14:cNvPr id="608" name="Ink 607">
                <a:extLst>
                  <a:ext uri="{FF2B5EF4-FFF2-40B4-BE49-F238E27FC236}">
                    <a16:creationId xmlns:a16="http://schemas.microsoft.com/office/drawing/2014/main" id="{E710D89B-7C03-4E4C-A577-A563CE5FE6F2}"/>
                  </a:ext>
                </a:extLst>
              </p14:cNvPr>
              <p14:cNvContentPartPr/>
              <p14:nvPr/>
            </p14:nvContentPartPr>
            <p14:xfrm>
              <a:off x="9389318" y="121504"/>
              <a:ext cx="92160" cy="124200"/>
            </p14:xfrm>
          </p:contentPart>
        </mc:Choice>
        <mc:Fallback xmlns="">
          <p:pic>
            <p:nvPicPr>
              <p:cNvPr id="608" name="Ink 607">
                <a:extLst>
                  <a:ext uri="{FF2B5EF4-FFF2-40B4-BE49-F238E27FC236}">
                    <a16:creationId xmlns:a16="http://schemas.microsoft.com/office/drawing/2014/main" id="{E710D89B-7C03-4E4C-A577-A563CE5FE6F2}"/>
                  </a:ext>
                </a:extLst>
              </p:cNvPr>
              <p:cNvPicPr/>
              <p:nvPr/>
            </p:nvPicPr>
            <p:blipFill>
              <a:blip r:embed="rId843"/>
              <a:stretch>
                <a:fillRect/>
              </a:stretch>
            </p:blipFill>
            <p:spPr>
              <a:xfrm>
                <a:off x="9374198" y="106024"/>
                <a:ext cx="12276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4">
            <p14:nvContentPartPr>
              <p14:cNvPr id="609" name="Ink 608">
                <a:extLst>
                  <a:ext uri="{FF2B5EF4-FFF2-40B4-BE49-F238E27FC236}">
                    <a16:creationId xmlns:a16="http://schemas.microsoft.com/office/drawing/2014/main" id="{BE5B1346-9047-CB49-8966-F908F4279362}"/>
                  </a:ext>
                </a:extLst>
              </p14:cNvPr>
              <p14:cNvContentPartPr/>
              <p14:nvPr/>
            </p14:nvContentPartPr>
            <p14:xfrm>
              <a:off x="9534038" y="133744"/>
              <a:ext cx="36360" cy="119520"/>
            </p14:xfrm>
          </p:contentPart>
        </mc:Choice>
        <mc:Fallback xmlns="">
          <p:pic>
            <p:nvPicPr>
              <p:cNvPr id="609" name="Ink 608">
                <a:extLst>
                  <a:ext uri="{FF2B5EF4-FFF2-40B4-BE49-F238E27FC236}">
                    <a16:creationId xmlns:a16="http://schemas.microsoft.com/office/drawing/2014/main" id="{BE5B1346-9047-CB49-8966-F908F4279362}"/>
                  </a:ext>
                </a:extLst>
              </p:cNvPr>
              <p:cNvPicPr/>
              <p:nvPr/>
            </p:nvPicPr>
            <p:blipFill>
              <a:blip r:embed="rId845"/>
              <a:stretch>
                <a:fillRect/>
              </a:stretch>
            </p:blipFill>
            <p:spPr>
              <a:xfrm>
                <a:off x="9518918" y="118264"/>
                <a:ext cx="6660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6">
            <p14:nvContentPartPr>
              <p14:cNvPr id="610" name="Ink 609">
                <a:extLst>
                  <a:ext uri="{FF2B5EF4-FFF2-40B4-BE49-F238E27FC236}">
                    <a16:creationId xmlns:a16="http://schemas.microsoft.com/office/drawing/2014/main" id="{C717C004-BCFF-7141-B48E-6477412C5CF2}"/>
                  </a:ext>
                </a:extLst>
              </p14:cNvPr>
              <p14:cNvContentPartPr/>
              <p14:nvPr/>
            </p14:nvContentPartPr>
            <p14:xfrm>
              <a:off x="9600998" y="22144"/>
              <a:ext cx="45360" cy="222480"/>
            </p14:xfrm>
          </p:contentPart>
        </mc:Choice>
        <mc:Fallback xmlns="">
          <p:pic>
            <p:nvPicPr>
              <p:cNvPr id="610" name="Ink 609">
                <a:extLst>
                  <a:ext uri="{FF2B5EF4-FFF2-40B4-BE49-F238E27FC236}">
                    <a16:creationId xmlns:a16="http://schemas.microsoft.com/office/drawing/2014/main" id="{C717C004-BCFF-7141-B48E-6477412C5CF2}"/>
                  </a:ext>
                </a:extLst>
              </p:cNvPr>
              <p:cNvPicPr/>
              <p:nvPr/>
            </p:nvPicPr>
            <p:blipFill>
              <a:blip r:embed="rId847"/>
              <a:stretch>
                <a:fillRect/>
              </a:stretch>
            </p:blipFill>
            <p:spPr>
              <a:xfrm>
                <a:off x="9585878" y="7024"/>
                <a:ext cx="7596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8">
            <p14:nvContentPartPr>
              <p14:cNvPr id="611" name="Ink 610">
                <a:extLst>
                  <a:ext uri="{FF2B5EF4-FFF2-40B4-BE49-F238E27FC236}">
                    <a16:creationId xmlns:a16="http://schemas.microsoft.com/office/drawing/2014/main" id="{DB5481CF-B713-BB46-B1BC-0CCFBF981BFE}"/>
                  </a:ext>
                </a:extLst>
              </p14:cNvPr>
              <p14:cNvContentPartPr/>
              <p14:nvPr/>
            </p14:nvContentPartPr>
            <p14:xfrm>
              <a:off x="9651398" y="153904"/>
              <a:ext cx="97560" cy="104400"/>
            </p14:xfrm>
          </p:contentPart>
        </mc:Choice>
        <mc:Fallback xmlns="">
          <p:pic>
            <p:nvPicPr>
              <p:cNvPr id="611" name="Ink 610">
                <a:extLst>
                  <a:ext uri="{FF2B5EF4-FFF2-40B4-BE49-F238E27FC236}">
                    <a16:creationId xmlns:a16="http://schemas.microsoft.com/office/drawing/2014/main" id="{DB5481CF-B713-BB46-B1BC-0CCFBF981BFE}"/>
                  </a:ext>
                </a:extLst>
              </p:cNvPr>
              <p:cNvPicPr/>
              <p:nvPr/>
            </p:nvPicPr>
            <p:blipFill>
              <a:blip r:embed="rId849"/>
              <a:stretch>
                <a:fillRect/>
              </a:stretch>
            </p:blipFill>
            <p:spPr>
              <a:xfrm>
                <a:off x="9636278" y="138784"/>
                <a:ext cx="12816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0">
            <p14:nvContentPartPr>
              <p14:cNvPr id="612" name="Ink 611">
                <a:extLst>
                  <a:ext uri="{FF2B5EF4-FFF2-40B4-BE49-F238E27FC236}">
                    <a16:creationId xmlns:a16="http://schemas.microsoft.com/office/drawing/2014/main" id="{7A3A6848-1676-9B41-8F38-716927BF457B}"/>
                  </a:ext>
                </a:extLst>
              </p14:cNvPr>
              <p14:cNvContentPartPr/>
              <p14:nvPr/>
            </p14:nvContentPartPr>
            <p14:xfrm>
              <a:off x="9483278" y="58504"/>
              <a:ext cx="6480" cy="8640"/>
            </p14:xfrm>
          </p:contentPart>
        </mc:Choice>
        <mc:Fallback xmlns="">
          <p:pic>
            <p:nvPicPr>
              <p:cNvPr id="612" name="Ink 611">
                <a:extLst>
                  <a:ext uri="{FF2B5EF4-FFF2-40B4-BE49-F238E27FC236}">
                    <a16:creationId xmlns:a16="http://schemas.microsoft.com/office/drawing/2014/main" id="{7A3A6848-1676-9B41-8F38-716927BF457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468158" y="43024"/>
                <a:ext cx="370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1">
            <p14:nvContentPartPr>
              <p14:cNvPr id="613" name="Ink 612">
                <a:extLst>
                  <a:ext uri="{FF2B5EF4-FFF2-40B4-BE49-F238E27FC236}">
                    <a16:creationId xmlns:a16="http://schemas.microsoft.com/office/drawing/2014/main" id="{410D2A1A-121F-874B-9372-2B019A7089D1}"/>
                  </a:ext>
                </a:extLst>
              </p14:cNvPr>
              <p14:cNvContentPartPr/>
              <p14:nvPr/>
            </p14:nvContentPartPr>
            <p14:xfrm>
              <a:off x="9842558" y="44464"/>
              <a:ext cx="48960" cy="228600"/>
            </p14:xfrm>
          </p:contentPart>
        </mc:Choice>
        <mc:Fallback xmlns="">
          <p:pic>
            <p:nvPicPr>
              <p:cNvPr id="613" name="Ink 612">
                <a:extLst>
                  <a:ext uri="{FF2B5EF4-FFF2-40B4-BE49-F238E27FC236}">
                    <a16:creationId xmlns:a16="http://schemas.microsoft.com/office/drawing/2014/main" id="{410D2A1A-121F-874B-9372-2B019A7089D1}"/>
                  </a:ext>
                </a:extLst>
              </p:cNvPr>
              <p:cNvPicPr/>
              <p:nvPr/>
            </p:nvPicPr>
            <p:blipFill>
              <a:blip r:embed="rId852"/>
              <a:stretch>
                <a:fillRect/>
              </a:stretch>
            </p:blipFill>
            <p:spPr>
              <a:xfrm>
                <a:off x="9827438" y="29344"/>
                <a:ext cx="7956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3">
            <p14:nvContentPartPr>
              <p14:cNvPr id="614" name="Ink 613">
                <a:extLst>
                  <a:ext uri="{FF2B5EF4-FFF2-40B4-BE49-F238E27FC236}">
                    <a16:creationId xmlns:a16="http://schemas.microsoft.com/office/drawing/2014/main" id="{B972E2C9-1AAC-2C4B-B995-A88AA73A6101}"/>
                  </a:ext>
                </a:extLst>
              </p14:cNvPr>
              <p14:cNvContentPartPr/>
              <p14:nvPr/>
            </p14:nvContentPartPr>
            <p14:xfrm>
              <a:off x="9980078" y="153544"/>
              <a:ext cx="149040" cy="141840"/>
            </p14:xfrm>
          </p:contentPart>
        </mc:Choice>
        <mc:Fallback xmlns="">
          <p:pic>
            <p:nvPicPr>
              <p:cNvPr id="614" name="Ink 613">
                <a:extLst>
                  <a:ext uri="{FF2B5EF4-FFF2-40B4-BE49-F238E27FC236}">
                    <a16:creationId xmlns:a16="http://schemas.microsoft.com/office/drawing/2014/main" id="{B972E2C9-1AAC-2C4B-B995-A88AA73A6101}"/>
                  </a:ext>
                </a:extLst>
              </p:cNvPr>
              <p:cNvPicPr/>
              <p:nvPr/>
            </p:nvPicPr>
            <p:blipFill>
              <a:blip r:embed="rId854"/>
              <a:stretch>
                <a:fillRect/>
              </a:stretch>
            </p:blipFill>
            <p:spPr>
              <a:xfrm>
                <a:off x="9964958" y="138064"/>
                <a:ext cx="17964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5">
            <p14:nvContentPartPr>
              <p14:cNvPr id="615" name="Ink 614">
                <a:extLst>
                  <a:ext uri="{FF2B5EF4-FFF2-40B4-BE49-F238E27FC236}">
                    <a16:creationId xmlns:a16="http://schemas.microsoft.com/office/drawing/2014/main" id="{4FFC0906-44B7-4449-AB7E-2C3154B7110F}"/>
                  </a:ext>
                </a:extLst>
              </p14:cNvPr>
              <p14:cNvContentPartPr/>
              <p14:nvPr/>
            </p14:nvContentPartPr>
            <p14:xfrm>
              <a:off x="10192118" y="167224"/>
              <a:ext cx="78480" cy="114480"/>
            </p14:xfrm>
          </p:contentPart>
        </mc:Choice>
        <mc:Fallback xmlns="">
          <p:pic>
            <p:nvPicPr>
              <p:cNvPr id="615" name="Ink 614">
                <a:extLst>
                  <a:ext uri="{FF2B5EF4-FFF2-40B4-BE49-F238E27FC236}">
                    <a16:creationId xmlns:a16="http://schemas.microsoft.com/office/drawing/2014/main" id="{4FFC0906-44B7-4449-AB7E-2C3154B7110F}"/>
                  </a:ext>
                </a:extLst>
              </p:cNvPr>
              <p:cNvPicPr/>
              <p:nvPr/>
            </p:nvPicPr>
            <p:blipFill>
              <a:blip r:embed="rId856"/>
              <a:stretch>
                <a:fillRect/>
              </a:stretch>
            </p:blipFill>
            <p:spPr>
              <a:xfrm>
                <a:off x="10176998" y="151744"/>
                <a:ext cx="10908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7">
            <p14:nvContentPartPr>
              <p14:cNvPr id="616" name="Ink 615">
                <a:extLst>
                  <a:ext uri="{FF2B5EF4-FFF2-40B4-BE49-F238E27FC236}">
                    <a16:creationId xmlns:a16="http://schemas.microsoft.com/office/drawing/2014/main" id="{BE3C7014-F5A0-5344-90B0-D212FEFC7332}"/>
                  </a:ext>
                </a:extLst>
              </p14:cNvPr>
              <p14:cNvContentPartPr/>
              <p14:nvPr/>
            </p14:nvContentPartPr>
            <p14:xfrm>
              <a:off x="10314878" y="156784"/>
              <a:ext cx="254160" cy="142920"/>
            </p14:xfrm>
          </p:contentPart>
        </mc:Choice>
        <mc:Fallback xmlns="">
          <p:pic>
            <p:nvPicPr>
              <p:cNvPr id="616" name="Ink 615">
                <a:extLst>
                  <a:ext uri="{FF2B5EF4-FFF2-40B4-BE49-F238E27FC236}">
                    <a16:creationId xmlns:a16="http://schemas.microsoft.com/office/drawing/2014/main" id="{BE3C7014-F5A0-5344-90B0-D212FEFC7332}"/>
                  </a:ext>
                </a:extLst>
              </p:cNvPr>
              <p:cNvPicPr/>
              <p:nvPr/>
            </p:nvPicPr>
            <p:blipFill>
              <a:blip r:embed="rId858"/>
              <a:stretch>
                <a:fillRect/>
              </a:stretch>
            </p:blipFill>
            <p:spPr>
              <a:xfrm>
                <a:off x="10299398" y="141304"/>
                <a:ext cx="2844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9">
            <p14:nvContentPartPr>
              <p14:cNvPr id="617" name="Ink 616">
                <a:extLst>
                  <a:ext uri="{FF2B5EF4-FFF2-40B4-BE49-F238E27FC236}">
                    <a16:creationId xmlns:a16="http://schemas.microsoft.com/office/drawing/2014/main" id="{9D3B66E7-11FC-EE4A-9633-EF71E543580D}"/>
                  </a:ext>
                </a:extLst>
              </p14:cNvPr>
              <p14:cNvContentPartPr/>
              <p14:nvPr/>
            </p14:nvContentPartPr>
            <p14:xfrm>
              <a:off x="10591718" y="170104"/>
              <a:ext cx="124920" cy="123120"/>
            </p14:xfrm>
          </p:contentPart>
        </mc:Choice>
        <mc:Fallback xmlns="">
          <p:pic>
            <p:nvPicPr>
              <p:cNvPr id="617" name="Ink 616">
                <a:extLst>
                  <a:ext uri="{FF2B5EF4-FFF2-40B4-BE49-F238E27FC236}">
                    <a16:creationId xmlns:a16="http://schemas.microsoft.com/office/drawing/2014/main" id="{9D3B66E7-11FC-EE4A-9633-EF71E543580D}"/>
                  </a:ext>
                </a:extLst>
              </p:cNvPr>
              <p:cNvPicPr/>
              <p:nvPr/>
            </p:nvPicPr>
            <p:blipFill>
              <a:blip r:embed="rId860"/>
              <a:stretch>
                <a:fillRect/>
              </a:stretch>
            </p:blipFill>
            <p:spPr>
              <a:xfrm>
                <a:off x="10576238" y="154984"/>
                <a:ext cx="155520" cy="15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28" name="Group 627">
            <a:extLst>
              <a:ext uri="{FF2B5EF4-FFF2-40B4-BE49-F238E27FC236}">
                <a16:creationId xmlns:a16="http://schemas.microsoft.com/office/drawing/2014/main" id="{50E4B0F5-5D80-C44B-878B-159FF21B1199}"/>
              </a:ext>
            </a:extLst>
          </p:cNvPr>
          <p:cNvGrpSpPr/>
          <p:nvPr/>
        </p:nvGrpSpPr>
        <p:grpSpPr>
          <a:xfrm>
            <a:off x="10859198" y="44464"/>
            <a:ext cx="667800" cy="384120"/>
            <a:chOff x="10859198" y="44464"/>
            <a:chExt cx="667800" cy="38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1">
              <p14:nvContentPartPr>
                <p14:cNvPr id="618" name="Ink 617">
                  <a:extLst>
                    <a:ext uri="{FF2B5EF4-FFF2-40B4-BE49-F238E27FC236}">
                      <a16:creationId xmlns:a16="http://schemas.microsoft.com/office/drawing/2014/main" id="{7783B356-6AE9-4A4B-87FA-1D5E29778EE8}"/>
                    </a:ext>
                  </a:extLst>
                </p14:cNvPr>
                <p14:cNvContentPartPr/>
                <p14:nvPr/>
              </p14:nvContentPartPr>
              <p14:xfrm>
                <a:off x="10859198" y="153544"/>
                <a:ext cx="91800" cy="130320"/>
              </p14:xfrm>
            </p:contentPart>
          </mc:Choice>
          <mc:Fallback xmlns="">
            <p:pic>
              <p:nvPicPr>
                <p:cNvPr id="618" name="Ink 617">
                  <a:extLst>
                    <a:ext uri="{FF2B5EF4-FFF2-40B4-BE49-F238E27FC236}">
                      <a16:creationId xmlns:a16="http://schemas.microsoft.com/office/drawing/2014/main" id="{7783B356-6AE9-4A4B-87FA-1D5E29778EE8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10844078" y="138064"/>
                  <a:ext cx="1224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3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7D76E1C0-7512-4047-ACC0-BA95C6457F31}"/>
                    </a:ext>
                  </a:extLst>
                </p14:cNvPr>
                <p14:cNvContentPartPr/>
                <p14:nvPr/>
              </p14:nvContentPartPr>
              <p14:xfrm>
                <a:off x="10994918" y="44464"/>
                <a:ext cx="65160" cy="256320"/>
              </p14:xfrm>
            </p:contentPart>
          </mc:Choice>
          <mc:Fallback xmlns=""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7D76E1C0-7512-4047-ACC0-BA95C6457F31}"/>
                    </a:ext>
                  </a:extLst>
                </p:cNvPr>
                <p:cNvPicPr/>
                <p:nvPr/>
              </p:nvPicPr>
              <p:blipFill>
                <a:blip r:embed="rId864"/>
                <a:stretch>
                  <a:fillRect/>
                </a:stretch>
              </p:blipFill>
              <p:spPr>
                <a:xfrm>
                  <a:off x="10979798" y="29344"/>
                  <a:ext cx="954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5">
              <p14:nvContentPartPr>
                <p14:cNvPr id="624" name="Ink 623">
                  <a:extLst>
                    <a:ext uri="{FF2B5EF4-FFF2-40B4-BE49-F238E27FC236}">
                      <a16:creationId xmlns:a16="http://schemas.microsoft.com/office/drawing/2014/main" id="{8859C65B-014F-7C48-B087-863048FBE444}"/>
                    </a:ext>
                  </a:extLst>
                </p14:cNvPr>
                <p14:cNvContentPartPr/>
                <p14:nvPr/>
              </p14:nvContentPartPr>
              <p14:xfrm>
                <a:off x="11047838" y="117544"/>
                <a:ext cx="103320" cy="131400"/>
              </p14:xfrm>
            </p:contentPart>
          </mc:Choice>
          <mc:Fallback xmlns="">
            <p:pic>
              <p:nvPicPr>
                <p:cNvPr id="624" name="Ink 623">
                  <a:extLst>
                    <a:ext uri="{FF2B5EF4-FFF2-40B4-BE49-F238E27FC236}">
                      <a16:creationId xmlns:a16="http://schemas.microsoft.com/office/drawing/2014/main" id="{8859C65B-014F-7C48-B087-863048FBE444}"/>
                    </a:ext>
                  </a:extLst>
                </p:cNvPr>
                <p:cNvPicPr/>
                <p:nvPr/>
              </p:nvPicPr>
              <p:blipFill>
                <a:blip r:embed="rId866"/>
                <a:stretch>
                  <a:fillRect/>
                </a:stretch>
              </p:blipFill>
              <p:spPr>
                <a:xfrm>
                  <a:off x="11032718" y="102424"/>
                  <a:ext cx="1339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7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B0536035-6609-F14F-8B97-1CEFDA39C225}"/>
                    </a:ext>
                  </a:extLst>
                </p14:cNvPr>
                <p14:cNvContentPartPr/>
                <p14:nvPr/>
              </p14:nvContentPartPr>
              <p14:xfrm>
                <a:off x="11167358" y="159664"/>
                <a:ext cx="138600" cy="115560"/>
              </p14:xfrm>
            </p:contentPart>
          </mc:Choice>
          <mc:Fallback xmlns=""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B0536035-6609-F14F-8B97-1CEFDA39C225}"/>
                    </a:ext>
                  </a:extLst>
                </p:cNvPr>
                <p:cNvPicPr/>
                <p:nvPr/>
              </p:nvPicPr>
              <p:blipFill>
                <a:blip r:embed="rId868"/>
                <a:stretch>
                  <a:fillRect/>
                </a:stretch>
              </p:blipFill>
              <p:spPr>
                <a:xfrm>
                  <a:off x="11152238" y="144544"/>
                  <a:ext cx="1692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9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ADCBD07C-AD66-3546-BAAF-641CA6C7E849}"/>
                    </a:ext>
                  </a:extLst>
                </p14:cNvPr>
                <p14:cNvContentPartPr/>
                <p14:nvPr/>
              </p14:nvContentPartPr>
              <p14:xfrm>
                <a:off x="11318198" y="158584"/>
                <a:ext cx="112320" cy="270000"/>
              </p14:xfrm>
            </p:contentPart>
          </mc:Choice>
          <mc:Fallback xmlns=""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ADCBD07C-AD66-3546-BAAF-641CA6C7E849}"/>
                    </a:ext>
                  </a:extLst>
                </p:cNvPr>
                <p:cNvPicPr/>
                <p:nvPr/>
              </p:nvPicPr>
              <p:blipFill>
                <a:blip r:embed="rId870"/>
                <a:stretch>
                  <a:fillRect/>
                </a:stretch>
              </p:blipFill>
              <p:spPr>
                <a:xfrm>
                  <a:off x="11303078" y="143464"/>
                  <a:ext cx="1429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1">
              <p14:nvContentPartPr>
                <p14:cNvPr id="627" name="Ink 626">
                  <a:extLst>
                    <a:ext uri="{FF2B5EF4-FFF2-40B4-BE49-F238E27FC236}">
                      <a16:creationId xmlns:a16="http://schemas.microsoft.com/office/drawing/2014/main" id="{25AE27DA-F2D7-4643-B441-5DCD173A585C}"/>
                    </a:ext>
                  </a:extLst>
                </p14:cNvPr>
                <p14:cNvContentPartPr/>
                <p14:nvPr/>
              </p14:nvContentPartPr>
              <p14:xfrm>
                <a:off x="11507918" y="256144"/>
                <a:ext cx="19080" cy="15840"/>
              </p14:xfrm>
            </p:contentPart>
          </mc:Choice>
          <mc:Fallback xmlns="">
            <p:pic>
              <p:nvPicPr>
                <p:cNvPr id="627" name="Ink 626">
                  <a:extLst>
                    <a:ext uri="{FF2B5EF4-FFF2-40B4-BE49-F238E27FC236}">
                      <a16:creationId xmlns:a16="http://schemas.microsoft.com/office/drawing/2014/main" id="{25AE27DA-F2D7-4643-B441-5DCD173A585C}"/>
                    </a:ext>
                  </a:extLst>
                </p:cNvPr>
                <p:cNvPicPr/>
                <p:nvPr/>
              </p:nvPicPr>
              <p:blipFill>
                <a:blip r:embed="rId872"/>
                <a:stretch>
                  <a:fillRect/>
                </a:stretch>
              </p:blipFill>
              <p:spPr>
                <a:xfrm>
                  <a:off x="11492798" y="241024"/>
                  <a:ext cx="4932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9" name="Group 638">
            <a:extLst>
              <a:ext uri="{FF2B5EF4-FFF2-40B4-BE49-F238E27FC236}">
                <a16:creationId xmlns:a16="http://schemas.microsoft.com/office/drawing/2014/main" id="{78796E2F-E82B-624A-8A8D-3A71C4105682}"/>
              </a:ext>
            </a:extLst>
          </p:cNvPr>
          <p:cNvGrpSpPr/>
          <p:nvPr/>
        </p:nvGrpSpPr>
        <p:grpSpPr>
          <a:xfrm>
            <a:off x="7014398" y="5256904"/>
            <a:ext cx="223560" cy="386280"/>
            <a:chOff x="7014398" y="5256904"/>
            <a:chExt cx="223560" cy="3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3">
              <p14:nvContentPartPr>
                <p14:cNvPr id="629" name="Ink 628">
                  <a:extLst>
                    <a:ext uri="{FF2B5EF4-FFF2-40B4-BE49-F238E27FC236}">
                      <a16:creationId xmlns:a16="http://schemas.microsoft.com/office/drawing/2014/main" id="{A16C7516-1B5A-6848-99E6-53D0AEE8CA6E}"/>
                    </a:ext>
                  </a:extLst>
                </p14:cNvPr>
                <p14:cNvContentPartPr/>
                <p14:nvPr/>
              </p14:nvContentPartPr>
              <p14:xfrm>
                <a:off x="7029158" y="5256904"/>
                <a:ext cx="110160" cy="136800"/>
              </p14:xfrm>
            </p:contentPart>
          </mc:Choice>
          <mc:Fallback xmlns="">
            <p:pic>
              <p:nvPicPr>
                <p:cNvPr id="629" name="Ink 628">
                  <a:extLst>
                    <a:ext uri="{FF2B5EF4-FFF2-40B4-BE49-F238E27FC236}">
                      <a16:creationId xmlns:a16="http://schemas.microsoft.com/office/drawing/2014/main" id="{A16C7516-1B5A-6848-99E6-53D0AEE8CA6E}"/>
                    </a:ext>
                  </a:extLst>
                </p:cNvPr>
                <p:cNvPicPr/>
                <p:nvPr/>
              </p:nvPicPr>
              <p:blipFill>
                <a:blip r:embed="rId874"/>
                <a:stretch>
                  <a:fillRect/>
                </a:stretch>
              </p:blipFill>
              <p:spPr>
                <a:xfrm>
                  <a:off x="7014038" y="5241784"/>
                  <a:ext cx="1407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5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8389AE5D-4BDB-374E-832A-D8FB2EC3F42E}"/>
                    </a:ext>
                  </a:extLst>
                </p14:cNvPr>
                <p14:cNvContentPartPr/>
                <p14:nvPr/>
              </p14:nvContentPartPr>
              <p14:xfrm>
                <a:off x="7014398" y="5413504"/>
                <a:ext cx="87120" cy="68400"/>
              </p14:xfrm>
            </p:contentPart>
          </mc:Choice>
          <mc:Fallback xmlns=""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8389AE5D-4BDB-374E-832A-D8FB2EC3F42E}"/>
                    </a:ext>
                  </a:extLst>
                </p:cNvPr>
                <p:cNvPicPr/>
                <p:nvPr/>
              </p:nvPicPr>
              <p:blipFill>
                <a:blip r:embed="rId876"/>
                <a:stretch>
                  <a:fillRect/>
                </a:stretch>
              </p:blipFill>
              <p:spPr>
                <a:xfrm>
                  <a:off x="6999278" y="5398024"/>
                  <a:ext cx="1173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7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E2F6A557-8178-4547-947F-7CBA36024596}"/>
                    </a:ext>
                  </a:extLst>
                </p14:cNvPr>
                <p14:cNvContentPartPr/>
                <p14:nvPr/>
              </p14:nvContentPartPr>
              <p14:xfrm>
                <a:off x="7092158" y="5415664"/>
                <a:ext cx="145800" cy="78480"/>
              </p14:xfrm>
            </p:contentPart>
          </mc:Choice>
          <mc:Fallback xmlns=""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E2F6A557-8178-4547-947F-7CBA36024596}"/>
                    </a:ext>
                  </a:extLst>
                </p:cNvPr>
                <p:cNvPicPr/>
                <p:nvPr/>
              </p:nvPicPr>
              <p:blipFill>
                <a:blip r:embed="rId878"/>
                <a:stretch>
                  <a:fillRect/>
                </a:stretch>
              </p:blipFill>
              <p:spPr>
                <a:xfrm>
                  <a:off x="7076678" y="5400184"/>
                  <a:ext cx="1764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9">
              <p14:nvContentPartPr>
                <p14:cNvPr id="632" name="Ink 631">
                  <a:extLst>
                    <a:ext uri="{FF2B5EF4-FFF2-40B4-BE49-F238E27FC236}">
                      <a16:creationId xmlns:a16="http://schemas.microsoft.com/office/drawing/2014/main" id="{BAF71100-306E-7643-83B3-76868A45A3BB}"/>
                    </a:ext>
                  </a:extLst>
                </p14:cNvPr>
                <p14:cNvContentPartPr/>
                <p14:nvPr/>
              </p14:nvContentPartPr>
              <p14:xfrm>
                <a:off x="7025198" y="5513944"/>
                <a:ext cx="67320" cy="129240"/>
              </p14:xfrm>
            </p:contentPart>
          </mc:Choice>
          <mc:Fallback xmlns="">
            <p:pic>
              <p:nvPicPr>
                <p:cNvPr id="632" name="Ink 631">
                  <a:extLst>
                    <a:ext uri="{FF2B5EF4-FFF2-40B4-BE49-F238E27FC236}">
                      <a16:creationId xmlns:a16="http://schemas.microsoft.com/office/drawing/2014/main" id="{BAF71100-306E-7643-83B3-76868A45A3BB}"/>
                    </a:ext>
                  </a:extLst>
                </p:cNvPr>
                <p:cNvPicPr/>
                <p:nvPr/>
              </p:nvPicPr>
              <p:blipFill>
                <a:blip r:embed="rId880"/>
                <a:stretch>
                  <a:fillRect/>
                </a:stretch>
              </p:blipFill>
              <p:spPr>
                <a:xfrm>
                  <a:off x="7009718" y="5498464"/>
                  <a:ext cx="975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1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12CF557B-8923-B44F-A932-0F4888DEE5EB}"/>
                    </a:ext>
                  </a:extLst>
                </p14:cNvPr>
                <p14:cNvContentPartPr/>
                <p14:nvPr/>
              </p14:nvContentPartPr>
              <p14:xfrm>
                <a:off x="7114478" y="5506384"/>
                <a:ext cx="122400" cy="108000"/>
              </p14:xfrm>
            </p:contentPart>
          </mc:Choice>
          <mc:Fallback xmlns=""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12CF557B-8923-B44F-A932-0F4888DEE5EB}"/>
                    </a:ext>
                  </a:extLst>
                </p:cNvPr>
                <p:cNvPicPr/>
                <p:nvPr/>
              </p:nvPicPr>
              <p:blipFill>
                <a:blip r:embed="rId882"/>
                <a:stretch>
                  <a:fillRect/>
                </a:stretch>
              </p:blipFill>
              <p:spPr>
                <a:xfrm>
                  <a:off x="7098998" y="5491264"/>
                  <a:ext cx="153000" cy="13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3">
            <p14:nvContentPartPr>
              <p14:cNvPr id="641" name="Ink 640">
                <a:extLst>
                  <a:ext uri="{FF2B5EF4-FFF2-40B4-BE49-F238E27FC236}">
                    <a16:creationId xmlns:a16="http://schemas.microsoft.com/office/drawing/2014/main" id="{2BF33579-993C-E843-88AD-13DB1F520B4B}"/>
                  </a:ext>
                </a:extLst>
              </p14:cNvPr>
              <p14:cNvContentPartPr/>
              <p14:nvPr/>
            </p14:nvContentPartPr>
            <p14:xfrm>
              <a:off x="6590318" y="5611144"/>
              <a:ext cx="1181160" cy="111240"/>
            </p14:xfrm>
          </p:contentPart>
        </mc:Choice>
        <mc:Fallback xmlns="">
          <p:pic>
            <p:nvPicPr>
              <p:cNvPr id="641" name="Ink 640">
                <a:extLst>
                  <a:ext uri="{FF2B5EF4-FFF2-40B4-BE49-F238E27FC236}">
                    <a16:creationId xmlns:a16="http://schemas.microsoft.com/office/drawing/2014/main" id="{2BF33579-993C-E843-88AD-13DB1F520B4B}"/>
                  </a:ext>
                </a:extLst>
              </p:cNvPr>
              <p:cNvPicPr/>
              <p:nvPr/>
            </p:nvPicPr>
            <p:blipFill>
              <a:blip r:embed="rId884"/>
              <a:stretch>
                <a:fillRect/>
              </a:stretch>
            </p:blipFill>
            <p:spPr>
              <a:xfrm>
                <a:off x="6574838" y="5595664"/>
                <a:ext cx="121140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5">
            <p14:nvContentPartPr>
              <p14:cNvPr id="642" name="Ink 641">
                <a:extLst>
                  <a:ext uri="{FF2B5EF4-FFF2-40B4-BE49-F238E27FC236}">
                    <a16:creationId xmlns:a16="http://schemas.microsoft.com/office/drawing/2014/main" id="{2285941D-4C54-5848-9FB4-8A22C8811E1F}"/>
                  </a:ext>
                </a:extLst>
              </p14:cNvPr>
              <p14:cNvContentPartPr/>
              <p14:nvPr/>
            </p14:nvContentPartPr>
            <p14:xfrm>
              <a:off x="7314998" y="5286784"/>
              <a:ext cx="677880" cy="600480"/>
            </p14:xfrm>
          </p:contentPart>
        </mc:Choice>
        <mc:Fallback xmlns="">
          <p:pic>
            <p:nvPicPr>
              <p:cNvPr id="642" name="Ink 641">
                <a:extLst>
                  <a:ext uri="{FF2B5EF4-FFF2-40B4-BE49-F238E27FC236}">
                    <a16:creationId xmlns:a16="http://schemas.microsoft.com/office/drawing/2014/main" id="{2285941D-4C54-5848-9FB4-8A22C8811E1F}"/>
                  </a:ext>
                </a:extLst>
              </p:cNvPr>
              <p:cNvPicPr/>
              <p:nvPr/>
            </p:nvPicPr>
            <p:blipFill>
              <a:blip r:embed="rId886"/>
              <a:stretch>
                <a:fillRect/>
              </a:stretch>
            </p:blipFill>
            <p:spPr>
              <a:xfrm>
                <a:off x="7299878" y="5271304"/>
                <a:ext cx="708480" cy="63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48" name="Group 647">
            <a:extLst>
              <a:ext uri="{FF2B5EF4-FFF2-40B4-BE49-F238E27FC236}">
                <a16:creationId xmlns:a16="http://schemas.microsoft.com/office/drawing/2014/main" id="{C7E111F5-C6D5-3640-8958-B77F6EA3E505}"/>
              </a:ext>
            </a:extLst>
          </p:cNvPr>
          <p:cNvGrpSpPr/>
          <p:nvPr/>
        </p:nvGrpSpPr>
        <p:grpSpPr>
          <a:xfrm>
            <a:off x="7861478" y="5272024"/>
            <a:ext cx="394560" cy="176400"/>
            <a:chOff x="7861478" y="5272024"/>
            <a:chExt cx="394560" cy="1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7">
              <p14:nvContentPartPr>
                <p14:cNvPr id="643" name="Ink 642">
                  <a:extLst>
                    <a:ext uri="{FF2B5EF4-FFF2-40B4-BE49-F238E27FC236}">
                      <a16:creationId xmlns:a16="http://schemas.microsoft.com/office/drawing/2014/main" id="{94DC489A-22ED-1F4B-843C-1DF52F710482}"/>
                    </a:ext>
                  </a:extLst>
                </p14:cNvPr>
                <p14:cNvContentPartPr/>
                <p14:nvPr/>
              </p14:nvContentPartPr>
              <p14:xfrm>
                <a:off x="7861478" y="5318824"/>
                <a:ext cx="60840" cy="129600"/>
              </p14:xfrm>
            </p:contentPart>
          </mc:Choice>
          <mc:Fallback xmlns="">
            <p:pic>
              <p:nvPicPr>
                <p:cNvPr id="643" name="Ink 642">
                  <a:extLst>
                    <a:ext uri="{FF2B5EF4-FFF2-40B4-BE49-F238E27FC236}">
                      <a16:creationId xmlns:a16="http://schemas.microsoft.com/office/drawing/2014/main" id="{94DC489A-22ED-1F4B-843C-1DF52F710482}"/>
                    </a:ext>
                  </a:extLst>
                </p:cNvPr>
                <p:cNvPicPr/>
                <p:nvPr/>
              </p:nvPicPr>
              <p:blipFill>
                <a:blip r:embed="rId888"/>
                <a:stretch>
                  <a:fillRect/>
                </a:stretch>
              </p:blipFill>
              <p:spPr>
                <a:xfrm>
                  <a:off x="7846358" y="5303704"/>
                  <a:ext cx="914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9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B3C3B48E-54C5-1046-831E-1ACD0F849355}"/>
                    </a:ext>
                  </a:extLst>
                </p14:cNvPr>
                <p14:cNvContentPartPr/>
                <p14:nvPr/>
              </p14:nvContentPartPr>
              <p14:xfrm>
                <a:off x="7883798" y="5272024"/>
                <a:ext cx="73440" cy="71280"/>
              </p14:xfrm>
            </p:contentPart>
          </mc:Choice>
          <mc:Fallback xmlns=""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B3C3B48E-54C5-1046-831E-1ACD0F849355}"/>
                    </a:ext>
                  </a:extLst>
                </p:cNvPr>
                <p:cNvPicPr/>
                <p:nvPr/>
              </p:nvPicPr>
              <p:blipFill>
                <a:blip r:embed="rId890"/>
                <a:stretch>
                  <a:fillRect/>
                </a:stretch>
              </p:blipFill>
              <p:spPr>
                <a:xfrm>
                  <a:off x="7868318" y="5256544"/>
                  <a:ext cx="1040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1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6E08024F-C983-5E42-9367-3456946EDA47}"/>
                    </a:ext>
                  </a:extLst>
                </p14:cNvPr>
                <p14:cNvContentPartPr/>
                <p14:nvPr/>
              </p14:nvContentPartPr>
              <p14:xfrm>
                <a:off x="8006558" y="5274184"/>
                <a:ext cx="43920" cy="66600"/>
              </p14:xfrm>
            </p:contentPart>
          </mc:Choice>
          <mc:Fallback xmlns=""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6E08024F-C983-5E42-9367-3456946EDA47}"/>
                    </a:ext>
                  </a:extLst>
                </p:cNvPr>
                <p:cNvPicPr/>
                <p:nvPr/>
              </p:nvPicPr>
              <p:blipFill>
                <a:blip r:embed="rId892"/>
                <a:stretch>
                  <a:fillRect/>
                </a:stretch>
              </p:blipFill>
              <p:spPr>
                <a:xfrm>
                  <a:off x="7991078" y="5259064"/>
                  <a:ext cx="741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3">
              <p14:nvContentPartPr>
                <p14:cNvPr id="646" name="Ink 645">
                  <a:extLst>
                    <a:ext uri="{FF2B5EF4-FFF2-40B4-BE49-F238E27FC236}">
                      <a16:creationId xmlns:a16="http://schemas.microsoft.com/office/drawing/2014/main" id="{A7865F6A-0433-B047-B0D4-9477B8B076A9}"/>
                    </a:ext>
                  </a:extLst>
                </p14:cNvPr>
                <p14:cNvContentPartPr/>
                <p14:nvPr/>
              </p14:nvContentPartPr>
              <p14:xfrm>
                <a:off x="8084678" y="5274184"/>
                <a:ext cx="64800" cy="74880"/>
              </p14:xfrm>
            </p:contentPart>
          </mc:Choice>
          <mc:Fallback xmlns="">
            <p:pic>
              <p:nvPicPr>
                <p:cNvPr id="646" name="Ink 645">
                  <a:extLst>
                    <a:ext uri="{FF2B5EF4-FFF2-40B4-BE49-F238E27FC236}">
                      <a16:creationId xmlns:a16="http://schemas.microsoft.com/office/drawing/2014/main" id="{A7865F6A-0433-B047-B0D4-9477B8B076A9}"/>
                    </a:ext>
                  </a:extLst>
                </p:cNvPr>
                <p:cNvPicPr/>
                <p:nvPr/>
              </p:nvPicPr>
              <p:blipFill>
                <a:blip r:embed="rId894"/>
                <a:stretch>
                  <a:fillRect/>
                </a:stretch>
              </p:blipFill>
              <p:spPr>
                <a:xfrm>
                  <a:off x="8069558" y="5259064"/>
                  <a:ext cx="954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5">
              <p14:nvContentPartPr>
                <p14:cNvPr id="647" name="Ink 646">
                  <a:extLst>
                    <a:ext uri="{FF2B5EF4-FFF2-40B4-BE49-F238E27FC236}">
                      <a16:creationId xmlns:a16="http://schemas.microsoft.com/office/drawing/2014/main" id="{3155D17E-8888-2344-BA12-2F41E6C7E5C7}"/>
                    </a:ext>
                  </a:extLst>
                </p14:cNvPr>
                <p14:cNvContentPartPr/>
                <p14:nvPr/>
              </p14:nvContentPartPr>
              <p14:xfrm>
                <a:off x="8184758" y="5279224"/>
                <a:ext cx="71280" cy="165240"/>
              </p14:xfrm>
            </p:contentPart>
          </mc:Choice>
          <mc:Fallback xmlns="">
            <p:pic>
              <p:nvPicPr>
                <p:cNvPr id="647" name="Ink 646">
                  <a:extLst>
                    <a:ext uri="{FF2B5EF4-FFF2-40B4-BE49-F238E27FC236}">
                      <a16:creationId xmlns:a16="http://schemas.microsoft.com/office/drawing/2014/main" id="{3155D17E-8888-2344-BA12-2F41E6C7E5C7}"/>
                    </a:ext>
                  </a:extLst>
                </p:cNvPr>
                <p:cNvPicPr/>
                <p:nvPr/>
              </p:nvPicPr>
              <p:blipFill>
                <a:blip r:embed="rId896"/>
                <a:stretch>
                  <a:fillRect/>
                </a:stretch>
              </p:blipFill>
              <p:spPr>
                <a:xfrm>
                  <a:off x="8169638" y="5264104"/>
                  <a:ext cx="101880" cy="19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97">
            <p14:nvContentPartPr>
              <p14:cNvPr id="665" name="Ink 664">
                <a:extLst>
                  <a:ext uri="{FF2B5EF4-FFF2-40B4-BE49-F238E27FC236}">
                    <a16:creationId xmlns:a16="http://schemas.microsoft.com/office/drawing/2014/main" id="{F90BA2A5-2F7A-6C4E-9C88-9FB34CBB9CF5}"/>
                  </a:ext>
                </a:extLst>
              </p14:cNvPr>
              <p14:cNvContentPartPr/>
              <p14:nvPr/>
            </p14:nvContentPartPr>
            <p14:xfrm>
              <a:off x="6996038" y="6338704"/>
              <a:ext cx="501840" cy="232920"/>
            </p14:xfrm>
          </p:contentPart>
        </mc:Choice>
        <mc:Fallback xmlns="">
          <p:pic>
            <p:nvPicPr>
              <p:cNvPr id="665" name="Ink 664">
                <a:extLst>
                  <a:ext uri="{FF2B5EF4-FFF2-40B4-BE49-F238E27FC236}">
                    <a16:creationId xmlns:a16="http://schemas.microsoft.com/office/drawing/2014/main" id="{F90BA2A5-2F7A-6C4E-9C88-9FB34CBB9CF5}"/>
                  </a:ext>
                </a:extLst>
              </p:cNvPr>
              <p:cNvPicPr/>
              <p:nvPr/>
            </p:nvPicPr>
            <p:blipFill>
              <a:blip r:embed="rId898"/>
              <a:stretch>
                <a:fillRect/>
              </a:stretch>
            </p:blipFill>
            <p:spPr>
              <a:xfrm>
                <a:off x="6980558" y="6323584"/>
                <a:ext cx="532080" cy="26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75" name="Group 674">
            <a:extLst>
              <a:ext uri="{FF2B5EF4-FFF2-40B4-BE49-F238E27FC236}">
                <a16:creationId xmlns:a16="http://schemas.microsoft.com/office/drawing/2014/main" id="{30B27BDB-CD23-5C44-B064-D73F28A98B9E}"/>
              </a:ext>
            </a:extLst>
          </p:cNvPr>
          <p:cNvGrpSpPr/>
          <p:nvPr/>
        </p:nvGrpSpPr>
        <p:grpSpPr>
          <a:xfrm>
            <a:off x="6992438" y="5859184"/>
            <a:ext cx="1599480" cy="643680"/>
            <a:chOff x="6992438" y="5859184"/>
            <a:chExt cx="1599480" cy="64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9">
              <p14:nvContentPartPr>
                <p14:cNvPr id="649" name="Ink 648">
                  <a:extLst>
                    <a:ext uri="{FF2B5EF4-FFF2-40B4-BE49-F238E27FC236}">
                      <a16:creationId xmlns:a16="http://schemas.microsoft.com/office/drawing/2014/main" id="{E2F2A1BB-0948-2B42-AC0B-B68C3FAC4BC2}"/>
                    </a:ext>
                  </a:extLst>
                </p14:cNvPr>
                <p14:cNvContentPartPr/>
                <p14:nvPr/>
              </p14:nvContentPartPr>
              <p14:xfrm>
                <a:off x="7827998" y="6077344"/>
                <a:ext cx="4680" cy="5400"/>
              </p14:xfrm>
            </p:contentPart>
          </mc:Choice>
          <mc:Fallback xmlns="">
            <p:pic>
              <p:nvPicPr>
                <p:cNvPr id="649" name="Ink 648">
                  <a:extLst>
                    <a:ext uri="{FF2B5EF4-FFF2-40B4-BE49-F238E27FC236}">
                      <a16:creationId xmlns:a16="http://schemas.microsoft.com/office/drawing/2014/main" id="{E2F2A1BB-0948-2B42-AC0B-B68C3FAC4BC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812878" y="6061864"/>
                  <a:ext cx="349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0">
              <p14:nvContentPartPr>
                <p14:cNvPr id="650" name="Ink 649">
                  <a:extLst>
                    <a:ext uri="{FF2B5EF4-FFF2-40B4-BE49-F238E27FC236}">
                      <a16:creationId xmlns:a16="http://schemas.microsoft.com/office/drawing/2014/main" id="{8C02905E-925B-F247-9493-E63D85C65527}"/>
                    </a:ext>
                  </a:extLst>
                </p14:cNvPr>
                <p14:cNvContentPartPr/>
                <p14:nvPr/>
              </p14:nvContentPartPr>
              <p14:xfrm>
                <a:off x="7939598" y="6043864"/>
                <a:ext cx="9360" cy="9000"/>
              </p14:xfrm>
            </p:contentPart>
          </mc:Choice>
          <mc:Fallback xmlns="">
            <p:pic>
              <p:nvPicPr>
                <p:cNvPr id="650" name="Ink 649">
                  <a:extLst>
                    <a:ext uri="{FF2B5EF4-FFF2-40B4-BE49-F238E27FC236}">
                      <a16:creationId xmlns:a16="http://schemas.microsoft.com/office/drawing/2014/main" id="{8C02905E-925B-F247-9493-E63D85C6552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24118" y="6028384"/>
                  <a:ext cx="396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1">
              <p14:nvContentPartPr>
                <p14:cNvPr id="653" name="Ink 652">
                  <a:extLst>
                    <a:ext uri="{FF2B5EF4-FFF2-40B4-BE49-F238E27FC236}">
                      <a16:creationId xmlns:a16="http://schemas.microsoft.com/office/drawing/2014/main" id="{D7D1026B-8336-A14E-8E66-1D73DD09794A}"/>
                    </a:ext>
                  </a:extLst>
                </p14:cNvPr>
                <p14:cNvContentPartPr/>
                <p14:nvPr/>
              </p14:nvContentPartPr>
              <p14:xfrm>
                <a:off x="7906118" y="6155464"/>
                <a:ext cx="14040" cy="4320"/>
              </p14:xfrm>
            </p:contentPart>
          </mc:Choice>
          <mc:Fallback xmlns="">
            <p:pic>
              <p:nvPicPr>
                <p:cNvPr id="653" name="Ink 652">
                  <a:extLst>
                    <a:ext uri="{FF2B5EF4-FFF2-40B4-BE49-F238E27FC236}">
                      <a16:creationId xmlns:a16="http://schemas.microsoft.com/office/drawing/2014/main" id="{D7D1026B-8336-A14E-8E66-1D73DD09794A}"/>
                    </a:ext>
                  </a:extLst>
                </p:cNvPr>
                <p:cNvPicPr/>
                <p:nvPr/>
              </p:nvPicPr>
              <p:blipFill>
                <a:blip r:embed="rId902"/>
                <a:stretch>
                  <a:fillRect/>
                </a:stretch>
              </p:blipFill>
              <p:spPr>
                <a:xfrm>
                  <a:off x="7890998" y="6139984"/>
                  <a:ext cx="446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3">
              <p14:nvContentPartPr>
                <p14:cNvPr id="655" name="Ink 654">
                  <a:extLst>
                    <a:ext uri="{FF2B5EF4-FFF2-40B4-BE49-F238E27FC236}">
                      <a16:creationId xmlns:a16="http://schemas.microsoft.com/office/drawing/2014/main" id="{88168920-7B48-CC4B-A361-45391C38B1D6}"/>
                    </a:ext>
                  </a:extLst>
                </p14:cNvPr>
                <p14:cNvContentPartPr/>
                <p14:nvPr/>
              </p14:nvContentPartPr>
              <p14:xfrm>
                <a:off x="8028878" y="6144304"/>
                <a:ext cx="9720" cy="7200"/>
              </p14:xfrm>
            </p:contentPart>
          </mc:Choice>
          <mc:Fallback xmlns="">
            <p:pic>
              <p:nvPicPr>
                <p:cNvPr id="655" name="Ink 654">
                  <a:extLst>
                    <a:ext uri="{FF2B5EF4-FFF2-40B4-BE49-F238E27FC236}">
                      <a16:creationId xmlns:a16="http://schemas.microsoft.com/office/drawing/2014/main" id="{88168920-7B48-CC4B-A361-45391C38B1D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13398" y="6128824"/>
                  <a:ext cx="40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4">
              <p14:nvContentPartPr>
                <p14:cNvPr id="657" name="Ink 656">
                  <a:extLst>
                    <a:ext uri="{FF2B5EF4-FFF2-40B4-BE49-F238E27FC236}">
                      <a16:creationId xmlns:a16="http://schemas.microsoft.com/office/drawing/2014/main" id="{40020982-0A35-DA42-9714-956470793A25}"/>
                    </a:ext>
                  </a:extLst>
                </p14:cNvPr>
                <p14:cNvContentPartPr/>
                <p14:nvPr/>
              </p14:nvContentPartPr>
              <p14:xfrm>
                <a:off x="8140118" y="5956384"/>
                <a:ext cx="64080" cy="77400"/>
              </p14:xfrm>
            </p:contentPart>
          </mc:Choice>
          <mc:Fallback xmlns="">
            <p:pic>
              <p:nvPicPr>
                <p:cNvPr id="657" name="Ink 656">
                  <a:extLst>
                    <a:ext uri="{FF2B5EF4-FFF2-40B4-BE49-F238E27FC236}">
                      <a16:creationId xmlns:a16="http://schemas.microsoft.com/office/drawing/2014/main" id="{40020982-0A35-DA42-9714-956470793A25}"/>
                    </a:ext>
                  </a:extLst>
                </p:cNvPr>
                <p:cNvPicPr/>
                <p:nvPr/>
              </p:nvPicPr>
              <p:blipFill>
                <a:blip r:embed="rId905"/>
                <a:stretch>
                  <a:fillRect/>
                </a:stretch>
              </p:blipFill>
              <p:spPr>
                <a:xfrm>
                  <a:off x="8124998" y="5941264"/>
                  <a:ext cx="946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6">
              <p14:nvContentPartPr>
                <p14:cNvPr id="658" name="Ink 657">
                  <a:extLst>
                    <a:ext uri="{FF2B5EF4-FFF2-40B4-BE49-F238E27FC236}">
                      <a16:creationId xmlns:a16="http://schemas.microsoft.com/office/drawing/2014/main" id="{8696E071-CE8B-074B-A975-5F30DD9DE272}"/>
                    </a:ext>
                  </a:extLst>
                </p14:cNvPr>
                <p14:cNvContentPartPr/>
                <p14:nvPr/>
              </p14:nvContentPartPr>
              <p14:xfrm>
                <a:off x="8251718" y="5947024"/>
                <a:ext cx="96480" cy="162720"/>
              </p14:xfrm>
            </p:contentPart>
          </mc:Choice>
          <mc:Fallback xmlns="">
            <p:pic>
              <p:nvPicPr>
                <p:cNvPr id="658" name="Ink 657">
                  <a:extLst>
                    <a:ext uri="{FF2B5EF4-FFF2-40B4-BE49-F238E27FC236}">
                      <a16:creationId xmlns:a16="http://schemas.microsoft.com/office/drawing/2014/main" id="{8696E071-CE8B-074B-A975-5F30DD9DE272}"/>
                    </a:ext>
                  </a:extLst>
                </p:cNvPr>
                <p:cNvPicPr/>
                <p:nvPr/>
              </p:nvPicPr>
              <p:blipFill>
                <a:blip r:embed="rId907"/>
                <a:stretch>
                  <a:fillRect/>
                </a:stretch>
              </p:blipFill>
              <p:spPr>
                <a:xfrm>
                  <a:off x="8236238" y="5931544"/>
                  <a:ext cx="1270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8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19A2B94C-64F1-1E46-9EAB-F6BA46CDDC9D}"/>
                    </a:ext>
                  </a:extLst>
                </p14:cNvPr>
                <p14:cNvContentPartPr/>
                <p14:nvPr/>
              </p14:nvContentPartPr>
              <p14:xfrm>
                <a:off x="8382398" y="5898784"/>
                <a:ext cx="105840" cy="197280"/>
              </p14:xfrm>
            </p:contentPart>
          </mc:Choice>
          <mc:Fallback xmlns=""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19A2B94C-64F1-1E46-9EAB-F6BA46CDDC9D}"/>
                    </a:ext>
                  </a:extLst>
                </p:cNvPr>
                <p:cNvPicPr/>
                <p:nvPr/>
              </p:nvPicPr>
              <p:blipFill>
                <a:blip r:embed="rId909"/>
                <a:stretch>
                  <a:fillRect/>
                </a:stretch>
              </p:blipFill>
              <p:spPr>
                <a:xfrm>
                  <a:off x="8367278" y="5883664"/>
                  <a:ext cx="1364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0">
              <p14:nvContentPartPr>
                <p14:cNvPr id="660" name="Ink 659">
                  <a:extLst>
                    <a:ext uri="{FF2B5EF4-FFF2-40B4-BE49-F238E27FC236}">
                      <a16:creationId xmlns:a16="http://schemas.microsoft.com/office/drawing/2014/main" id="{35AEC8C4-D10D-464F-879E-AF27E83DCE3D}"/>
                    </a:ext>
                  </a:extLst>
                </p14:cNvPr>
                <p14:cNvContentPartPr/>
                <p14:nvPr/>
              </p14:nvContentPartPr>
              <p14:xfrm>
                <a:off x="8533598" y="5859184"/>
                <a:ext cx="58320" cy="112320"/>
              </p14:xfrm>
            </p:contentPart>
          </mc:Choice>
          <mc:Fallback xmlns="">
            <p:pic>
              <p:nvPicPr>
                <p:cNvPr id="660" name="Ink 659">
                  <a:extLst>
                    <a:ext uri="{FF2B5EF4-FFF2-40B4-BE49-F238E27FC236}">
                      <a16:creationId xmlns:a16="http://schemas.microsoft.com/office/drawing/2014/main" id="{35AEC8C4-D10D-464F-879E-AF27E83DCE3D}"/>
                    </a:ext>
                  </a:extLst>
                </p:cNvPr>
                <p:cNvPicPr/>
                <p:nvPr/>
              </p:nvPicPr>
              <p:blipFill>
                <a:blip r:embed="rId911"/>
                <a:stretch>
                  <a:fillRect/>
                </a:stretch>
              </p:blipFill>
              <p:spPr>
                <a:xfrm>
                  <a:off x="8518478" y="5844064"/>
                  <a:ext cx="88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2">
              <p14:nvContentPartPr>
                <p14:cNvPr id="662" name="Ink 661">
                  <a:extLst>
                    <a:ext uri="{FF2B5EF4-FFF2-40B4-BE49-F238E27FC236}">
                      <a16:creationId xmlns:a16="http://schemas.microsoft.com/office/drawing/2014/main" id="{633D091E-335E-C140-B8CA-D76C9D19E6F8}"/>
                    </a:ext>
                  </a:extLst>
                </p14:cNvPr>
                <p14:cNvContentPartPr/>
                <p14:nvPr/>
              </p14:nvContentPartPr>
              <p14:xfrm>
                <a:off x="7582118" y="6270304"/>
                <a:ext cx="193320" cy="169200"/>
              </p14:xfrm>
            </p:contentPart>
          </mc:Choice>
          <mc:Fallback xmlns="">
            <p:pic>
              <p:nvPicPr>
                <p:cNvPr id="662" name="Ink 661">
                  <a:extLst>
                    <a:ext uri="{FF2B5EF4-FFF2-40B4-BE49-F238E27FC236}">
                      <a16:creationId xmlns:a16="http://schemas.microsoft.com/office/drawing/2014/main" id="{633D091E-335E-C140-B8CA-D76C9D19E6F8}"/>
                    </a:ext>
                  </a:extLst>
                </p:cNvPr>
                <p:cNvPicPr/>
                <p:nvPr/>
              </p:nvPicPr>
              <p:blipFill>
                <a:blip r:embed="rId913"/>
                <a:stretch>
                  <a:fillRect/>
                </a:stretch>
              </p:blipFill>
              <p:spPr>
                <a:xfrm>
                  <a:off x="7566998" y="6254824"/>
                  <a:ext cx="2235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4">
              <p14:nvContentPartPr>
                <p14:cNvPr id="663" name="Ink 662">
                  <a:extLst>
                    <a:ext uri="{FF2B5EF4-FFF2-40B4-BE49-F238E27FC236}">
                      <a16:creationId xmlns:a16="http://schemas.microsoft.com/office/drawing/2014/main" id="{0DA1C4FD-D404-AC43-858F-B603384B7866}"/>
                    </a:ext>
                  </a:extLst>
                </p14:cNvPr>
                <p14:cNvContentPartPr/>
                <p14:nvPr/>
              </p14:nvContentPartPr>
              <p14:xfrm>
                <a:off x="7147958" y="6300904"/>
                <a:ext cx="234720" cy="201960"/>
              </p14:xfrm>
            </p:contentPart>
          </mc:Choice>
          <mc:Fallback xmlns="">
            <p:pic>
              <p:nvPicPr>
                <p:cNvPr id="663" name="Ink 662">
                  <a:extLst>
                    <a:ext uri="{FF2B5EF4-FFF2-40B4-BE49-F238E27FC236}">
                      <a16:creationId xmlns:a16="http://schemas.microsoft.com/office/drawing/2014/main" id="{0DA1C4FD-D404-AC43-858F-B603384B7866}"/>
                    </a:ext>
                  </a:extLst>
                </p:cNvPr>
                <p:cNvPicPr/>
                <p:nvPr/>
              </p:nvPicPr>
              <p:blipFill>
                <a:blip r:embed="rId915"/>
                <a:stretch>
                  <a:fillRect/>
                </a:stretch>
              </p:blipFill>
              <p:spPr>
                <a:xfrm>
                  <a:off x="7132478" y="6285424"/>
                  <a:ext cx="2653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6">
              <p14:nvContentPartPr>
                <p14:cNvPr id="664" name="Ink 663">
                  <a:extLst>
                    <a:ext uri="{FF2B5EF4-FFF2-40B4-BE49-F238E27FC236}">
                      <a16:creationId xmlns:a16="http://schemas.microsoft.com/office/drawing/2014/main" id="{CBF5F844-A664-4E4A-BDEA-8FE70AEEE16D}"/>
                    </a:ext>
                  </a:extLst>
                </p14:cNvPr>
                <p14:cNvContentPartPr/>
                <p14:nvPr/>
              </p14:nvContentPartPr>
              <p14:xfrm>
                <a:off x="7181078" y="6434104"/>
                <a:ext cx="91440" cy="41400"/>
              </p14:xfrm>
            </p:contentPart>
          </mc:Choice>
          <mc:Fallback xmlns=""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CBF5F844-A664-4E4A-BDEA-8FE70AEEE16D}"/>
                    </a:ext>
                  </a:extLst>
                </p:cNvPr>
                <p:cNvPicPr/>
                <p:nvPr/>
              </p:nvPicPr>
              <p:blipFill>
                <a:blip r:embed="rId917"/>
                <a:stretch>
                  <a:fillRect/>
                </a:stretch>
              </p:blipFill>
              <p:spPr>
                <a:xfrm>
                  <a:off x="7165958" y="6418984"/>
                  <a:ext cx="1220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8">
              <p14:nvContentPartPr>
                <p14:cNvPr id="667" name="Ink 666">
                  <a:extLst>
                    <a:ext uri="{FF2B5EF4-FFF2-40B4-BE49-F238E27FC236}">
                      <a16:creationId xmlns:a16="http://schemas.microsoft.com/office/drawing/2014/main" id="{31D19E6B-126E-5F4C-9101-10B2122403B0}"/>
                    </a:ext>
                  </a:extLst>
                </p14:cNvPr>
                <p14:cNvContentPartPr/>
                <p14:nvPr/>
              </p14:nvContentPartPr>
              <p14:xfrm>
                <a:off x="7089638" y="6146464"/>
                <a:ext cx="54360" cy="97560"/>
              </p14:xfrm>
            </p:contentPart>
          </mc:Choice>
          <mc:Fallback xmlns="">
            <p:pic>
              <p:nvPicPr>
                <p:cNvPr id="667" name="Ink 666">
                  <a:extLst>
                    <a:ext uri="{FF2B5EF4-FFF2-40B4-BE49-F238E27FC236}">
                      <a16:creationId xmlns:a16="http://schemas.microsoft.com/office/drawing/2014/main" id="{31D19E6B-126E-5F4C-9101-10B2122403B0}"/>
                    </a:ext>
                  </a:extLst>
                </p:cNvPr>
                <p:cNvPicPr/>
                <p:nvPr/>
              </p:nvPicPr>
              <p:blipFill>
                <a:blip r:embed="rId919"/>
                <a:stretch>
                  <a:fillRect/>
                </a:stretch>
              </p:blipFill>
              <p:spPr>
                <a:xfrm>
                  <a:off x="7074158" y="6131344"/>
                  <a:ext cx="846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0">
              <p14:nvContentPartPr>
                <p14:cNvPr id="668" name="Ink 667">
                  <a:extLst>
                    <a:ext uri="{FF2B5EF4-FFF2-40B4-BE49-F238E27FC236}">
                      <a16:creationId xmlns:a16="http://schemas.microsoft.com/office/drawing/2014/main" id="{48B03171-AC58-1843-80C9-4B20A53D40EE}"/>
                    </a:ext>
                  </a:extLst>
                </p14:cNvPr>
                <p14:cNvContentPartPr/>
                <p14:nvPr/>
              </p14:nvContentPartPr>
              <p14:xfrm>
                <a:off x="7181078" y="6130624"/>
                <a:ext cx="76680" cy="104040"/>
              </p14:xfrm>
            </p:contentPart>
          </mc:Choice>
          <mc:Fallback xmlns="">
            <p:pic>
              <p:nvPicPr>
                <p:cNvPr id="668" name="Ink 667">
                  <a:extLst>
                    <a:ext uri="{FF2B5EF4-FFF2-40B4-BE49-F238E27FC236}">
                      <a16:creationId xmlns:a16="http://schemas.microsoft.com/office/drawing/2014/main" id="{48B03171-AC58-1843-80C9-4B20A53D40EE}"/>
                    </a:ext>
                  </a:extLst>
                </p:cNvPr>
                <p:cNvPicPr/>
                <p:nvPr/>
              </p:nvPicPr>
              <p:blipFill>
                <a:blip r:embed="rId921"/>
                <a:stretch>
                  <a:fillRect/>
                </a:stretch>
              </p:blipFill>
              <p:spPr>
                <a:xfrm>
                  <a:off x="7165958" y="6115504"/>
                  <a:ext cx="1072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2">
              <p14:nvContentPartPr>
                <p14:cNvPr id="669" name="Ink 668">
                  <a:extLst>
                    <a:ext uri="{FF2B5EF4-FFF2-40B4-BE49-F238E27FC236}">
                      <a16:creationId xmlns:a16="http://schemas.microsoft.com/office/drawing/2014/main" id="{EF28D49C-745E-2A4F-A042-87707A8C98E1}"/>
                    </a:ext>
                  </a:extLst>
                </p14:cNvPr>
                <p14:cNvContentPartPr/>
                <p14:nvPr/>
              </p14:nvContentPartPr>
              <p14:xfrm>
                <a:off x="7291238" y="6133144"/>
                <a:ext cx="48960" cy="72720"/>
              </p14:xfrm>
            </p:contentPart>
          </mc:Choice>
          <mc:Fallback xmlns="">
            <p:pic>
              <p:nvPicPr>
                <p:cNvPr id="669" name="Ink 668">
                  <a:extLst>
                    <a:ext uri="{FF2B5EF4-FFF2-40B4-BE49-F238E27FC236}">
                      <a16:creationId xmlns:a16="http://schemas.microsoft.com/office/drawing/2014/main" id="{EF28D49C-745E-2A4F-A042-87707A8C98E1}"/>
                    </a:ext>
                  </a:extLst>
                </p:cNvPr>
                <p:cNvPicPr/>
                <p:nvPr/>
              </p:nvPicPr>
              <p:blipFill>
                <a:blip r:embed="rId923"/>
                <a:stretch>
                  <a:fillRect/>
                </a:stretch>
              </p:blipFill>
              <p:spPr>
                <a:xfrm>
                  <a:off x="7276118" y="6117664"/>
                  <a:ext cx="795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4">
              <p14:nvContentPartPr>
                <p14:cNvPr id="670" name="Ink 669">
                  <a:extLst>
                    <a:ext uri="{FF2B5EF4-FFF2-40B4-BE49-F238E27FC236}">
                      <a16:creationId xmlns:a16="http://schemas.microsoft.com/office/drawing/2014/main" id="{9E1D9E4C-E669-294D-A6E2-A8C43ED6ACDA}"/>
                    </a:ext>
                  </a:extLst>
                </p14:cNvPr>
                <p14:cNvContentPartPr/>
                <p14:nvPr/>
              </p14:nvContentPartPr>
              <p14:xfrm>
                <a:off x="7359638" y="6121984"/>
                <a:ext cx="29160" cy="84240"/>
              </p14:xfrm>
            </p:contentPart>
          </mc:Choice>
          <mc:Fallback xmlns="">
            <p:pic>
              <p:nvPicPr>
                <p:cNvPr id="670" name="Ink 669">
                  <a:extLst>
                    <a:ext uri="{FF2B5EF4-FFF2-40B4-BE49-F238E27FC236}">
                      <a16:creationId xmlns:a16="http://schemas.microsoft.com/office/drawing/2014/main" id="{9E1D9E4C-E669-294D-A6E2-A8C43ED6ACDA}"/>
                    </a:ext>
                  </a:extLst>
                </p:cNvPr>
                <p:cNvPicPr/>
                <p:nvPr/>
              </p:nvPicPr>
              <p:blipFill>
                <a:blip r:embed="rId925"/>
                <a:stretch>
                  <a:fillRect/>
                </a:stretch>
              </p:blipFill>
              <p:spPr>
                <a:xfrm>
                  <a:off x="7344518" y="6106504"/>
                  <a:ext cx="597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6">
              <p14:nvContentPartPr>
                <p14:cNvPr id="671" name="Ink 670">
                  <a:extLst>
                    <a:ext uri="{FF2B5EF4-FFF2-40B4-BE49-F238E27FC236}">
                      <a16:creationId xmlns:a16="http://schemas.microsoft.com/office/drawing/2014/main" id="{9A17BDFD-7280-2E42-B41F-AF36B2D5C66E}"/>
                    </a:ext>
                  </a:extLst>
                </p14:cNvPr>
                <p14:cNvContentPartPr/>
                <p14:nvPr/>
              </p14:nvContentPartPr>
              <p14:xfrm>
                <a:off x="7363238" y="6126664"/>
                <a:ext cx="7920" cy="6840"/>
              </p14:xfrm>
            </p:contentPart>
          </mc:Choice>
          <mc:Fallback xmlns=""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9A17BDFD-7280-2E42-B41F-AF36B2D5C66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47758" y="6111184"/>
                  <a:ext cx="38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7">
              <p14:nvContentPartPr>
                <p14:cNvPr id="672" name="Ink 671">
                  <a:extLst>
                    <a:ext uri="{FF2B5EF4-FFF2-40B4-BE49-F238E27FC236}">
                      <a16:creationId xmlns:a16="http://schemas.microsoft.com/office/drawing/2014/main" id="{41865B26-C049-1343-B411-00B58E6CD9EA}"/>
                    </a:ext>
                  </a:extLst>
                </p14:cNvPr>
                <p14:cNvContentPartPr/>
                <p14:nvPr/>
              </p14:nvContentPartPr>
              <p14:xfrm>
                <a:off x="7381958" y="5999224"/>
                <a:ext cx="68040" cy="189000"/>
              </p14:xfrm>
            </p:contentPart>
          </mc:Choice>
          <mc:Fallback xmlns=""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41865B26-C049-1343-B411-00B58E6CD9EA}"/>
                    </a:ext>
                  </a:extLst>
                </p:cNvPr>
                <p:cNvPicPr/>
                <p:nvPr/>
              </p:nvPicPr>
              <p:blipFill>
                <a:blip r:embed="rId928"/>
                <a:stretch>
                  <a:fillRect/>
                </a:stretch>
              </p:blipFill>
              <p:spPr>
                <a:xfrm>
                  <a:off x="7366838" y="5984104"/>
                  <a:ext cx="986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9">
              <p14:nvContentPartPr>
                <p14:cNvPr id="674" name="Ink 673">
                  <a:extLst>
                    <a:ext uri="{FF2B5EF4-FFF2-40B4-BE49-F238E27FC236}">
                      <a16:creationId xmlns:a16="http://schemas.microsoft.com/office/drawing/2014/main" id="{9C0E8250-CE81-3843-A106-7834F19940D5}"/>
                    </a:ext>
                  </a:extLst>
                </p14:cNvPr>
                <p14:cNvContentPartPr/>
                <p14:nvPr/>
              </p14:nvContentPartPr>
              <p14:xfrm>
                <a:off x="6992438" y="6290104"/>
                <a:ext cx="22680" cy="45720"/>
              </p14:xfrm>
            </p:contentPart>
          </mc:Choice>
          <mc:Fallback xmlns="">
            <p:pic>
              <p:nvPicPr>
                <p:cNvPr id="674" name="Ink 673">
                  <a:extLst>
                    <a:ext uri="{FF2B5EF4-FFF2-40B4-BE49-F238E27FC236}">
                      <a16:creationId xmlns:a16="http://schemas.microsoft.com/office/drawing/2014/main" id="{9C0E8250-CE81-3843-A106-7834F19940D5}"/>
                    </a:ext>
                  </a:extLst>
                </p:cNvPr>
                <p:cNvPicPr/>
                <p:nvPr/>
              </p:nvPicPr>
              <p:blipFill>
                <a:blip r:embed="rId930"/>
                <a:stretch>
                  <a:fillRect/>
                </a:stretch>
              </p:blipFill>
              <p:spPr>
                <a:xfrm>
                  <a:off x="6976958" y="6274984"/>
                  <a:ext cx="52920" cy="7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31">
            <p14:nvContentPartPr>
              <p14:cNvPr id="676" name="Ink 675">
                <a:extLst>
                  <a:ext uri="{FF2B5EF4-FFF2-40B4-BE49-F238E27FC236}">
                    <a16:creationId xmlns:a16="http://schemas.microsoft.com/office/drawing/2014/main" id="{A7C4CBF1-7D4F-D740-9131-7F9395642E98}"/>
                  </a:ext>
                </a:extLst>
              </p14:cNvPr>
              <p14:cNvContentPartPr/>
              <p14:nvPr/>
            </p14:nvContentPartPr>
            <p14:xfrm>
              <a:off x="6552878" y="6384424"/>
              <a:ext cx="357480" cy="153720"/>
            </p14:xfrm>
          </p:contentPart>
        </mc:Choice>
        <mc:Fallback xmlns="">
          <p:pic>
            <p:nvPicPr>
              <p:cNvPr id="676" name="Ink 675">
                <a:extLst>
                  <a:ext uri="{FF2B5EF4-FFF2-40B4-BE49-F238E27FC236}">
                    <a16:creationId xmlns:a16="http://schemas.microsoft.com/office/drawing/2014/main" id="{A7C4CBF1-7D4F-D740-9131-7F9395642E98}"/>
                  </a:ext>
                </a:extLst>
              </p:cNvPr>
              <p:cNvPicPr/>
              <p:nvPr/>
            </p:nvPicPr>
            <p:blipFill>
              <a:blip r:embed="rId932"/>
              <a:stretch>
                <a:fillRect/>
              </a:stretch>
            </p:blipFill>
            <p:spPr>
              <a:xfrm>
                <a:off x="6537758" y="6368944"/>
                <a:ext cx="388080" cy="18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05" name="Group 704">
            <a:extLst>
              <a:ext uri="{FF2B5EF4-FFF2-40B4-BE49-F238E27FC236}">
                <a16:creationId xmlns:a16="http://schemas.microsoft.com/office/drawing/2014/main" id="{715FDC21-6B87-AB44-80C5-42EC178DC43C}"/>
              </a:ext>
            </a:extLst>
          </p:cNvPr>
          <p:cNvGrpSpPr/>
          <p:nvPr/>
        </p:nvGrpSpPr>
        <p:grpSpPr>
          <a:xfrm>
            <a:off x="5319878" y="6144304"/>
            <a:ext cx="858240" cy="198000"/>
            <a:chOff x="5319878" y="6144304"/>
            <a:chExt cx="858240" cy="1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3">
              <p14:nvContentPartPr>
                <p14:cNvPr id="695" name="Ink 694">
                  <a:extLst>
                    <a:ext uri="{FF2B5EF4-FFF2-40B4-BE49-F238E27FC236}">
                      <a16:creationId xmlns:a16="http://schemas.microsoft.com/office/drawing/2014/main" id="{7B94C709-3379-F046-B217-26BDD0A1DFF7}"/>
                    </a:ext>
                  </a:extLst>
                </p14:cNvPr>
                <p14:cNvContentPartPr/>
                <p14:nvPr/>
              </p14:nvContentPartPr>
              <p14:xfrm>
                <a:off x="5319878" y="6192904"/>
                <a:ext cx="97560" cy="149400"/>
              </p14:xfrm>
            </p:contentPart>
          </mc:Choice>
          <mc:Fallback xmlns="">
            <p:pic>
              <p:nvPicPr>
                <p:cNvPr id="695" name="Ink 694">
                  <a:extLst>
                    <a:ext uri="{FF2B5EF4-FFF2-40B4-BE49-F238E27FC236}">
                      <a16:creationId xmlns:a16="http://schemas.microsoft.com/office/drawing/2014/main" id="{7B94C709-3379-F046-B217-26BDD0A1DFF7}"/>
                    </a:ext>
                  </a:extLst>
                </p:cNvPr>
                <p:cNvPicPr/>
                <p:nvPr/>
              </p:nvPicPr>
              <p:blipFill>
                <a:blip r:embed="rId934"/>
                <a:stretch>
                  <a:fillRect/>
                </a:stretch>
              </p:blipFill>
              <p:spPr>
                <a:xfrm>
                  <a:off x="5304758" y="6177784"/>
                  <a:ext cx="1281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5">
              <p14:nvContentPartPr>
                <p14:cNvPr id="696" name="Ink 695">
                  <a:extLst>
                    <a:ext uri="{FF2B5EF4-FFF2-40B4-BE49-F238E27FC236}">
                      <a16:creationId xmlns:a16="http://schemas.microsoft.com/office/drawing/2014/main" id="{B14806D6-B7F9-9F4D-9F47-4A24F070D6E5}"/>
                    </a:ext>
                  </a:extLst>
                </p14:cNvPr>
                <p14:cNvContentPartPr/>
                <p14:nvPr/>
              </p14:nvContentPartPr>
              <p14:xfrm>
                <a:off x="5430398" y="6208024"/>
                <a:ext cx="79920" cy="118800"/>
              </p14:xfrm>
            </p:contentPart>
          </mc:Choice>
          <mc:Fallback xmlns="">
            <p:pic>
              <p:nvPicPr>
                <p:cNvPr id="696" name="Ink 695">
                  <a:extLst>
                    <a:ext uri="{FF2B5EF4-FFF2-40B4-BE49-F238E27FC236}">
                      <a16:creationId xmlns:a16="http://schemas.microsoft.com/office/drawing/2014/main" id="{B14806D6-B7F9-9F4D-9F47-4A24F070D6E5}"/>
                    </a:ext>
                  </a:extLst>
                </p:cNvPr>
                <p:cNvPicPr/>
                <p:nvPr/>
              </p:nvPicPr>
              <p:blipFill>
                <a:blip r:embed="rId936"/>
                <a:stretch>
                  <a:fillRect/>
                </a:stretch>
              </p:blipFill>
              <p:spPr>
                <a:xfrm>
                  <a:off x="5415278" y="6192544"/>
                  <a:ext cx="1105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7">
              <p14:nvContentPartPr>
                <p14:cNvPr id="697" name="Ink 696">
                  <a:extLst>
                    <a:ext uri="{FF2B5EF4-FFF2-40B4-BE49-F238E27FC236}">
                      <a16:creationId xmlns:a16="http://schemas.microsoft.com/office/drawing/2014/main" id="{10D90F0B-24E0-7840-9E25-9EA7F40C0023}"/>
                    </a:ext>
                  </a:extLst>
                </p14:cNvPr>
                <p14:cNvContentPartPr/>
                <p14:nvPr/>
              </p14:nvContentPartPr>
              <p14:xfrm>
                <a:off x="5541998" y="6210904"/>
                <a:ext cx="50040" cy="102960"/>
              </p14:xfrm>
            </p:contentPart>
          </mc:Choice>
          <mc:Fallback xmlns="">
            <p:pic>
              <p:nvPicPr>
                <p:cNvPr id="697" name="Ink 696">
                  <a:extLst>
                    <a:ext uri="{FF2B5EF4-FFF2-40B4-BE49-F238E27FC236}">
                      <a16:creationId xmlns:a16="http://schemas.microsoft.com/office/drawing/2014/main" id="{10D90F0B-24E0-7840-9E25-9EA7F40C0023}"/>
                    </a:ext>
                  </a:extLst>
                </p:cNvPr>
                <p:cNvPicPr/>
                <p:nvPr/>
              </p:nvPicPr>
              <p:blipFill>
                <a:blip r:embed="rId938"/>
                <a:stretch>
                  <a:fillRect/>
                </a:stretch>
              </p:blipFill>
              <p:spPr>
                <a:xfrm>
                  <a:off x="5526878" y="6195784"/>
                  <a:ext cx="802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9">
              <p14:nvContentPartPr>
                <p14:cNvPr id="698" name="Ink 697">
                  <a:extLst>
                    <a:ext uri="{FF2B5EF4-FFF2-40B4-BE49-F238E27FC236}">
                      <a16:creationId xmlns:a16="http://schemas.microsoft.com/office/drawing/2014/main" id="{F8D761DD-5709-4545-855E-0BC2B2FEAB77}"/>
                    </a:ext>
                  </a:extLst>
                </p14:cNvPr>
                <p14:cNvContentPartPr/>
                <p14:nvPr/>
              </p14:nvContentPartPr>
              <p14:xfrm>
                <a:off x="5635958" y="6193984"/>
                <a:ext cx="87120" cy="137880"/>
              </p14:xfrm>
            </p:contentPart>
          </mc:Choice>
          <mc:Fallback xmlns="">
            <p:pic>
              <p:nvPicPr>
                <p:cNvPr id="698" name="Ink 697">
                  <a:extLst>
                    <a:ext uri="{FF2B5EF4-FFF2-40B4-BE49-F238E27FC236}">
                      <a16:creationId xmlns:a16="http://schemas.microsoft.com/office/drawing/2014/main" id="{F8D761DD-5709-4545-855E-0BC2B2FEAB77}"/>
                    </a:ext>
                  </a:extLst>
                </p:cNvPr>
                <p:cNvPicPr/>
                <p:nvPr/>
              </p:nvPicPr>
              <p:blipFill>
                <a:blip r:embed="rId940"/>
                <a:stretch>
                  <a:fillRect/>
                </a:stretch>
              </p:blipFill>
              <p:spPr>
                <a:xfrm>
                  <a:off x="5620478" y="6178864"/>
                  <a:ext cx="1173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1">
              <p14:nvContentPartPr>
                <p14:cNvPr id="699" name="Ink 698">
                  <a:extLst>
                    <a:ext uri="{FF2B5EF4-FFF2-40B4-BE49-F238E27FC236}">
                      <a16:creationId xmlns:a16="http://schemas.microsoft.com/office/drawing/2014/main" id="{8D4DA4FB-A4CA-014C-A4EB-D735F173C3EA}"/>
                    </a:ext>
                  </a:extLst>
                </p14:cNvPr>
                <p14:cNvContentPartPr/>
                <p14:nvPr/>
              </p14:nvContentPartPr>
              <p14:xfrm>
                <a:off x="5747918" y="6226024"/>
                <a:ext cx="97560" cy="102600"/>
              </p14:xfrm>
            </p:contentPart>
          </mc:Choice>
          <mc:Fallback xmlns=""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8D4DA4FB-A4CA-014C-A4EB-D735F173C3EA}"/>
                    </a:ext>
                  </a:extLst>
                </p:cNvPr>
                <p:cNvPicPr/>
                <p:nvPr/>
              </p:nvPicPr>
              <p:blipFill>
                <a:blip r:embed="rId942"/>
                <a:stretch>
                  <a:fillRect/>
                </a:stretch>
              </p:blipFill>
              <p:spPr>
                <a:xfrm>
                  <a:off x="5732438" y="6210544"/>
                  <a:ext cx="1281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3">
              <p14:nvContentPartPr>
                <p14:cNvPr id="700" name="Ink 699">
                  <a:extLst>
                    <a:ext uri="{FF2B5EF4-FFF2-40B4-BE49-F238E27FC236}">
                      <a16:creationId xmlns:a16="http://schemas.microsoft.com/office/drawing/2014/main" id="{BC9D6EB8-61F5-4548-8D65-8C6B9A34901C}"/>
                    </a:ext>
                  </a:extLst>
                </p14:cNvPr>
                <p14:cNvContentPartPr/>
                <p14:nvPr/>
              </p14:nvContentPartPr>
              <p14:xfrm>
                <a:off x="5854118" y="6204784"/>
                <a:ext cx="3960" cy="113400"/>
              </p14:xfrm>
            </p:contentPart>
          </mc:Choice>
          <mc:Fallback xmlns="">
            <p:pic>
              <p:nvPicPr>
                <p:cNvPr id="700" name="Ink 699">
                  <a:extLst>
                    <a:ext uri="{FF2B5EF4-FFF2-40B4-BE49-F238E27FC236}">
                      <a16:creationId xmlns:a16="http://schemas.microsoft.com/office/drawing/2014/main" id="{BC9D6EB8-61F5-4548-8D65-8C6B9A34901C}"/>
                    </a:ext>
                  </a:extLst>
                </p:cNvPr>
                <p:cNvPicPr/>
                <p:nvPr/>
              </p:nvPicPr>
              <p:blipFill>
                <a:blip r:embed="rId944"/>
                <a:stretch>
                  <a:fillRect/>
                </a:stretch>
              </p:blipFill>
              <p:spPr>
                <a:xfrm>
                  <a:off x="5838998" y="6189304"/>
                  <a:ext cx="342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5">
              <p14:nvContentPartPr>
                <p14:cNvPr id="701" name="Ink 700">
                  <a:extLst>
                    <a:ext uri="{FF2B5EF4-FFF2-40B4-BE49-F238E27FC236}">
                      <a16:creationId xmlns:a16="http://schemas.microsoft.com/office/drawing/2014/main" id="{C8D5E81A-9377-3740-B937-D3161063301A}"/>
                    </a:ext>
                  </a:extLst>
                </p14:cNvPr>
                <p14:cNvContentPartPr/>
                <p14:nvPr/>
              </p14:nvContentPartPr>
              <p14:xfrm>
                <a:off x="5915678" y="6221704"/>
                <a:ext cx="22680" cy="109080"/>
              </p14:xfrm>
            </p:contentPart>
          </mc:Choice>
          <mc:Fallback xmlns="">
            <p:pic>
              <p:nvPicPr>
                <p:cNvPr id="701" name="Ink 700">
                  <a:extLst>
                    <a:ext uri="{FF2B5EF4-FFF2-40B4-BE49-F238E27FC236}">
                      <a16:creationId xmlns:a16="http://schemas.microsoft.com/office/drawing/2014/main" id="{C8D5E81A-9377-3740-B937-D3161063301A}"/>
                    </a:ext>
                  </a:extLst>
                </p:cNvPr>
                <p:cNvPicPr/>
                <p:nvPr/>
              </p:nvPicPr>
              <p:blipFill>
                <a:blip r:embed="rId946"/>
                <a:stretch>
                  <a:fillRect/>
                </a:stretch>
              </p:blipFill>
              <p:spPr>
                <a:xfrm>
                  <a:off x="5900558" y="6206224"/>
                  <a:ext cx="529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7">
              <p14:nvContentPartPr>
                <p14:cNvPr id="702" name="Ink 701">
                  <a:extLst>
                    <a:ext uri="{FF2B5EF4-FFF2-40B4-BE49-F238E27FC236}">
                      <a16:creationId xmlns:a16="http://schemas.microsoft.com/office/drawing/2014/main" id="{3B8875A4-B6DE-E747-B390-9EC432C3A877}"/>
                    </a:ext>
                  </a:extLst>
                </p14:cNvPr>
                <p14:cNvContentPartPr/>
                <p14:nvPr/>
              </p14:nvContentPartPr>
              <p14:xfrm>
                <a:off x="5937998" y="6144304"/>
                <a:ext cx="5760" cy="3960"/>
              </p14:xfrm>
            </p:contentPart>
          </mc:Choice>
          <mc:Fallback xmlns="">
            <p:pic>
              <p:nvPicPr>
                <p:cNvPr id="702" name="Ink 701">
                  <a:extLst>
                    <a:ext uri="{FF2B5EF4-FFF2-40B4-BE49-F238E27FC236}">
                      <a16:creationId xmlns:a16="http://schemas.microsoft.com/office/drawing/2014/main" id="{3B8875A4-B6DE-E747-B390-9EC432C3A87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22878" y="6128824"/>
                  <a:ext cx="363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8">
              <p14:nvContentPartPr>
                <p14:cNvPr id="703" name="Ink 702">
                  <a:extLst>
                    <a:ext uri="{FF2B5EF4-FFF2-40B4-BE49-F238E27FC236}">
                      <a16:creationId xmlns:a16="http://schemas.microsoft.com/office/drawing/2014/main" id="{C3E19902-D467-E344-A8EB-C5D411A8AD1E}"/>
                    </a:ext>
                  </a:extLst>
                </p14:cNvPr>
                <p14:cNvContentPartPr/>
                <p14:nvPr/>
              </p14:nvContentPartPr>
              <p14:xfrm>
                <a:off x="5982278" y="6245824"/>
                <a:ext cx="63720" cy="92520"/>
              </p14:xfrm>
            </p:contentPart>
          </mc:Choice>
          <mc:Fallback xmlns="">
            <p:pic>
              <p:nvPicPr>
                <p:cNvPr id="703" name="Ink 702">
                  <a:extLst>
                    <a:ext uri="{FF2B5EF4-FFF2-40B4-BE49-F238E27FC236}">
                      <a16:creationId xmlns:a16="http://schemas.microsoft.com/office/drawing/2014/main" id="{C3E19902-D467-E344-A8EB-C5D411A8AD1E}"/>
                    </a:ext>
                  </a:extLst>
                </p:cNvPr>
                <p:cNvPicPr/>
                <p:nvPr/>
              </p:nvPicPr>
              <p:blipFill>
                <a:blip r:embed="rId949"/>
                <a:stretch>
                  <a:fillRect/>
                </a:stretch>
              </p:blipFill>
              <p:spPr>
                <a:xfrm>
                  <a:off x="5967158" y="6230344"/>
                  <a:ext cx="943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0">
              <p14:nvContentPartPr>
                <p14:cNvPr id="704" name="Ink 703">
                  <a:extLst>
                    <a:ext uri="{FF2B5EF4-FFF2-40B4-BE49-F238E27FC236}">
                      <a16:creationId xmlns:a16="http://schemas.microsoft.com/office/drawing/2014/main" id="{ED32DB6A-C509-8544-8EAF-D7335375087E}"/>
                    </a:ext>
                  </a:extLst>
                </p14:cNvPr>
                <p14:cNvContentPartPr/>
                <p14:nvPr/>
              </p14:nvContentPartPr>
              <p14:xfrm>
                <a:off x="6092078" y="6224584"/>
                <a:ext cx="86040" cy="110160"/>
              </p14:xfrm>
            </p:contentPart>
          </mc:Choice>
          <mc:Fallback xmlns=""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ED32DB6A-C509-8544-8EAF-D7335375087E}"/>
                    </a:ext>
                  </a:extLst>
                </p:cNvPr>
                <p:cNvPicPr/>
                <p:nvPr/>
              </p:nvPicPr>
              <p:blipFill>
                <a:blip r:embed="rId951"/>
                <a:stretch>
                  <a:fillRect/>
                </a:stretch>
              </p:blipFill>
              <p:spPr>
                <a:xfrm>
                  <a:off x="6076958" y="6209464"/>
                  <a:ext cx="11628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9" name="Group 708">
            <a:extLst>
              <a:ext uri="{FF2B5EF4-FFF2-40B4-BE49-F238E27FC236}">
                <a16:creationId xmlns:a16="http://schemas.microsoft.com/office/drawing/2014/main" id="{6B02FD49-1402-5647-8F5C-A63748323F76}"/>
              </a:ext>
            </a:extLst>
          </p:cNvPr>
          <p:cNvGrpSpPr/>
          <p:nvPr/>
        </p:nvGrpSpPr>
        <p:grpSpPr>
          <a:xfrm>
            <a:off x="6269558" y="5761984"/>
            <a:ext cx="551880" cy="609120"/>
            <a:chOff x="6269558" y="5761984"/>
            <a:chExt cx="551880" cy="60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2">
              <p14:nvContentPartPr>
                <p14:cNvPr id="677" name="Ink 676">
                  <a:extLst>
                    <a:ext uri="{FF2B5EF4-FFF2-40B4-BE49-F238E27FC236}">
                      <a16:creationId xmlns:a16="http://schemas.microsoft.com/office/drawing/2014/main" id="{A174778E-79C7-E145-932A-3D2728D1B7C8}"/>
                    </a:ext>
                  </a:extLst>
                </p14:cNvPr>
                <p14:cNvContentPartPr/>
                <p14:nvPr/>
              </p14:nvContentPartPr>
              <p14:xfrm>
                <a:off x="6269558" y="6110824"/>
                <a:ext cx="135720" cy="260280"/>
              </p14:xfrm>
            </p:contentPart>
          </mc:Choice>
          <mc:Fallback xmlns="">
            <p:pic>
              <p:nvPicPr>
                <p:cNvPr id="677" name="Ink 676">
                  <a:extLst>
                    <a:ext uri="{FF2B5EF4-FFF2-40B4-BE49-F238E27FC236}">
                      <a16:creationId xmlns:a16="http://schemas.microsoft.com/office/drawing/2014/main" id="{A174778E-79C7-E145-932A-3D2728D1B7C8}"/>
                    </a:ext>
                  </a:extLst>
                </p:cNvPr>
                <p:cNvPicPr/>
                <p:nvPr/>
              </p:nvPicPr>
              <p:blipFill>
                <a:blip r:embed="rId953"/>
                <a:stretch>
                  <a:fillRect/>
                </a:stretch>
              </p:blipFill>
              <p:spPr>
                <a:xfrm>
                  <a:off x="6254438" y="6095344"/>
                  <a:ext cx="1659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4">
              <p14:nvContentPartPr>
                <p14:cNvPr id="678" name="Ink 677">
                  <a:extLst>
                    <a:ext uri="{FF2B5EF4-FFF2-40B4-BE49-F238E27FC236}">
                      <a16:creationId xmlns:a16="http://schemas.microsoft.com/office/drawing/2014/main" id="{3CB95626-C558-3243-964F-5023BC1CA090}"/>
                    </a:ext>
                  </a:extLst>
                </p14:cNvPr>
                <p14:cNvContentPartPr/>
                <p14:nvPr/>
              </p14:nvContentPartPr>
              <p14:xfrm>
                <a:off x="6474758" y="6106504"/>
                <a:ext cx="71280" cy="76320"/>
              </p14:xfrm>
            </p:contentPart>
          </mc:Choice>
          <mc:Fallback xmlns="">
            <p:pic>
              <p:nvPicPr>
                <p:cNvPr id="678" name="Ink 677">
                  <a:extLst>
                    <a:ext uri="{FF2B5EF4-FFF2-40B4-BE49-F238E27FC236}">
                      <a16:creationId xmlns:a16="http://schemas.microsoft.com/office/drawing/2014/main" id="{3CB95626-C558-3243-964F-5023BC1CA090}"/>
                    </a:ext>
                  </a:extLst>
                </p:cNvPr>
                <p:cNvPicPr/>
                <p:nvPr/>
              </p:nvPicPr>
              <p:blipFill>
                <a:blip r:embed="rId955"/>
                <a:stretch>
                  <a:fillRect/>
                </a:stretch>
              </p:blipFill>
              <p:spPr>
                <a:xfrm>
                  <a:off x="6459278" y="6091024"/>
                  <a:ext cx="1015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6">
              <p14:nvContentPartPr>
                <p14:cNvPr id="679" name="Ink 678">
                  <a:extLst>
                    <a:ext uri="{FF2B5EF4-FFF2-40B4-BE49-F238E27FC236}">
                      <a16:creationId xmlns:a16="http://schemas.microsoft.com/office/drawing/2014/main" id="{4D1EAE76-D9D2-AB47-B7B6-F6A80F7C4509}"/>
                    </a:ext>
                  </a:extLst>
                </p14:cNvPr>
                <p14:cNvContentPartPr/>
                <p14:nvPr/>
              </p14:nvContentPartPr>
              <p14:xfrm>
                <a:off x="6530558" y="6168784"/>
                <a:ext cx="136800" cy="150120"/>
              </p14:xfrm>
            </p:contentPart>
          </mc:Choice>
          <mc:Fallback xmlns="">
            <p:pic>
              <p:nvPicPr>
                <p:cNvPr id="679" name="Ink 678">
                  <a:extLst>
                    <a:ext uri="{FF2B5EF4-FFF2-40B4-BE49-F238E27FC236}">
                      <a16:creationId xmlns:a16="http://schemas.microsoft.com/office/drawing/2014/main" id="{4D1EAE76-D9D2-AB47-B7B6-F6A80F7C4509}"/>
                    </a:ext>
                  </a:extLst>
                </p:cNvPr>
                <p:cNvPicPr/>
                <p:nvPr/>
              </p:nvPicPr>
              <p:blipFill>
                <a:blip r:embed="rId957"/>
                <a:stretch>
                  <a:fillRect/>
                </a:stretch>
              </p:blipFill>
              <p:spPr>
                <a:xfrm>
                  <a:off x="6515438" y="6153664"/>
                  <a:ext cx="1670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8">
              <p14:nvContentPartPr>
                <p14:cNvPr id="708" name="Ink 707">
                  <a:extLst>
                    <a:ext uri="{FF2B5EF4-FFF2-40B4-BE49-F238E27FC236}">
                      <a16:creationId xmlns:a16="http://schemas.microsoft.com/office/drawing/2014/main" id="{3E084835-4340-B14D-A835-02F39899510A}"/>
                    </a:ext>
                  </a:extLst>
                </p14:cNvPr>
                <p14:cNvContentPartPr/>
                <p14:nvPr/>
              </p14:nvContentPartPr>
              <p14:xfrm>
                <a:off x="6545318" y="5761984"/>
                <a:ext cx="276120" cy="281880"/>
              </p14:xfrm>
            </p:contentPart>
          </mc:Choice>
          <mc:Fallback xmlns="">
            <p:pic>
              <p:nvPicPr>
                <p:cNvPr id="708" name="Ink 707">
                  <a:extLst>
                    <a:ext uri="{FF2B5EF4-FFF2-40B4-BE49-F238E27FC236}">
                      <a16:creationId xmlns:a16="http://schemas.microsoft.com/office/drawing/2014/main" id="{3E084835-4340-B14D-A835-02F39899510A}"/>
                    </a:ext>
                  </a:extLst>
                </p:cNvPr>
                <p:cNvPicPr/>
                <p:nvPr/>
              </p:nvPicPr>
              <p:blipFill>
                <a:blip r:embed="rId959"/>
                <a:stretch>
                  <a:fillRect/>
                </a:stretch>
              </p:blipFill>
              <p:spPr>
                <a:xfrm>
                  <a:off x="6530198" y="5746864"/>
                  <a:ext cx="306720" cy="31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8" name="Group 797">
            <a:extLst>
              <a:ext uri="{FF2B5EF4-FFF2-40B4-BE49-F238E27FC236}">
                <a16:creationId xmlns:a16="http://schemas.microsoft.com/office/drawing/2014/main" id="{5E92B5E9-6D78-AB46-8FD5-32ABAAECCA2C}"/>
              </a:ext>
            </a:extLst>
          </p:cNvPr>
          <p:cNvGrpSpPr/>
          <p:nvPr/>
        </p:nvGrpSpPr>
        <p:grpSpPr>
          <a:xfrm>
            <a:off x="9215078" y="1592824"/>
            <a:ext cx="2635200" cy="1486080"/>
            <a:chOff x="9215078" y="1592824"/>
            <a:chExt cx="2635200" cy="148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0">
              <p14:nvContentPartPr>
                <p14:cNvPr id="710" name="Ink 709">
                  <a:extLst>
                    <a:ext uri="{FF2B5EF4-FFF2-40B4-BE49-F238E27FC236}">
                      <a16:creationId xmlns:a16="http://schemas.microsoft.com/office/drawing/2014/main" id="{F9C29900-04FB-D243-BC66-37CCC302DA91}"/>
                    </a:ext>
                  </a:extLst>
                </p14:cNvPr>
                <p14:cNvContentPartPr/>
                <p14:nvPr/>
              </p14:nvContentPartPr>
              <p14:xfrm>
                <a:off x="9215078" y="1755184"/>
                <a:ext cx="124920" cy="183240"/>
              </p14:xfrm>
            </p:contentPart>
          </mc:Choice>
          <mc:Fallback xmlns="">
            <p:pic>
              <p:nvPicPr>
                <p:cNvPr id="710" name="Ink 709">
                  <a:extLst>
                    <a:ext uri="{FF2B5EF4-FFF2-40B4-BE49-F238E27FC236}">
                      <a16:creationId xmlns:a16="http://schemas.microsoft.com/office/drawing/2014/main" id="{F9C29900-04FB-D243-BC66-37CCC302DA91}"/>
                    </a:ext>
                  </a:extLst>
                </p:cNvPr>
                <p:cNvPicPr/>
                <p:nvPr/>
              </p:nvPicPr>
              <p:blipFill>
                <a:blip r:embed="rId961"/>
                <a:stretch>
                  <a:fillRect/>
                </a:stretch>
              </p:blipFill>
              <p:spPr>
                <a:xfrm>
                  <a:off x="9199958" y="1739704"/>
                  <a:ext cx="1555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2">
              <p14:nvContentPartPr>
                <p14:cNvPr id="711" name="Ink 710">
                  <a:extLst>
                    <a:ext uri="{FF2B5EF4-FFF2-40B4-BE49-F238E27FC236}">
                      <a16:creationId xmlns:a16="http://schemas.microsoft.com/office/drawing/2014/main" id="{62FFFCD3-5622-4F4C-A3DE-4818F2ED8B77}"/>
                    </a:ext>
                  </a:extLst>
                </p14:cNvPr>
                <p14:cNvContentPartPr/>
                <p14:nvPr/>
              </p14:nvContentPartPr>
              <p14:xfrm>
                <a:off x="9419918" y="1774984"/>
                <a:ext cx="79560" cy="149400"/>
              </p14:xfrm>
            </p:contentPart>
          </mc:Choice>
          <mc:Fallback xmlns="">
            <p:pic>
              <p:nvPicPr>
                <p:cNvPr id="711" name="Ink 710">
                  <a:extLst>
                    <a:ext uri="{FF2B5EF4-FFF2-40B4-BE49-F238E27FC236}">
                      <a16:creationId xmlns:a16="http://schemas.microsoft.com/office/drawing/2014/main" id="{62FFFCD3-5622-4F4C-A3DE-4818F2ED8B77}"/>
                    </a:ext>
                  </a:extLst>
                </p:cNvPr>
                <p:cNvPicPr/>
                <p:nvPr/>
              </p:nvPicPr>
              <p:blipFill>
                <a:blip r:embed="rId963"/>
                <a:stretch>
                  <a:fillRect/>
                </a:stretch>
              </p:blipFill>
              <p:spPr>
                <a:xfrm>
                  <a:off x="9404798" y="1759864"/>
                  <a:ext cx="1101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4">
              <p14:nvContentPartPr>
                <p14:cNvPr id="712" name="Ink 711">
                  <a:extLst>
                    <a:ext uri="{FF2B5EF4-FFF2-40B4-BE49-F238E27FC236}">
                      <a16:creationId xmlns:a16="http://schemas.microsoft.com/office/drawing/2014/main" id="{5C2814DB-05F6-A841-8722-E727E5781D46}"/>
                    </a:ext>
                  </a:extLst>
                </p14:cNvPr>
                <p14:cNvContentPartPr/>
                <p14:nvPr/>
              </p14:nvContentPartPr>
              <p14:xfrm>
                <a:off x="9549518" y="1801624"/>
                <a:ext cx="106560" cy="117720"/>
              </p14:xfrm>
            </p:contentPart>
          </mc:Choice>
          <mc:Fallback xmlns="">
            <p:pic>
              <p:nvPicPr>
                <p:cNvPr id="712" name="Ink 711">
                  <a:extLst>
                    <a:ext uri="{FF2B5EF4-FFF2-40B4-BE49-F238E27FC236}">
                      <a16:creationId xmlns:a16="http://schemas.microsoft.com/office/drawing/2014/main" id="{5C2814DB-05F6-A841-8722-E727E5781D46}"/>
                    </a:ext>
                  </a:extLst>
                </p:cNvPr>
                <p:cNvPicPr/>
                <p:nvPr/>
              </p:nvPicPr>
              <p:blipFill>
                <a:blip r:embed="rId965"/>
                <a:stretch>
                  <a:fillRect/>
                </a:stretch>
              </p:blipFill>
              <p:spPr>
                <a:xfrm>
                  <a:off x="9534038" y="1786144"/>
                  <a:ext cx="1371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6">
              <p14:nvContentPartPr>
                <p14:cNvPr id="713" name="Ink 712">
                  <a:extLst>
                    <a:ext uri="{FF2B5EF4-FFF2-40B4-BE49-F238E27FC236}">
                      <a16:creationId xmlns:a16="http://schemas.microsoft.com/office/drawing/2014/main" id="{A0E5C7DE-CB49-034A-8982-65A3512AE34B}"/>
                    </a:ext>
                  </a:extLst>
                </p14:cNvPr>
                <p14:cNvContentPartPr/>
                <p14:nvPr/>
              </p14:nvContentPartPr>
              <p14:xfrm>
                <a:off x="9701438" y="1783984"/>
                <a:ext cx="21240" cy="133920"/>
              </p14:xfrm>
            </p:contentPart>
          </mc:Choice>
          <mc:Fallback xmlns="">
            <p:pic>
              <p:nvPicPr>
                <p:cNvPr id="713" name="Ink 712">
                  <a:extLst>
                    <a:ext uri="{FF2B5EF4-FFF2-40B4-BE49-F238E27FC236}">
                      <a16:creationId xmlns:a16="http://schemas.microsoft.com/office/drawing/2014/main" id="{A0E5C7DE-CB49-034A-8982-65A3512AE34B}"/>
                    </a:ext>
                  </a:extLst>
                </p:cNvPr>
                <p:cNvPicPr/>
                <p:nvPr/>
              </p:nvPicPr>
              <p:blipFill>
                <a:blip r:embed="rId967"/>
                <a:stretch>
                  <a:fillRect/>
                </a:stretch>
              </p:blipFill>
              <p:spPr>
                <a:xfrm>
                  <a:off x="9685958" y="1768864"/>
                  <a:ext cx="514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8">
              <p14:nvContentPartPr>
                <p14:cNvPr id="714" name="Ink 713">
                  <a:extLst>
                    <a:ext uri="{FF2B5EF4-FFF2-40B4-BE49-F238E27FC236}">
                      <a16:creationId xmlns:a16="http://schemas.microsoft.com/office/drawing/2014/main" id="{6F944281-DA25-FB46-B93B-B25F1E7CB657}"/>
                    </a:ext>
                  </a:extLst>
                </p14:cNvPr>
                <p14:cNvContentPartPr/>
                <p14:nvPr/>
              </p14:nvContentPartPr>
              <p14:xfrm>
                <a:off x="9723758" y="1592824"/>
                <a:ext cx="6480" cy="31680"/>
              </p14:xfrm>
            </p:contentPart>
          </mc:Choice>
          <mc:Fallback xmlns="">
            <p:pic>
              <p:nvPicPr>
                <p:cNvPr id="714" name="Ink 713">
                  <a:extLst>
                    <a:ext uri="{FF2B5EF4-FFF2-40B4-BE49-F238E27FC236}">
                      <a16:creationId xmlns:a16="http://schemas.microsoft.com/office/drawing/2014/main" id="{6F944281-DA25-FB46-B93B-B25F1E7CB657}"/>
                    </a:ext>
                  </a:extLst>
                </p:cNvPr>
                <p:cNvPicPr/>
                <p:nvPr/>
              </p:nvPicPr>
              <p:blipFill>
                <a:blip r:embed="rId969"/>
                <a:stretch>
                  <a:fillRect/>
                </a:stretch>
              </p:blipFill>
              <p:spPr>
                <a:xfrm>
                  <a:off x="9708278" y="1577344"/>
                  <a:ext cx="370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0">
              <p14:nvContentPartPr>
                <p14:cNvPr id="715" name="Ink 714">
                  <a:extLst>
                    <a:ext uri="{FF2B5EF4-FFF2-40B4-BE49-F238E27FC236}">
                      <a16:creationId xmlns:a16="http://schemas.microsoft.com/office/drawing/2014/main" id="{ECD32DBB-8C17-6941-8F6B-4E06F946403B}"/>
                    </a:ext>
                  </a:extLst>
                </p14:cNvPr>
                <p14:cNvContentPartPr/>
                <p14:nvPr/>
              </p14:nvContentPartPr>
              <p14:xfrm>
                <a:off x="9794678" y="1594624"/>
                <a:ext cx="23040" cy="299520"/>
              </p14:xfrm>
            </p:contentPart>
          </mc:Choice>
          <mc:Fallback xmlns="">
            <p:pic>
              <p:nvPicPr>
                <p:cNvPr id="715" name="Ink 714">
                  <a:extLst>
                    <a:ext uri="{FF2B5EF4-FFF2-40B4-BE49-F238E27FC236}">
                      <a16:creationId xmlns:a16="http://schemas.microsoft.com/office/drawing/2014/main" id="{ECD32DBB-8C17-6941-8F6B-4E06F946403B}"/>
                    </a:ext>
                  </a:extLst>
                </p:cNvPr>
                <p:cNvPicPr/>
                <p:nvPr/>
              </p:nvPicPr>
              <p:blipFill>
                <a:blip r:embed="rId971"/>
                <a:stretch>
                  <a:fillRect/>
                </a:stretch>
              </p:blipFill>
              <p:spPr>
                <a:xfrm>
                  <a:off x="9779198" y="1579144"/>
                  <a:ext cx="5328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2">
              <p14:nvContentPartPr>
                <p14:cNvPr id="716" name="Ink 715">
                  <a:extLst>
                    <a:ext uri="{FF2B5EF4-FFF2-40B4-BE49-F238E27FC236}">
                      <a16:creationId xmlns:a16="http://schemas.microsoft.com/office/drawing/2014/main" id="{67BF4093-A458-DF48-94EA-02CB4CF082C5}"/>
                    </a:ext>
                  </a:extLst>
                </p14:cNvPr>
                <p14:cNvContentPartPr/>
                <p14:nvPr/>
              </p14:nvContentPartPr>
              <p14:xfrm>
                <a:off x="9974678" y="1778224"/>
                <a:ext cx="137880" cy="6120"/>
              </p14:xfrm>
            </p:contentPart>
          </mc:Choice>
          <mc:Fallback xmlns=""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67BF4093-A458-DF48-94EA-02CB4CF082C5}"/>
                    </a:ext>
                  </a:extLst>
                </p:cNvPr>
                <p:cNvPicPr/>
                <p:nvPr/>
              </p:nvPicPr>
              <p:blipFill>
                <a:blip r:embed="rId973"/>
                <a:stretch>
                  <a:fillRect/>
                </a:stretch>
              </p:blipFill>
              <p:spPr>
                <a:xfrm>
                  <a:off x="9959558" y="1763104"/>
                  <a:ext cx="168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4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F2C6EAC6-0A21-714F-B6E8-B66377885C4E}"/>
                    </a:ext>
                  </a:extLst>
                </p14:cNvPr>
                <p14:cNvContentPartPr/>
                <p14:nvPr/>
              </p14:nvContentPartPr>
              <p14:xfrm>
                <a:off x="9980078" y="1839424"/>
                <a:ext cx="132120" cy="11880"/>
              </p14:xfrm>
            </p:contentPart>
          </mc:Choice>
          <mc:Fallback xmlns=""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F2C6EAC6-0A21-714F-B6E8-B66377885C4E}"/>
                    </a:ext>
                  </a:extLst>
                </p:cNvPr>
                <p:cNvPicPr/>
                <p:nvPr/>
              </p:nvPicPr>
              <p:blipFill>
                <a:blip r:embed="rId975"/>
                <a:stretch>
                  <a:fillRect/>
                </a:stretch>
              </p:blipFill>
              <p:spPr>
                <a:xfrm>
                  <a:off x="9964958" y="1824304"/>
                  <a:ext cx="1627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6">
              <p14:nvContentPartPr>
                <p14:cNvPr id="749" name="Ink 748">
                  <a:extLst>
                    <a:ext uri="{FF2B5EF4-FFF2-40B4-BE49-F238E27FC236}">
                      <a16:creationId xmlns:a16="http://schemas.microsoft.com/office/drawing/2014/main" id="{4C6FB26E-A254-414A-8B3A-2127EF13FD56}"/>
                    </a:ext>
                  </a:extLst>
                </p14:cNvPr>
                <p14:cNvContentPartPr/>
                <p14:nvPr/>
              </p14:nvContentPartPr>
              <p14:xfrm>
                <a:off x="10234598" y="1647904"/>
                <a:ext cx="119880" cy="228960"/>
              </p14:xfrm>
            </p:contentPart>
          </mc:Choice>
          <mc:Fallback xmlns="">
            <p:pic>
              <p:nvPicPr>
                <p:cNvPr id="749" name="Ink 748">
                  <a:extLst>
                    <a:ext uri="{FF2B5EF4-FFF2-40B4-BE49-F238E27FC236}">
                      <a16:creationId xmlns:a16="http://schemas.microsoft.com/office/drawing/2014/main" id="{4C6FB26E-A254-414A-8B3A-2127EF13FD56}"/>
                    </a:ext>
                  </a:extLst>
                </p:cNvPr>
                <p:cNvPicPr/>
                <p:nvPr/>
              </p:nvPicPr>
              <p:blipFill>
                <a:blip r:embed="rId977"/>
                <a:stretch>
                  <a:fillRect/>
                </a:stretch>
              </p:blipFill>
              <p:spPr>
                <a:xfrm>
                  <a:off x="10219118" y="1632424"/>
                  <a:ext cx="1501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8">
              <p14:nvContentPartPr>
                <p14:cNvPr id="750" name="Ink 749">
                  <a:extLst>
                    <a:ext uri="{FF2B5EF4-FFF2-40B4-BE49-F238E27FC236}">
                      <a16:creationId xmlns:a16="http://schemas.microsoft.com/office/drawing/2014/main" id="{65C8C885-D985-A844-A860-305F604C2A04}"/>
                    </a:ext>
                  </a:extLst>
                </p14:cNvPr>
                <p14:cNvContentPartPr/>
                <p14:nvPr/>
              </p14:nvContentPartPr>
              <p14:xfrm>
                <a:off x="10428998" y="1758064"/>
                <a:ext cx="104040" cy="144000"/>
              </p14:xfrm>
            </p:contentPart>
          </mc:Choice>
          <mc:Fallback xmlns="">
            <p:pic>
              <p:nvPicPr>
                <p:cNvPr id="750" name="Ink 749">
                  <a:extLst>
                    <a:ext uri="{FF2B5EF4-FFF2-40B4-BE49-F238E27FC236}">
                      <a16:creationId xmlns:a16="http://schemas.microsoft.com/office/drawing/2014/main" id="{65C8C885-D985-A844-A860-305F604C2A04}"/>
                    </a:ext>
                  </a:extLst>
                </p:cNvPr>
                <p:cNvPicPr/>
                <p:nvPr/>
              </p:nvPicPr>
              <p:blipFill>
                <a:blip r:embed="rId979"/>
                <a:stretch>
                  <a:fillRect/>
                </a:stretch>
              </p:blipFill>
              <p:spPr>
                <a:xfrm>
                  <a:off x="10413518" y="1742944"/>
                  <a:ext cx="1342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0">
              <p14:nvContentPartPr>
                <p14:cNvPr id="751" name="Ink 750">
                  <a:extLst>
                    <a:ext uri="{FF2B5EF4-FFF2-40B4-BE49-F238E27FC236}">
                      <a16:creationId xmlns:a16="http://schemas.microsoft.com/office/drawing/2014/main" id="{7626D4BB-FC1F-2344-B233-4CEEF19FC482}"/>
                    </a:ext>
                  </a:extLst>
                </p14:cNvPr>
                <p14:cNvContentPartPr/>
                <p14:nvPr/>
              </p14:nvContentPartPr>
              <p14:xfrm>
                <a:off x="10562918" y="1776064"/>
                <a:ext cx="96480" cy="208440"/>
              </p14:xfrm>
            </p:contentPart>
          </mc:Choice>
          <mc:Fallback xmlns="">
            <p:pic>
              <p:nvPicPr>
                <p:cNvPr id="751" name="Ink 750">
                  <a:extLst>
                    <a:ext uri="{FF2B5EF4-FFF2-40B4-BE49-F238E27FC236}">
                      <a16:creationId xmlns:a16="http://schemas.microsoft.com/office/drawing/2014/main" id="{7626D4BB-FC1F-2344-B233-4CEEF19FC482}"/>
                    </a:ext>
                  </a:extLst>
                </p:cNvPr>
                <p:cNvPicPr/>
                <p:nvPr/>
              </p:nvPicPr>
              <p:blipFill>
                <a:blip r:embed="rId981"/>
                <a:stretch>
                  <a:fillRect/>
                </a:stretch>
              </p:blipFill>
              <p:spPr>
                <a:xfrm>
                  <a:off x="10547798" y="1760944"/>
                  <a:ext cx="127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2">
              <p14:nvContentPartPr>
                <p14:cNvPr id="752" name="Ink 751">
                  <a:extLst>
                    <a:ext uri="{FF2B5EF4-FFF2-40B4-BE49-F238E27FC236}">
                      <a16:creationId xmlns:a16="http://schemas.microsoft.com/office/drawing/2014/main" id="{EF77EDCB-745A-2845-A946-05C3F7C5D1D1}"/>
                    </a:ext>
                  </a:extLst>
                </p14:cNvPr>
                <p14:cNvContentPartPr/>
                <p14:nvPr/>
              </p14:nvContentPartPr>
              <p14:xfrm>
                <a:off x="10704758" y="1737184"/>
                <a:ext cx="117720" cy="149400"/>
              </p14:xfrm>
            </p:contentPart>
          </mc:Choice>
          <mc:Fallback xmlns="">
            <p:pic>
              <p:nvPicPr>
                <p:cNvPr id="752" name="Ink 751">
                  <a:extLst>
                    <a:ext uri="{FF2B5EF4-FFF2-40B4-BE49-F238E27FC236}">
                      <a16:creationId xmlns:a16="http://schemas.microsoft.com/office/drawing/2014/main" id="{EF77EDCB-745A-2845-A946-05C3F7C5D1D1}"/>
                    </a:ext>
                  </a:extLst>
                </p:cNvPr>
                <p:cNvPicPr/>
                <p:nvPr/>
              </p:nvPicPr>
              <p:blipFill>
                <a:blip r:embed="rId983"/>
                <a:stretch>
                  <a:fillRect/>
                </a:stretch>
              </p:blipFill>
              <p:spPr>
                <a:xfrm>
                  <a:off x="10689278" y="1721704"/>
                  <a:ext cx="1479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4">
              <p14:nvContentPartPr>
                <p14:cNvPr id="753" name="Ink 752">
                  <a:extLst>
                    <a:ext uri="{FF2B5EF4-FFF2-40B4-BE49-F238E27FC236}">
                      <a16:creationId xmlns:a16="http://schemas.microsoft.com/office/drawing/2014/main" id="{2A87E724-8A4F-5F4D-B770-42F20429F8DB}"/>
                    </a:ext>
                  </a:extLst>
                </p14:cNvPr>
                <p14:cNvContentPartPr/>
                <p14:nvPr/>
              </p14:nvContentPartPr>
              <p14:xfrm>
                <a:off x="10913918" y="1719184"/>
                <a:ext cx="86040" cy="162000"/>
              </p14:xfrm>
            </p:contentPart>
          </mc:Choice>
          <mc:Fallback xmlns="">
            <p:pic>
              <p:nvPicPr>
                <p:cNvPr id="753" name="Ink 752">
                  <a:extLst>
                    <a:ext uri="{FF2B5EF4-FFF2-40B4-BE49-F238E27FC236}">
                      <a16:creationId xmlns:a16="http://schemas.microsoft.com/office/drawing/2014/main" id="{2A87E724-8A4F-5F4D-B770-42F20429F8DB}"/>
                    </a:ext>
                  </a:extLst>
                </p:cNvPr>
                <p:cNvPicPr/>
                <p:nvPr/>
              </p:nvPicPr>
              <p:blipFill>
                <a:blip r:embed="rId985"/>
                <a:stretch>
                  <a:fillRect/>
                </a:stretch>
              </p:blipFill>
              <p:spPr>
                <a:xfrm>
                  <a:off x="10898438" y="1703704"/>
                  <a:ext cx="1162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6">
              <p14:nvContentPartPr>
                <p14:cNvPr id="754" name="Ink 753">
                  <a:extLst>
                    <a:ext uri="{FF2B5EF4-FFF2-40B4-BE49-F238E27FC236}">
                      <a16:creationId xmlns:a16="http://schemas.microsoft.com/office/drawing/2014/main" id="{C521F673-CC8B-544E-94AA-6ACF1416C4A5}"/>
                    </a:ext>
                  </a:extLst>
                </p14:cNvPr>
                <p14:cNvContentPartPr/>
                <p14:nvPr/>
              </p14:nvContentPartPr>
              <p14:xfrm>
                <a:off x="11056478" y="1746544"/>
                <a:ext cx="64800" cy="134640"/>
              </p14:xfrm>
            </p:contentPart>
          </mc:Choice>
          <mc:Fallback xmlns="">
            <p:pic>
              <p:nvPicPr>
                <p:cNvPr id="754" name="Ink 753">
                  <a:extLst>
                    <a:ext uri="{FF2B5EF4-FFF2-40B4-BE49-F238E27FC236}">
                      <a16:creationId xmlns:a16="http://schemas.microsoft.com/office/drawing/2014/main" id="{C521F673-CC8B-544E-94AA-6ACF1416C4A5}"/>
                    </a:ext>
                  </a:extLst>
                </p:cNvPr>
                <p:cNvPicPr/>
                <p:nvPr/>
              </p:nvPicPr>
              <p:blipFill>
                <a:blip r:embed="rId987"/>
                <a:stretch>
                  <a:fillRect/>
                </a:stretch>
              </p:blipFill>
              <p:spPr>
                <a:xfrm>
                  <a:off x="11041358" y="1731424"/>
                  <a:ext cx="954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8">
              <p14:nvContentPartPr>
                <p14:cNvPr id="755" name="Ink 754">
                  <a:extLst>
                    <a:ext uri="{FF2B5EF4-FFF2-40B4-BE49-F238E27FC236}">
                      <a16:creationId xmlns:a16="http://schemas.microsoft.com/office/drawing/2014/main" id="{D246BE90-4937-FB4F-A417-C234D17E60CF}"/>
                    </a:ext>
                  </a:extLst>
                </p14:cNvPr>
                <p14:cNvContentPartPr/>
                <p14:nvPr/>
              </p14:nvContentPartPr>
              <p14:xfrm>
                <a:off x="11156918" y="1728544"/>
                <a:ext cx="111240" cy="145080"/>
              </p14:xfrm>
            </p:contentPart>
          </mc:Choice>
          <mc:Fallback xmlns="">
            <p:pic>
              <p:nvPicPr>
                <p:cNvPr id="755" name="Ink 754">
                  <a:extLst>
                    <a:ext uri="{FF2B5EF4-FFF2-40B4-BE49-F238E27FC236}">
                      <a16:creationId xmlns:a16="http://schemas.microsoft.com/office/drawing/2014/main" id="{D246BE90-4937-FB4F-A417-C234D17E60CF}"/>
                    </a:ext>
                  </a:extLst>
                </p:cNvPr>
                <p:cNvPicPr/>
                <p:nvPr/>
              </p:nvPicPr>
              <p:blipFill>
                <a:blip r:embed="rId989"/>
                <a:stretch>
                  <a:fillRect/>
                </a:stretch>
              </p:blipFill>
              <p:spPr>
                <a:xfrm>
                  <a:off x="11141438" y="1713424"/>
                  <a:ext cx="1418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0">
              <p14:nvContentPartPr>
                <p14:cNvPr id="756" name="Ink 755">
                  <a:extLst>
                    <a:ext uri="{FF2B5EF4-FFF2-40B4-BE49-F238E27FC236}">
                      <a16:creationId xmlns:a16="http://schemas.microsoft.com/office/drawing/2014/main" id="{F041FEF1-E149-D04A-8C7C-8FC86B7608A4}"/>
                    </a:ext>
                  </a:extLst>
                </p14:cNvPr>
                <p14:cNvContentPartPr/>
                <p14:nvPr/>
              </p14:nvContentPartPr>
              <p14:xfrm>
                <a:off x="11295878" y="1767784"/>
                <a:ext cx="93600" cy="88200"/>
              </p14:xfrm>
            </p:contentPart>
          </mc:Choice>
          <mc:Fallback xmlns="">
            <p:pic>
              <p:nvPicPr>
                <p:cNvPr id="756" name="Ink 755">
                  <a:extLst>
                    <a:ext uri="{FF2B5EF4-FFF2-40B4-BE49-F238E27FC236}">
                      <a16:creationId xmlns:a16="http://schemas.microsoft.com/office/drawing/2014/main" id="{F041FEF1-E149-D04A-8C7C-8FC86B7608A4}"/>
                    </a:ext>
                  </a:extLst>
                </p:cNvPr>
                <p:cNvPicPr/>
                <p:nvPr/>
              </p:nvPicPr>
              <p:blipFill>
                <a:blip r:embed="rId991"/>
                <a:stretch>
                  <a:fillRect/>
                </a:stretch>
              </p:blipFill>
              <p:spPr>
                <a:xfrm>
                  <a:off x="11280758" y="1752304"/>
                  <a:ext cx="1238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2">
              <p14:nvContentPartPr>
                <p14:cNvPr id="758" name="Ink 757">
                  <a:extLst>
                    <a:ext uri="{FF2B5EF4-FFF2-40B4-BE49-F238E27FC236}">
                      <a16:creationId xmlns:a16="http://schemas.microsoft.com/office/drawing/2014/main" id="{885D5CAD-41F3-7B4B-860E-D2FE19F12107}"/>
                    </a:ext>
                  </a:extLst>
                </p14:cNvPr>
                <p14:cNvContentPartPr/>
                <p14:nvPr/>
              </p14:nvContentPartPr>
              <p14:xfrm>
                <a:off x="9465638" y="2073784"/>
                <a:ext cx="132120" cy="266760"/>
              </p14:xfrm>
            </p:contentPart>
          </mc:Choice>
          <mc:Fallback xmlns="">
            <p:pic>
              <p:nvPicPr>
                <p:cNvPr id="758" name="Ink 757">
                  <a:extLst>
                    <a:ext uri="{FF2B5EF4-FFF2-40B4-BE49-F238E27FC236}">
                      <a16:creationId xmlns:a16="http://schemas.microsoft.com/office/drawing/2014/main" id="{885D5CAD-41F3-7B4B-860E-D2FE19F12107}"/>
                    </a:ext>
                  </a:extLst>
                </p:cNvPr>
                <p:cNvPicPr/>
                <p:nvPr/>
              </p:nvPicPr>
              <p:blipFill>
                <a:blip r:embed="rId993"/>
                <a:stretch>
                  <a:fillRect/>
                </a:stretch>
              </p:blipFill>
              <p:spPr>
                <a:xfrm>
                  <a:off x="9450158" y="2058664"/>
                  <a:ext cx="1627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4">
              <p14:nvContentPartPr>
                <p14:cNvPr id="759" name="Ink 758">
                  <a:extLst>
                    <a:ext uri="{FF2B5EF4-FFF2-40B4-BE49-F238E27FC236}">
                      <a16:creationId xmlns:a16="http://schemas.microsoft.com/office/drawing/2014/main" id="{EE78F8FB-0243-5646-A1B3-9AF25AF7C93D}"/>
                    </a:ext>
                  </a:extLst>
                </p14:cNvPr>
                <p14:cNvContentPartPr/>
                <p14:nvPr/>
              </p14:nvContentPartPr>
              <p14:xfrm>
                <a:off x="9656798" y="2196544"/>
                <a:ext cx="86040" cy="130320"/>
              </p14:xfrm>
            </p:contentPart>
          </mc:Choice>
          <mc:Fallback xmlns="">
            <p:pic>
              <p:nvPicPr>
                <p:cNvPr id="759" name="Ink 758">
                  <a:extLst>
                    <a:ext uri="{FF2B5EF4-FFF2-40B4-BE49-F238E27FC236}">
                      <a16:creationId xmlns:a16="http://schemas.microsoft.com/office/drawing/2014/main" id="{EE78F8FB-0243-5646-A1B3-9AF25AF7C93D}"/>
                    </a:ext>
                  </a:extLst>
                </p:cNvPr>
                <p:cNvPicPr/>
                <p:nvPr/>
              </p:nvPicPr>
              <p:blipFill>
                <a:blip r:embed="rId995"/>
                <a:stretch>
                  <a:fillRect/>
                </a:stretch>
              </p:blipFill>
              <p:spPr>
                <a:xfrm>
                  <a:off x="9641318" y="2181424"/>
                  <a:ext cx="1162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6">
              <p14:nvContentPartPr>
                <p14:cNvPr id="760" name="Ink 759">
                  <a:extLst>
                    <a:ext uri="{FF2B5EF4-FFF2-40B4-BE49-F238E27FC236}">
                      <a16:creationId xmlns:a16="http://schemas.microsoft.com/office/drawing/2014/main" id="{E07B3569-039E-0B48-BF11-DCAFA53C0A70}"/>
                    </a:ext>
                  </a:extLst>
                </p14:cNvPr>
                <p14:cNvContentPartPr/>
                <p14:nvPr/>
              </p14:nvContentPartPr>
              <p14:xfrm>
                <a:off x="9779558" y="2208064"/>
                <a:ext cx="104760" cy="78120"/>
              </p14:xfrm>
            </p:contentPart>
          </mc:Choice>
          <mc:Fallback xmlns="">
            <p:pic>
              <p:nvPicPr>
                <p:cNvPr id="760" name="Ink 759">
                  <a:extLst>
                    <a:ext uri="{FF2B5EF4-FFF2-40B4-BE49-F238E27FC236}">
                      <a16:creationId xmlns:a16="http://schemas.microsoft.com/office/drawing/2014/main" id="{E07B3569-039E-0B48-BF11-DCAFA53C0A70}"/>
                    </a:ext>
                  </a:extLst>
                </p:cNvPr>
                <p:cNvPicPr/>
                <p:nvPr/>
              </p:nvPicPr>
              <p:blipFill>
                <a:blip r:embed="rId997"/>
                <a:stretch>
                  <a:fillRect/>
                </a:stretch>
              </p:blipFill>
              <p:spPr>
                <a:xfrm>
                  <a:off x="9764078" y="2192944"/>
                  <a:ext cx="1350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8">
              <p14:nvContentPartPr>
                <p14:cNvPr id="761" name="Ink 760">
                  <a:extLst>
                    <a:ext uri="{FF2B5EF4-FFF2-40B4-BE49-F238E27FC236}">
                      <a16:creationId xmlns:a16="http://schemas.microsoft.com/office/drawing/2014/main" id="{F3F9C752-40AA-AF40-8727-2739E23DF41C}"/>
                    </a:ext>
                  </a:extLst>
                </p14:cNvPr>
                <p14:cNvContentPartPr/>
                <p14:nvPr/>
              </p14:nvContentPartPr>
              <p14:xfrm>
                <a:off x="9935438" y="2171344"/>
                <a:ext cx="135720" cy="155160"/>
              </p14:xfrm>
            </p:contentPart>
          </mc:Choice>
          <mc:Fallback xmlns="">
            <p:pic>
              <p:nvPicPr>
                <p:cNvPr id="761" name="Ink 760">
                  <a:extLst>
                    <a:ext uri="{FF2B5EF4-FFF2-40B4-BE49-F238E27FC236}">
                      <a16:creationId xmlns:a16="http://schemas.microsoft.com/office/drawing/2014/main" id="{F3F9C752-40AA-AF40-8727-2739E23DF41C}"/>
                    </a:ext>
                  </a:extLst>
                </p:cNvPr>
                <p:cNvPicPr/>
                <p:nvPr/>
              </p:nvPicPr>
              <p:blipFill>
                <a:blip r:embed="rId999"/>
                <a:stretch>
                  <a:fillRect/>
                </a:stretch>
              </p:blipFill>
              <p:spPr>
                <a:xfrm>
                  <a:off x="9920318" y="2155864"/>
                  <a:ext cx="1659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0">
              <p14:nvContentPartPr>
                <p14:cNvPr id="762" name="Ink 761">
                  <a:extLst>
                    <a:ext uri="{FF2B5EF4-FFF2-40B4-BE49-F238E27FC236}">
                      <a16:creationId xmlns:a16="http://schemas.microsoft.com/office/drawing/2014/main" id="{A3D175E8-2B21-DA45-A59B-42141BFEDA22}"/>
                    </a:ext>
                  </a:extLst>
                </p14:cNvPr>
                <p14:cNvContentPartPr/>
                <p14:nvPr/>
              </p14:nvContentPartPr>
              <p14:xfrm>
                <a:off x="10198958" y="2139664"/>
                <a:ext cx="93600" cy="163080"/>
              </p14:xfrm>
            </p:contentPart>
          </mc:Choice>
          <mc:Fallback xmlns="">
            <p:pic>
              <p:nvPicPr>
                <p:cNvPr id="762" name="Ink 761">
                  <a:extLst>
                    <a:ext uri="{FF2B5EF4-FFF2-40B4-BE49-F238E27FC236}">
                      <a16:creationId xmlns:a16="http://schemas.microsoft.com/office/drawing/2014/main" id="{A3D175E8-2B21-DA45-A59B-42141BFEDA22}"/>
                    </a:ext>
                  </a:extLst>
                </p:cNvPr>
                <p:cNvPicPr/>
                <p:nvPr/>
              </p:nvPicPr>
              <p:blipFill>
                <a:blip r:embed="rId1001"/>
                <a:stretch>
                  <a:fillRect/>
                </a:stretch>
              </p:blipFill>
              <p:spPr>
                <a:xfrm>
                  <a:off x="10183838" y="2124184"/>
                  <a:ext cx="1242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2">
              <p14:nvContentPartPr>
                <p14:cNvPr id="763" name="Ink 762">
                  <a:extLst>
                    <a:ext uri="{FF2B5EF4-FFF2-40B4-BE49-F238E27FC236}">
                      <a16:creationId xmlns:a16="http://schemas.microsoft.com/office/drawing/2014/main" id="{58A18EFF-16E9-D143-B2FB-8410468C5C49}"/>
                    </a:ext>
                  </a:extLst>
                </p14:cNvPr>
                <p14:cNvContentPartPr/>
                <p14:nvPr/>
              </p14:nvContentPartPr>
              <p14:xfrm>
                <a:off x="10314878" y="2142184"/>
                <a:ext cx="108000" cy="140400"/>
              </p14:xfrm>
            </p:contentPart>
          </mc:Choice>
          <mc:Fallback xmlns="">
            <p:pic>
              <p:nvPicPr>
                <p:cNvPr id="763" name="Ink 762">
                  <a:extLst>
                    <a:ext uri="{FF2B5EF4-FFF2-40B4-BE49-F238E27FC236}">
                      <a16:creationId xmlns:a16="http://schemas.microsoft.com/office/drawing/2014/main" id="{58A18EFF-16E9-D143-B2FB-8410468C5C49}"/>
                    </a:ext>
                  </a:extLst>
                </p:cNvPr>
                <p:cNvPicPr/>
                <p:nvPr/>
              </p:nvPicPr>
              <p:blipFill>
                <a:blip r:embed="rId1003"/>
                <a:stretch>
                  <a:fillRect/>
                </a:stretch>
              </p:blipFill>
              <p:spPr>
                <a:xfrm>
                  <a:off x="10299398" y="2126704"/>
                  <a:ext cx="1386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4">
              <p14:nvContentPartPr>
                <p14:cNvPr id="764" name="Ink 763">
                  <a:extLst>
                    <a:ext uri="{FF2B5EF4-FFF2-40B4-BE49-F238E27FC236}">
                      <a16:creationId xmlns:a16="http://schemas.microsoft.com/office/drawing/2014/main" id="{C745EA83-3BE2-F34E-A27C-0962BEC11901}"/>
                    </a:ext>
                  </a:extLst>
                </p14:cNvPr>
                <p14:cNvContentPartPr/>
                <p14:nvPr/>
              </p14:nvContentPartPr>
              <p14:xfrm>
                <a:off x="10484798" y="2172424"/>
                <a:ext cx="112320" cy="104760"/>
              </p14:xfrm>
            </p:contentPart>
          </mc:Choice>
          <mc:Fallback xmlns="">
            <p:pic>
              <p:nvPicPr>
                <p:cNvPr id="764" name="Ink 763">
                  <a:extLst>
                    <a:ext uri="{FF2B5EF4-FFF2-40B4-BE49-F238E27FC236}">
                      <a16:creationId xmlns:a16="http://schemas.microsoft.com/office/drawing/2014/main" id="{C745EA83-3BE2-F34E-A27C-0962BEC11901}"/>
                    </a:ext>
                  </a:extLst>
                </p:cNvPr>
                <p:cNvPicPr/>
                <p:nvPr/>
              </p:nvPicPr>
              <p:blipFill>
                <a:blip r:embed="rId1005"/>
                <a:stretch>
                  <a:fillRect/>
                </a:stretch>
              </p:blipFill>
              <p:spPr>
                <a:xfrm>
                  <a:off x="10469678" y="2156944"/>
                  <a:ext cx="1429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6">
              <p14:nvContentPartPr>
                <p14:cNvPr id="765" name="Ink 764">
                  <a:extLst>
                    <a:ext uri="{FF2B5EF4-FFF2-40B4-BE49-F238E27FC236}">
                      <a16:creationId xmlns:a16="http://schemas.microsoft.com/office/drawing/2014/main" id="{32CF88B4-0E37-794C-A798-9EDB9FA104C2}"/>
                    </a:ext>
                  </a:extLst>
                </p14:cNvPr>
                <p14:cNvContentPartPr/>
                <p14:nvPr/>
              </p14:nvContentPartPr>
              <p14:xfrm>
                <a:off x="10678118" y="2118064"/>
                <a:ext cx="20520" cy="184680"/>
              </p14:xfrm>
            </p:contentPart>
          </mc:Choice>
          <mc:Fallback xmlns="">
            <p:pic>
              <p:nvPicPr>
                <p:cNvPr id="765" name="Ink 764">
                  <a:extLst>
                    <a:ext uri="{FF2B5EF4-FFF2-40B4-BE49-F238E27FC236}">
                      <a16:creationId xmlns:a16="http://schemas.microsoft.com/office/drawing/2014/main" id="{32CF88B4-0E37-794C-A798-9EDB9FA104C2}"/>
                    </a:ext>
                  </a:extLst>
                </p:cNvPr>
                <p:cNvPicPr/>
                <p:nvPr/>
              </p:nvPicPr>
              <p:blipFill>
                <a:blip r:embed="rId1007"/>
                <a:stretch>
                  <a:fillRect/>
                </a:stretch>
              </p:blipFill>
              <p:spPr>
                <a:xfrm>
                  <a:off x="10662998" y="2102584"/>
                  <a:ext cx="507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8">
              <p14:nvContentPartPr>
                <p14:cNvPr id="766" name="Ink 765">
                  <a:extLst>
                    <a:ext uri="{FF2B5EF4-FFF2-40B4-BE49-F238E27FC236}">
                      <a16:creationId xmlns:a16="http://schemas.microsoft.com/office/drawing/2014/main" id="{276AE793-8A5F-C944-B06F-4BC7A55C6AE1}"/>
                    </a:ext>
                  </a:extLst>
                </p14:cNvPr>
                <p14:cNvContentPartPr/>
                <p14:nvPr/>
              </p14:nvContentPartPr>
              <p14:xfrm>
                <a:off x="10681358" y="1984864"/>
                <a:ext cx="1800" cy="29520"/>
              </p14:xfrm>
            </p:contentPart>
          </mc:Choice>
          <mc:Fallback xmlns="">
            <p:pic>
              <p:nvPicPr>
                <p:cNvPr id="766" name="Ink 765">
                  <a:extLst>
                    <a:ext uri="{FF2B5EF4-FFF2-40B4-BE49-F238E27FC236}">
                      <a16:creationId xmlns:a16="http://schemas.microsoft.com/office/drawing/2014/main" id="{276AE793-8A5F-C944-B06F-4BC7A55C6AE1}"/>
                    </a:ext>
                  </a:extLst>
                </p:cNvPr>
                <p:cNvPicPr/>
                <p:nvPr/>
              </p:nvPicPr>
              <p:blipFill>
                <a:blip r:embed="rId1009"/>
                <a:stretch>
                  <a:fillRect/>
                </a:stretch>
              </p:blipFill>
              <p:spPr>
                <a:xfrm>
                  <a:off x="10666238" y="1969384"/>
                  <a:ext cx="320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0">
              <p14:nvContentPartPr>
                <p14:cNvPr id="767" name="Ink 766">
                  <a:extLst>
                    <a:ext uri="{FF2B5EF4-FFF2-40B4-BE49-F238E27FC236}">
                      <a16:creationId xmlns:a16="http://schemas.microsoft.com/office/drawing/2014/main" id="{9EFA8524-1AAA-414E-85E0-BB15CD6BFF37}"/>
                    </a:ext>
                  </a:extLst>
                </p14:cNvPr>
                <p14:cNvContentPartPr/>
                <p14:nvPr/>
              </p14:nvContentPartPr>
              <p14:xfrm>
                <a:off x="10782878" y="1996024"/>
                <a:ext cx="16920" cy="306720"/>
              </p14:xfrm>
            </p:contentPart>
          </mc:Choice>
          <mc:Fallback xmlns="">
            <p:pic>
              <p:nvPicPr>
                <p:cNvPr id="767" name="Ink 766">
                  <a:extLst>
                    <a:ext uri="{FF2B5EF4-FFF2-40B4-BE49-F238E27FC236}">
                      <a16:creationId xmlns:a16="http://schemas.microsoft.com/office/drawing/2014/main" id="{9EFA8524-1AAA-414E-85E0-BB15CD6BFF37}"/>
                    </a:ext>
                  </a:extLst>
                </p:cNvPr>
                <p:cNvPicPr/>
                <p:nvPr/>
              </p:nvPicPr>
              <p:blipFill>
                <a:blip r:embed="rId1011"/>
                <a:stretch>
                  <a:fillRect/>
                </a:stretch>
              </p:blipFill>
              <p:spPr>
                <a:xfrm>
                  <a:off x="10767758" y="1980544"/>
                  <a:ext cx="475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2">
              <p14:nvContentPartPr>
                <p14:cNvPr id="769" name="Ink 768">
                  <a:extLst>
                    <a:ext uri="{FF2B5EF4-FFF2-40B4-BE49-F238E27FC236}">
                      <a16:creationId xmlns:a16="http://schemas.microsoft.com/office/drawing/2014/main" id="{7039D7AC-7783-1B42-BC98-8805E8822239}"/>
                    </a:ext>
                  </a:extLst>
                </p14:cNvPr>
                <p14:cNvContentPartPr/>
                <p14:nvPr/>
              </p14:nvContentPartPr>
              <p14:xfrm>
                <a:off x="9384638" y="2397424"/>
                <a:ext cx="103320" cy="313200"/>
              </p14:xfrm>
            </p:contentPart>
          </mc:Choice>
          <mc:Fallback xmlns="">
            <p:pic>
              <p:nvPicPr>
                <p:cNvPr id="769" name="Ink 768">
                  <a:extLst>
                    <a:ext uri="{FF2B5EF4-FFF2-40B4-BE49-F238E27FC236}">
                      <a16:creationId xmlns:a16="http://schemas.microsoft.com/office/drawing/2014/main" id="{7039D7AC-7783-1B42-BC98-8805E8822239}"/>
                    </a:ext>
                  </a:extLst>
                </p:cNvPr>
                <p:cNvPicPr/>
                <p:nvPr/>
              </p:nvPicPr>
              <p:blipFill>
                <a:blip r:embed="rId1013"/>
                <a:stretch>
                  <a:fillRect/>
                </a:stretch>
              </p:blipFill>
              <p:spPr>
                <a:xfrm>
                  <a:off x="9369158" y="2381944"/>
                  <a:ext cx="1339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4">
              <p14:nvContentPartPr>
                <p14:cNvPr id="770" name="Ink 769">
                  <a:extLst>
                    <a:ext uri="{FF2B5EF4-FFF2-40B4-BE49-F238E27FC236}">
                      <a16:creationId xmlns:a16="http://schemas.microsoft.com/office/drawing/2014/main" id="{72D2EA7B-0214-1D4C-9C7D-08AC2B2F283F}"/>
                    </a:ext>
                  </a:extLst>
                </p14:cNvPr>
                <p14:cNvContentPartPr/>
                <p14:nvPr/>
              </p14:nvContentPartPr>
              <p14:xfrm>
                <a:off x="9522878" y="2475544"/>
                <a:ext cx="32760" cy="194040"/>
              </p14:xfrm>
            </p:contentPart>
          </mc:Choice>
          <mc:Fallback xmlns="">
            <p:pic>
              <p:nvPicPr>
                <p:cNvPr id="770" name="Ink 769">
                  <a:extLst>
                    <a:ext uri="{FF2B5EF4-FFF2-40B4-BE49-F238E27FC236}">
                      <a16:creationId xmlns:a16="http://schemas.microsoft.com/office/drawing/2014/main" id="{72D2EA7B-0214-1D4C-9C7D-08AC2B2F283F}"/>
                    </a:ext>
                  </a:extLst>
                </p:cNvPr>
                <p:cNvPicPr/>
                <p:nvPr/>
              </p:nvPicPr>
              <p:blipFill>
                <a:blip r:embed="rId1015"/>
                <a:stretch>
                  <a:fillRect/>
                </a:stretch>
              </p:blipFill>
              <p:spPr>
                <a:xfrm>
                  <a:off x="9507758" y="2460064"/>
                  <a:ext cx="630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6">
              <p14:nvContentPartPr>
                <p14:cNvPr id="771" name="Ink 770">
                  <a:extLst>
                    <a:ext uri="{FF2B5EF4-FFF2-40B4-BE49-F238E27FC236}">
                      <a16:creationId xmlns:a16="http://schemas.microsoft.com/office/drawing/2014/main" id="{6256D907-3DFD-2347-8713-C750531615A1}"/>
                    </a:ext>
                  </a:extLst>
                </p14:cNvPr>
                <p14:cNvContentPartPr/>
                <p14:nvPr/>
              </p14:nvContentPartPr>
              <p14:xfrm>
                <a:off x="9522878" y="2439544"/>
                <a:ext cx="155160" cy="232920"/>
              </p14:xfrm>
            </p:contentPart>
          </mc:Choice>
          <mc:Fallback xmlns="">
            <p:pic>
              <p:nvPicPr>
                <p:cNvPr id="771" name="Ink 770">
                  <a:extLst>
                    <a:ext uri="{FF2B5EF4-FFF2-40B4-BE49-F238E27FC236}">
                      <a16:creationId xmlns:a16="http://schemas.microsoft.com/office/drawing/2014/main" id="{6256D907-3DFD-2347-8713-C750531615A1}"/>
                    </a:ext>
                  </a:extLst>
                </p:cNvPr>
                <p:cNvPicPr/>
                <p:nvPr/>
              </p:nvPicPr>
              <p:blipFill>
                <a:blip r:embed="rId1017"/>
                <a:stretch>
                  <a:fillRect/>
                </a:stretch>
              </p:blipFill>
              <p:spPr>
                <a:xfrm>
                  <a:off x="9507758" y="2424424"/>
                  <a:ext cx="1857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8">
              <p14:nvContentPartPr>
                <p14:cNvPr id="772" name="Ink 771">
                  <a:extLst>
                    <a:ext uri="{FF2B5EF4-FFF2-40B4-BE49-F238E27FC236}">
                      <a16:creationId xmlns:a16="http://schemas.microsoft.com/office/drawing/2014/main" id="{8228849F-69DE-2449-8495-A2FA187CE722}"/>
                    </a:ext>
                  </a:extLst>
                </p14:cNvPr>
                <p14:cNvContentPartPr/>
                <p14:nvPr/>
              </p14:nvContentPartPr>
              <p14:xfrm>
                <a:off x="9713678" y="2509024"/>
                <a:ext cx="111240" cy="151920"/>
              </p14:xfrm>
            </p:contentPart>
          </mc:Choice>
          <mc:Fallback xmlns="">
            <p:pic>
              <p:nvPicPr>
                <p:cNvPr id="772" name="Ink 771">
                  <a:extLst>
                    <a:ext uri="{FF2B5EF4-FFF2-40B4-BE49-F238E27FC236}">
                      <a16:creationId xmlns:a16="http://schemas.microsoft.com/office/drawing/2014/main" id="{8228849F-69DE-2449-8495-A2FA187CE722}"/>
                    </a:ext>
                  </a:extLst>
                </p:cNvPr>
                <p:cNvPicPr/>
                <p:nvPr/>
              </p:nvPicPr>
              <p:blipFill>
                <a:blip r:embed="rId1019"/>
                <a:stretch>
                  <a:fillRect/>
                </a:stretch>
              </p:blipFill>
              <p:spPr>
                <a:xfrm>
                  <a:off x="9698558" y="2493544"/>
                  <a:ext cx="1418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0">
              <p14:nvContentPartPr>
                <p14:cNvPr id="773" name="Ink 772">
                  <a:extLst>
                    <a:ext uri="{FF2B5EF4-FFF2-40B4-BE49-F238E27FC236}">
                      <a16:creationId xmlns:a16="http://schemas.microsoft.com/office/drawing/2014/main" id="{B7654147-F0D3-1A49-A758-5731F12D3C01}"/>
                    </a:ext>
                  </a:extLst>
                </p14:cNvPr>
                <p14:cNvContentPartPr/>
                <p14:nvPr/>
              </p14:nvContentPartPr>
              <p14:xfrm>
                <a:off x="9924278" y="2475544"/>
                <a:ext cx="8280" cy="177840"/>
              </p14:xfrm>
            </p:contentPart>
          </mc:Choice>
          <mc:Fallback xmlns="">
            <p:pic>
              <p:nvPicPr>
                <p:cNvPr id="773" name="Ink 772">
                  <a:extLst>
                    <a:ext uri="{FF2B5EF4-FFF2-40B4-BE49-F238E27FC236}">
                      <a16:creationId xmlns:a16="http://schemas.microsoft.com/office/drawing/2014/main" id="{B7654147-F0D3-1A49-A758-5731F12D3C01}"/>
                    </a:ext>
                  </a:extLst>
                </p:cNvPr>
                <p:cNvPicPr/>
                <p:nvPr/>
              </p:nvPicPr>
              <p:blipFill>
                <a:blip r:embed="rId1021"/>
                <a:stretch>
                  <a:fillRect/>
                </a:stretch>
              </p:blipFill>
              <p:spPr>
                <a:xfrm>
                  <a:off x="9909158" y="2460064"/>
                  <a:ext cx="388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2">
              <p14:nvContentPartPr>
                <p14:cNvPr id="774" name="Ink 773">
                  <a:extLst>
                    <a:ext uri="{FF2B5EF4-FFF2-40B4-BE49-F238E27FC236}">
                      <a16:creationId xmlns:a16="http://schemas.microsoft.com/office/drawing/2014/main" id="{FF1FAB09-B1CE-3141-88A9-9F50E2CD292B}"/>
                    </a:ext>
                  </a:extLst>
                </p14:cNvPr>
                <p14:cNvContentPartPr/>
                <p14:nvPr/>
              </p14:nvContentPartPr>
              <p14:xfrm>
                <a:off x="9826718" y="2519464"/>
                <a:ext cx="235080" cy="156240"/>
              </p14:xfrm>
            </p:contentPart>
          </mc:Choice>
          <mc:Fallback xmlns="">
            <p:pic>
              <p:nvPicPr>
                <p:cNvPr id="774" name="Ink 773">
                  <a:extLst>
                    <a:ext uri="{FF2B5EF4-FFF2-40B4-BE49-F238E27FC236}">
                      <a16:creationId xmlns:a16="http://schemas.microsoft.com/office/drawing/2014/main" id="{FF1FAB09-B1CE-3141-88A9-9F50E2CD292B}"/>
                    </a:ext>
                  </a:extLst>
                </p:cNvPr>
                <p:cNvPicPr/>
                <p:nvPr/>
              </p:nvPicPr>
              <p:blipFill>
                <a:blip r:embed="rId1023"/>
                <a:stretch>
                  <a:fillRect/>
                </a:stretch>
              </p:blipFill>
              <p:spPr>
                <a:xfrm>
                  <a:off x="9811598" y="2503984"/>
                  <a:ext cx="2653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4">
              <p14:nvContentPartPr>
                <p14:cNvPr id="775" name="Ink 774">
                  <a:extLst>
                    <a:ext uri="{FF2B5EF4-FFF2-40B4-BE49-F238E27FC236}">
                      <a16:creationId xmlns:a16="http://schemas.microsoft.com/office/drawing/2014/main" id="{E7B65B9A-8FF6-2B44-A47C-47777B83C6E9}"/>
                    </a:ext>
                  </a:extLst>
                </p14:cNvPr>
                <p14:cNvContentPartPr/>
                <p14:nvPr/>
              </p14:nvContentPartPr>
              <p14:xfrm>
                <a:off x="10040198" y="2431264"/>
                <a:ext cx="7200" cy="11160"/>
              </p14:xfrm>
            </p:contentPart>
          </mc:Choice>
          <mc:Fallback xmlns="">
            <p:pic>
              <p:nvPicPr>
                <p:cNvPr id="775" name="Ink 774">
                  <a:extLst>
                    <a:ext uri="{FF2B5EF4-FFF2-40B4-BE49-F238E27FC236}">
                      <a16:creationId xmlns:a16="http://schemas.microsoft.com/office/drawing/2014/main" id="{E7B65B9A-8FF6-2B44-A47C-47777B83C6E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024718" y="2415784"/>
                  <a:ext cx="378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5">
              <p14:nvContentPartPr>
                <p14:cNvPr id="776" name="Ink 775">
                  <a:extLst>
                    <a:ext uri="{FF2B5EF4-FFF2-40B4-BE49-F238E27FC236}">
                      <a16:creationId xmlns:a16="http://schemas.microsoft.com/office/drawing/2014/main" id="{E73F9971-EC87-3544-897D-54DCB6DBCE77}"/>
                    </a:ext>
                  </a:extLst>
                </p14:cNvPr>
                <p14:cNvContentPartPr/>
                <p14:nvPr/>
              </p14:nvContentPartPr>
              <p14:xfrm>
                <a:off x="10113998" y="2408584"/>
                <a:ext cx="21600" cy="258480"/>
              </p14:xfrm>
            </p:contentPart>
          </mc:Choice>
          <mc:Fallback xmlns="">
            <p:pic>
              <p:nvPicPr>
                <p:cNvPr id="776" name="Ink 775">
                  <a:extLst>
                    <a:ext uri="{FF2B5EF4-FFF2-40B4-BE49-F238E27FC236}">
                      <a16:creationId xmlns:a16="http://schemas.microsoft.com/office/drawing/2014/main" id="{E73F9971-EC87-3544-897D-54DCB6DBCE77}"/>
                    </a:ext>
                  </a:extLst>
                </p:cNvPr>
                <p:cNvPicPr/>
                <p:nvPr/>
              </p:nvPicPr>
              <p:blipFill>
                <a:blip r:embed="rId1026"/>
                <a:stretch>
                  <a:fillRect/>
                </a:stretch>
              </p:blipFill>
              <p:spPr>
                <a:xfrm>
                  <a:off x="10098878" y="2393104"/>
                  <a:ext cx="522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7">
              <p14:nvContentPartPr>
                <p14:cNvPr id="777" name="Ink 776">
                  <a:extLst>
                    <a:ext uri="{FF2B5EF4-FFF2-40B4-BE49-F238E27FC236}">
                      <a16:creationId xmlns:a16="http://schemas.microsoft.com/office/drawing/2014/main" id="{31D2B521-0F9C-0F49-96A6-670D15C32370}"/>
                    </a:ext>
                  </a:extLst>
                </p14:cNvPr>
                <p14:cNvContentPartPr/>
                <p14:nvPr/>
              </p14:nvContentPartPr>
              <p14:xfrm>
                <a:off x="10192118" y="2397424"/>
                <a:ext cx="38520" cy="234720"/>
              </p14:xfrm>
            </p:contentPart>
          </mc:Choice>
          <mc:Fallback xmlns="">
            <p:pic>
              <p:nvPicPr>
                <p:cNvPr id="777" name="Ink 776">
                  <a:extLst>
                    <a:ext uri="{FF2B5EF4-FFF2-40B4-BE49-F238E27FC236}">
                      <a16:creationId xmlns:a16="http://schemas.microsoft.com/office/drawing/2014/main" id="{31D2B521-0F9C-0F49-96A6-670D15C32370}"/>
                    </a:ext>
                  </a:extLst>
                </p:cNvPr>
                <p:cNvPicPr/>
                <p:nvPr/>
              </p:nvPicPr>
              <p:blipFill>
                <a:blip r:embed="rId1028"/>
                <a:stretch>
                  <a:fillRect/>
                </a:stretch>
              </p:blipFill>
              <p:spPr>
                <a:xfrm>
                  <a:off x="10176638" y="2381944"/>
                  <a:ext cx="691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9">
              <p14:nvContentPartPr>
                <p14:cNvPr id="778" name="Ink 777">
                  <a:extLst>
                    <a:ext uri="{FF2B5EF4-FFF2-40B4-BE49-F238E27FC236}">
                      <a16:creationId xmlns:a16="http://schemas.microsoft.com/office/drawing/2014/main" id="{E55C113E-E6BD-F04B-A605-6382F969E740}"/>
                    </a:ext>
                  </a:extLst>
                </p14:cNvPr>
                <p14:cNvContentPartPr/>
                <p14:nvPr/>
              </p14:nvContentPartPr>
              <p14:xfrm>
                <a:off x="10301558" y="2475544"/>
                <a:ext cx="208080" cy="159840"/>
              </p14:xfrm>
            </p:contentPart>
          </mc:Choice>
          <mc:Fallback xmlns="">
            <p:pic>
              <p:nvPicPr>
                <p:cNvPr id="778" name="Ink 777">
                  <a:extLst>
                    <a:ext uri="{FF2B5EF4-FFF2-40B4-BE49-F238E27FC236}">
                      <a16:creationId xmlns:a16="http://schemas.microsoft.com/office/drawing/2014/main" id="{E55C113E-E6BD-F04B-A605-6382F969E740}"/>
                    </a:ext>
                  </a:extLst>
                </p:cNvPr>
                <p:cNvPicPr/>
                <p:nvPr/>
              </p:nvPicPr>
              <p:blipFill>
                <a:blip r:embed="rId1030"/>
                <a:stretch>
                  <a:fillRect/>
                </a:stretch>
              </p:blipFill>
              <p:spPr>
                <a:xfrm>
                  <a:off x="10286438" y="2460064"/>
                  <a:ext cx="2386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1">
              <p14:nvContentPartPr>
                <p14:cNvPr id="779" name="Ink 778">
                  <a:extLst>
                    <a:ext uri="{FF2B5EF4-FFF2-40B4-BE49-F238E27FC236}">
                      <a16:creationId xmlns:a16="http://schemas.microsoft.com/office/drawing/2014/main" id="{3C2A0280-986F-FD43-BC7C-F9199E052E9F}"/>
                    </a:ext>
                  </a:extLst>
                </p14:cNvPr>
                <p14:cNvContentPartPr/>
                <p14:nvPr/>
              </p14:nvContentPartPr>
              <p14:xfrm>
                <a:off x="10548878" y="2464384"/>
                <a:ext cx="34560" cy="167040"/>
              </p14:xfrm>
            </p:contentPart>
          </mc:Choice>
          <mc:Fallback xmlns="">
            <p:pic>
              <p:nvPicPr>
                <p:cNvPr id="779" name="Ink 778">
                  <a:extLst>
                    <a:ext uri="{FF2B5EF4-FFF2-40B4-BE49-F238E27FC236}">
                      <a16:creationId xmlns:a16="http://schemas.microsoft.com/office/drawing/2014/main" id="{3C2A0280-986F-FD43-BC7C-F9199E052E9F}"/>
                    </a:ext>
                  </a:extLst>
                </p:cNvPr>
                <p:cNvPicPr/>
                <p:nvPr/>
              </p:nvPicPr>
              <p:blipFill>
                <a:blip r:embed="rId1032"/>
                <a:stretch>
                  <a:fillRect/>
                </a:stretch>
              </p:blipFill>
              <p:spPr>
                <a:xfrm>
                  <a:off x="10533758" y="2448904"/>
                  <a:ext cx="651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3">
              <p14:nvContentPartPr>
                <p14:cNvPr id="780" name="Ink 779">
                  <a:extLst>
                    <a:ext uri="{FF2B5EF4-FFF2-40B4-BE49-F238E27FC236}">
                      <a16:creationId xmlns:a16="http://schemas.microsoft.com/office/drawing/2014/main" id="{29FE45DE-513E-B64A-9F31-0ADA7B939D51}"/>
                    </a:ext>
                  </a:extLst>
                </p14:cNvPr>
                <p14:cNvContentPartPr/>
                <p14:nvPr/>
              </p14:nvContentPartPr>
              <p14:xfrm>
                <a:off x="10593518" y="2428024"/>
                <a:ext cx="1800" cy="3240"/>
              </p14:xfrm>
            </p:contentPart>
          </mc:Choice>
          <mc:Fallback xmlns="">
            <p:pic>
              <p:nvPicPr>
                <p:cNvPr id="780" name="Ink 779">
                  <a:extLst>
                    <a:ext uri="{FF2B5EF4-FFF2-40B4-BE49-F238E27FC236}">
                      <a16:creationId xmlns:a16="http://schemas.microsoft.com/office/drawing/2014/main" id="{29FE45DE-513E-B64A-9F31-0ADA7B939D5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578398" y="2412544"/>
                  <a:ext cx="32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4">
              <p14:nvContentPartPr>
                <p14:cNvPr id="781" name="Ink 780">
                  <a:extLst>
                    <a:ext uri="{FF2B5EF4-FFF2-40B4-BE49-F238E27FC236}">
                      <a16:creationId xmlns:a16="http://schemas.microsoft.com/office/drawing/2014/main" id="{653FD09B-2578-364C-A4F0-83EBCB445DF0}"/>
                    </a:ext>
                  </a:extLst>
                </p14:cNvPr>
                <p14:cNvContentPartPr/>
                <p14:nvPr/>
              </p14:nvContentPartPr>
              <p14:xfrm>
                <a:off x="10614398" y="2489224"/>
                <a:ext cx="135000" cy="123840"/>
              </p14:xfrm>
            </p:contentPart>
          </mc:Choice>
          <mc:Fallback xmlns="">
            <p:pic>
              <p:nvPicPr>
                <p:cNvPr id="781" name="Ink 780">
                  <a:extLst>
                    <a:ext uri="{FF2B5EF4-FFF2-40B4-BE49-F238E27FC236}">
                      <a16:creationId xmlns:a16="http://schemas.microsoft.com/office/drawing/2014/main" id="{653FD09B-2578-364C-A4F0-83EBCB445DF0}"/>
                    </a:ext>
                  </a:extLst>
                </p:cNvPr>
                <p:cNvPicPr/>
                <p:nvPr/>
              </p:nvPicPr>
              <p:blipFill>
                <a:blip r:embed="rId1035"/>
                <a:stretch>
                  <a:fillRect/>
                </a:stretch>
              </p:blipFill>
              <p:spPr>
                <a:xfrm>
                  <a:off x="10598918" y="2474104"/>
                  <a:ext cx="1656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6">
              <p14:nvContentPartPr>
                <p14:cNvPr id="783" name="Ink 782">
                  <a:extLst>
                    <a:ext uri="{FF2B5EF4-FFF2-40B4-BE49-F238E27FC236}">
                      <a16:creationId xmlns:a16="http://schemas.microsoft.com/office/drawing/2014/main" id="{E912A7F2-9428-3B49-87A7-71667B682ABB}"/>
                    </a:ext>
                  </a:extLst>
                </p14:cNvPr>
                <p14:cNvContentPartPr/>
                <p14:nvPr/>
              </p14:nvContentPartPr>
              <p14:xfrm>
                <a:off x="10026518" y="2839864"/>
                <a:ext cx="98640" cy="130320"/>
              </p14:xfrm>
            </p:contentPart>
          </mc:Choice>
          <mc:Fallback xmlns="">
            <p:pic>
              <p:nvPicPr>
                <p:cNvPr id="783" name="Ink 782">
                  <a:extLst>
                    <a:ext uri="{FF2B5EF4-FFF2-40B4-BE49-F238E27FC236}">
                      <a16:creationId xmlns:a16="http://schemas.microsoft.com/office/drawing/2014/main" id="{E912A7F2-9428-3B49-87A7-71667B682ABB}"/>
                    </a:ext>
                  </a:extLst>
                </p:cNvPr>
                <p:cNvPicPr/>
                <p:nvPr/>
              </p:nvPicPr>
              <p:blipFill>
                <a:blip r:embed="rId1037"/>
                <a:stretch>
                  <a:fillRect/>
                </a:stretch>
              </p:blipFill>
              <p:spPr>
                <a:xfrm>
                  <a:off x="10011398" y="2824744"/>
                  <a:ext cx="1288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8">
              <p14:nvContentPartPr>
                <p14:cNvPr id="784" name="Ink 783">
                  <a:extLst>
                    <a:ext uri="{FF2B5EF4-FFF2-40B4-BE49-F238E27FC236}">
                      <a16:creationId xmlns:a16="http://schemas.microsoft.com/office/drawing/2014/main" id="{D61AADC7-3F85-1348-9698-3327532CD1C8}"/>
                    </a:ext>
                  </a:extLst>
                </p14:cNvPr>
                <p14:cNvContentPartPr/>
                <p14:nvPr/>
              </p14:nvContentPartPr>
              <p14:xfrm>
                <a:off x="10192118" y="2754184"/>
                <a:ext cx="46080" cy="223560"/>
              </p14:xfrm>
            </p:contentPart>
          </mc:Choice>
          <mc:Fallback xmlns="">
            <p:pic>
              <p:nvPicPr>
                <p:cNvPr id="784" name="Ink 783">
                  <a:extLst>
                    <a:ext uri="{FF2B5EF4-FFF2-40B4-BE49-F238E27FC236}">
                      <a16:creationId xmlns:a16="http://schemas.microsoft.com/office/drawing/2014/main" id="{D61AADC7-3F85-1348-9698-3327532CD1C8}"/>
                    </a:ext>
                  </a:extLst>
                </p:cNvPr>
                <p:cNvPicPr/>
                <p:nvPr/>
              </p:nvPicPr>
              <p:blipFill>
                <a:blip r:embed="rId1039"/>
                <a:stretch>
                  <a:fillRect/>
                </a:stretch>
              </p:blipFill>
              <p:spPr>
                <a:xfrm>
                  <a:off x="10176638" y="2739064"/>
                  <a:ext cx="766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0">
              <p14:nvContentPartPr>
                <p14:cNvPr id="785" name="Ink 784">
                  <a:extLst>
                    <a:ext uri="{FF2B5EF4-FFF2-40B4-BE49-F238E27FC236}">
                      <a16:creationId xmlns:a16="http://schemas.microsoft.com/office/drawing/2014/main" id="{70BA33AC-F640-4C46-A334-A786D7FB54AB}"/>
                    </a:ext>
                  </a:extLst>
                </p14:cNvPr>
                <p14:cNvContentPartPr/>
                <p14:nvPr/>
              </p14:nvContentPartPr>
              <p14:xfrm>
                <a:off x="10281398" y="2743024"/>
                <a:ext cx="34920" cy="244080"/>
              </p14:xfrm>
            </p:contentPart>
          </mc:Choice>
          <mc:Fallback xmlns="">
            <p:pic>
              <p:nvPicPr>
                <p:cNvPr id="785" name="Ink 784">
                  <a:extLst>
                    <a:ext uri="{FF2B5EF4-FFF2-40B4-BE49-F238E27FC236}">
                      <a16:creationId xmlns:a16="http://schemas.microsoft.com/office/drawing/2014/main" id="{70BA33AC-F640-4C46-A334-A786D7FB54AB}"/>
                    </a:ext>
                  </a:extLst>
                </p:cNvPr>
                <p:cNvPicPr/>
                <p:nvPr/>
              </p:nvPicPr>
              <p:blipFill>
                <a:blip r:embed="rId1041"/>
                <a:stretch>
                  <a:fillRect/>
                </a:stretch>
              </p:blipFill>
              <p:spPr>
                <a:xfrm>
                  <a:off x="10265918" y="2727904"/>
                  <a:ext cx="655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2">
              <p14:nvContentPartPr>
                <p14:cNvPr id="786" name="Ink 785">
                  <a:extLst>
                    <a:ext uri="{FF2B5EF4-FFF2-40B4-BE49-F238E27FC236}">
                      <a16:creationId xmlns:a16="http://schemas.microsoft.com/office/drawing/2014/main" id="{C9A15F97-725E-F446-B5E5-1B45DC9FC61E}"/>
                    </a:ext>
                  </a:extLst>
                </p14:cNvPr>
                <p14:cNvContentPartPr/>
                <p14:nvPr/>
              </p14:nvContentPartPr>
              <p14:xfrm>
                <a:off x="10136318" y="2803144"/>
                <a:ext cx="451440" cy="151560"/>
              </p14:xfrm>
            </p:contentPart>
          </mc:Choice>
          <mc:Fallback xmlns="">
            <p:pic>
              <p:nvPicPr>
                <p:cNvPr id="786" name="Ink 785">
                  <a:extLst>
                    <a:ext uri="{FF2B5EF4-FFF2-40B4-BE49-F238E27FC236}">
                      <a16:creationId xmlns:a16="http://schemas.microsoft.com/office/drawing/2014/main" id="{C9A15F97-725E-F446-B5E5-1B45DC9FC61E}"/>
                    </a:ext>
                  </a:extLst>
                </p:cNvPr>
                <p:cNvPicPr/>
                <p:nvPr/>
              </p:nvPicPr>
              <p:blipFill>
                <a:blip r:embed="rId1043"/>
                <a:stretch>
                  <a:fillRect/>
                </a:stretch>
              </p:blipFill>
              <p:spPr>
                <a:xfrm>
                  <a:off x="10120838" y="2787664"/>
                  <a:ext cx="4820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4">
              <p14:nvContentPartPr>
                <p14:cNvPr id="787" name="Ink 786">
                  <a:extLst>
                    <a:ext uri="{FF2B5EF4-FFF2-40B4-BE49-F238E27FC236}">
                      <a16:creationId xmlns:a16="http://schemas.microsoft.com/office/drawing/2014/main" id="{E87608FC-B650-EC4E-B6EE-DD8D60FFFBBB}"/>
                    </a:ext>
                  </a:extLst>
                </p14:cNvPr>
                <p14:cNvContentPartPr/>
                <p14:nvPr/>
              </p14:nvContentPartPr>
              <p14:xfrm>
                <a:off x="10631678" y="2809624"/>
                <a:ext cx="163080" cy="152280"/>
              </p14:xfrm>
            </p:contentPart>
          </mc:Choice>
          <mc:Fallback xmlns="">
            <p:pic>
              <p:nvPicPr>
                <p:cNvPr id="787" name="Ink 786">
                  <a:extLst>
                    <a:ext uri="{FF2B5EF4-FFF2-40B4-BE49-F238E27FC236}">
                      <a16:creationId xmlns:a16="http://schemas.microsoft.com/office/drawing/2014/main" id="{E87608FC-B650-EC4E-B6EE-DD8D60FFFBBB}"/>
                    </a:ext>
                  </a:extLst>
                </p:cNvPr>
                <p:cNvPicPr/>
                <p:nvPr/>
              </p:nvPicPr>
              <p:blipFill>
                <a:blip r:embed="rId1045"/>
                <a:stretch>
                  <a:fillRect/>
                </a:stretch>
              </p:blipFill>
              <p:spPr>
                <a:xfrm>
                  <a:off x="10616558" y="2794504"/>
                  <a:ext cx="1936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6">
              <p14:nvContentPartPr>
                <p14:cNvPr id="788" name="Ink 787">
                  <a:extLst>
                    <a:ext uri="{FF2B5EF4-FFF2-40B4-BE49-F238E27FC236}">
                      <a16:creationId xmlns:a16="http://schemas.microsoft.com/office/drawing/2014/main" id="{37E8678E-A759-8043-B235-550540CAAD9C}"/>
                    </a:ext>
                  </a:extLst>
                </p14:cNvPr>
                <p14:cNvContentPartPr/>
                <p14:nvPr/>
              </p14:nvContentPartPr>
              <p14:xfrm>
                <a:off x="10854158" y="2813944"/>
                <a:ext cx="205920" cy="146520"/>
              </p14:xfrm>
            </p:contentPart>
          </mc:Choice>
          <mc:Fallback xmlns="">
            <p:pic>
              <p:nvPicPr>
                <p:cNvPr id="788" name="Ink 787">
                  <a:extLst>
                    <a:ext uri="{FF2B5EF4-FFF2-40B4-BE49-F238E27FC236}">
                      <a16:creationId xmlns:a16="http://schemas.microsoft.com/office/drawing/2014/main" id="{37E8678E-A759-8043-B235-550540CAAD9C}"/>
                    </a:ext>
                  </a:extLst>
                </p:cNvPr>
                <p:cNvPicPr/>
                <p:nvPr/>
              </p:nvPicPr>
              <p:blipFill>
                <a:blip r:embed="rId1047"/>
                <a:stretch>
                  <a:fillRect/>
                </a:stretch>
              </p:blipFill>
              <p:spPr>
                <a:xfrm>
                  <a:off x="10838678" y="2798464"/>
                  <a:ext cx="2365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8">
              <p14:nvContentPartPr>
                <p14:cNvPr id="789" name="Ink 788">
                  <a:extLst>
                    <a:ext uri="{FF2B5EF4-FFF2-40B4-BE49-F238E27FC236}">
                      <a16:creationId xmlns:a16="http://schemas.microsoft.com/office/drawing/2014/main" id="{0FBAB61E-AE2C-AC4A-810D-4E46D4AAF091}"/>
                    </a:ext>
                  </a:extLst>
                </p14:cNvPr>
                <p14:cNvContentPartPr/>
                <p14:nvPr/>
              </p14:nvContentPartPr>
              <p14:xfrm>
                <a:off x="11139998" y="2743024"/>
                <a:ext cx="26640" cy="229320"/>
              </p14:xfrm>
            </p:contentPart>
          </mc:Choice>
          <mc:Fallback xmlns="">
            <p:pic>
              <p:nvPicPr>
                <p:cNvPr id="789" name="Ink 788">
                  <a:extLst>
                    <a:ext uri="{FF2B5EF4-FFF2-40B4-BE49-F238E27FC236}">
                      <a16:creationId xmlns:a16="http://schemas.microsoft.com/office/drawing/2014/main" id="{0FBAB61E-AE2C-AC4A-810D-4E46D4AAF091}"/>
                    </a:ext>
                  </a:extLst>
                </p:cNvPr>
                <p:cNvPicPr/>
                <p:nvPr/>
              </p:nvPicPr>
              <p:blipFill>
                <a:blip r:embed="rId1049"/>
                <a:stretch>
                  <a:fillRect/>
                </a:stretch>
              </p:blipFill>
              <p:spPr>
                <a:xfrm>
                  <a:off x="11124518" y="2727904"/>
                  <a:ext cx="572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0">
              <p14:nvContentPartPr>
                <p14:cNvPr id="790" name="Ink 789">
                  <a:extLst>
                    <a:ext uri="{FF2B5EF4-FFF2-40B4-BE49-F238E27FC236}">
                      <a16:creationId xmlns:a16="http://schemas.microsoft.com/office/drawing/2014/main" id="{BBECCE65-74B3-8A4E-B1E2-4F12BE3C7BE0}"/>
                    </a:ext>
                  </a:extLst>
                </p14:cNvPr>
                <p14:cNvContentPartPr/>
                <p14:nvPr/>
              </p14:nvContentPartPr>
              <p14:xfrm>
                <a:off x="11050718" y="2827264"/>
                <a:ext cx="465840" cy="141840"/>
              </p14:xfrm>
            </p:contentPart>
          </mc:Choice>
          <mc:Fallback xmlns="">
            <p:pic>
              <p:nvPicPr>
                <p:cNvPr id="790" name="Ink 789">
                  <a:extLst>
                    <a:ext uri="{FF2B5EF4-FFF2-40B4-BE49-F238E27FC236}">
                      <a16:creationId xmlns:a16="http://schemas.microsoft.com/office/drawing/2014/main" id="{BBECCE65-74B3-8A4E-B1E2-4F12BE3C7BE0}"/>
                    </a:ext>
                  </a:extLst>
                </p:cNvPr>
                <p:cNvPicPr/>
                <p:nvPr/>
              </p:nvPicPr>
              <p:blipFill>
                <a:blip r:embed="rId1051"/>
                <a:stretch>
                  <a:fillRect/>
                </a:stretch>
              </p:blipFill>
              <p:spPr>
                <a:xfrm>
                  <a:off x="11035238" y="2812144"/>
                  <a:ext cx="4960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2">
              <p14:nvContentPartPr>
                <p14:cNvPr id="791" name="Ink 790">
                  <a:extLst>
                    <a:ext uri="{FF2B5EF4-FFF2-40B4-BE49-F238E27FC236}">
                      <a16:creationId xmlns:a16="http://schemas.microsoft.com/office/drawing/2014/main" id="{F022EB19-6901-D74A-9D24-FA79D1B26AE7}"/>
                    </a:ext>
                  </a:extLst>
                </p14:cNvPr>
                <p14:cNvContentPartPr/>
                <p14:nvPr/>
              </p14:nvContentPartPr>
              <p14:xfrm>
                <a:off x="11528438" y="2754184"/>
                <a:ext cx="1800" cy="15480"/>
              </p14:xfrm>
            </p:contentPart>
          </mc:Choice>
          <mc:Fallback xmlns="">
            <p:pic>
              <p:nvPicPr>
                <p:cNvPr id="791" name="Ink 790">
                  <a:extLst>
                    <a:ext uri="{FF2B5EF4-FFF2-40B4-BE49-F238E27FC236}">
                      <a16:creationId xmlns:a16="http://schemas.microsoft.com/office/drawing/2014/main" id="{F022EB19-6901-D74A-9D24-FA79D1B26AE7}"/>
                    </a:ext>
                  </a:extLst>
                </p:cNvPr>
                <p:cNvPicPr/>
                <p:nvPr/>
              </p:nvPicPr>
              <p:blipFill>
                <a:blip r:embed="rId1053"/>
                <a:stretch>
                  <a:fillRect/>
                </a:stretch>
              </p:blipFill>
              <p:spPr>
                <a:xfrm>
                  <a:off x="11513318" y="2738704"/>
                  <a:ext cx="324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4">
              <p14:nvContentPartPr>
                <p14:cNvPr id="792" name="Ink 791">
                  <a:extLst>
                    <a:ext uri="{FF2B5EF4-FFF2-40B4-BE49-F238E27FC236}">
                      <a16:creationId xmlns:a16="http://schemas.microsoft.com/office/drawing/2014/main" id="{0BC575D9-9140-5243-BEBA-5F76D5117B3A}"/>
                    </a:ext>
                  </a:extLst>
                </p14:cNvPr>
                <p14:cNvContentPartPr/>
                <p14:nvPr/>
              </p14:nvContentPartPr>
              <p14:xfrm>
                <a:off x="11582438" y="2798824"/>
                <a:ext cx="133560" cy="124200"/>
              </p14:xfrm>
            </p:contentPart>
          </mc:Choice>
          <mc:Fallback xmlns="">
            <p:pic>
              <p:nvPicPr>
                <p:cNvPr id="792" name="Ink 791">
                  <a:extLst>
                    <a:ext uri="{FF2B5EF4-FFF2-40B4-BE49-F238E27FC236}">
                      <a16:creationId xmlns:a16="http://schemas.microsoft.com/office/drawing/2014/main" id="{0BC575D9-9140-5243-BEBA-5F76D5117B3A}"/>
                    </a:ext>
                  </a:extLst>
                </p:cNvPr>
                <p:cNvPicPr/>
                <p:nvPr/>
              </p:nvPicPr>
              <p:blipFill>
                <a:blip r:embed="rId1055"/>
                <a:stretch>
                  <a:fillRect/>
                </a:stretch>
              </p:blipFill>
              <p:spPr>
                <a:xfrm>
                  <a:off x="11567318" y="2783704"/>
                  <a:ext cx="1638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6">
              <p14:nvContentPartPr>
                <p14:cNvPr id="793" name="Ink 792">
                  <a:extLst>
                    <a:ext uri="{FF2B5EF4-FFF2-40B4-BE49-F238E27FC236}">
                      <a16:creationId xmlns:a16="http://schemas.microsoft.com/office/drawing/2014/main" id="{9DFEFEF3-E041-8D4C-A9AA-ADFA5DC6118E}"/>
                    </a:ext>
                  </a:extLst>
                </p14:cNvPr>
                <p14:cNvContentPartPr/>
                <p14:nvPr/>
              </p14:nvContentPartPr>
              <p14:xfrm>
                <a:off x="11672438" y="2512984"/>
                <a:ext cx="177840" cy="470160"/>
              </p14:xfrm>
            </p:contentPart>
          </mc:Choice>
          <mc:Fallback xmlns="">
            <p:pic>
              <p:nvPicPr>
                <p:cNvPr id="793" name="Ink 792">
                  <a:extLst>
                    <a:ext uri="{FF2B5EF4-FFF2-40B4-BE49-F238E27FC236}">
                      <a16:creationId xmlns:a16="http://schemas.microsoft.com/office/drawing/2014/main" id="{9DFEFEF3-E041-8D4C-A9AA-ADFA5DC6118E}"/>
                    </a:ext>
                  </a:extLst>
                </p:cNvPr>
                <p:cNvPicPr/>
                <p:nvPr/>
              </p:nvPicPr>
              <p:blipFill>
                <a:blip r:embed="rId1057"/>
                <a:stretch>
                  <a:fillRect/>
                </a:stretch>
              </p:blipFill>
              <p:spPr>
                <a:xfrm>
                  <a:off x="11656958" y="2497504"/>
                  <a:ext cx="20844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8">
              <p14:nvContentPartPr>
                <p14:cNvPr id="795" name="Ink 794">
                  <a:extLst>
                    <a:ext uri="{FF2B5EF4-FFF2-40B4-BE49-F238E27FC236}">
                      <a16:creationId xmlns:a16="http://schemas.microsoft.com/office/drawing/2014/main" id="{A8C2802B-37DA-E34A-829B-22C91400FA11}"/>
                    </a:ext>
                  </a:extLst>
                </p14:cNvPr>
                <p14:cNvContentPartPr/>
                <p14:nvPr/>
              </p14:nvContentPartPr>
              <p14:xfrm>
                <a:off x="9600998" y="2725744"/>
                <a:ext cx="916920" cy="12960"/>
              </p14:xfrm>
            </p:contentPart>
          </mc:Choice>
          <mc:Fallback xmlns="">
            <p:pic>
              <p:nvPicPr>
                <p:cNvPr id="795" name="Ink 794">
                  <a:extLst>
                    <a:ext uri="{FF2B5EF4-FFF2-40B4-BE49-F238E27FC236}">
                      <a16:creationId xmlns:a16="http://schemas.microsoft.com/office/drawing/2014/main" id="{A8C2802B-37DA-E34A-829B-22C91400FA11}"/>
                    </a:ext>
                  </a:extLst>
                </p:cNvPr>
                <p:cNvPicPr/>
                <p:nvPr/>
              </p:nvPicPr>
              <p:blipFill>
                <a:blip r:embed="rId1059"/>
                <a:stretch>
                  <a:fillRect/>
                </a:stretch>
              </p:blipFill>
              <p:spPr>
                <a:xfrm>
                  <a:off x="9585878" y="2710624"/>
                  <a:ext cx="9475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0">
              <p14:nvContentPartPr>
                <p14:cNvPr id="797" name="Ink 796">
                  <a:extLst>
                    <a:ext uri="{FF2B5EF4-FFF2-40B4-BE49-F238E27FC236}">
                      <a16:creationId xmlns:a16="http://schemas.microsoft.com/office/drawing/2014/main" id="{59E2AC8C-D995-C642-BFFF-0836D6D4817C}"/>
                    </a:ext>
                  </a:extLst>
                </p14:cNvPr>
                <p14:cNvContentPartPr/>
                <p14:nvPr/>
              </p14:nvContentPartPr>
              <p14:xfrm>
                <a:off x="10091678" y="3055144"/>
                <a:ext cx="1447920" cy="23760"/>
              </p14:xfrm>
            </p:contentPart>
          </mc:Choice>
          <mc:Fallback xmlns="">
            <p:pic>
              <p:nvPicPr>
                <p:cNvPr id="797" name="Ink 796">
                  <a:extLst>
                    <a:ext uri="{FF2B5EF4-FFF2-40B4-BE49-F238E27FC236}">
                      <a16:creationId xmlns:a16="http://schemas.microsoft.com/office/drawing/2014/main" id="{59E2AC8C-D995-C642-BFFF-0836D6D4817C}"/>
                    </a:ext>
                  </a:extLst>
                </p:cNvPr>
                <p:cNvPicPr/>
                <p:nvPr/>
              </p:nvPicPr>
              <p:blipFill>
                <a:blip r:embed="rId1061"/>
                <a:stretch>
                  <a:fillRect/>
                </a:stretch>
              </p:blipFill>
              <p:spPr>
                <a:xfrm>
                  <a:off x="10076558" y="3040024"/>
                  <a:ext cx="147852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1" name="Group 830">
            <a:extLst>
              <a:ext uri="{FF2B5EF4-FFF2-40B4-BE49-F238E27FC236}">
                <a16:creationId xmlns:a16="http://schemas.microsoft.com/office/drawing/2014/main" id="{F8A531C2-30CD-8F40-A02B-421F5A928C62}"/>
              </a:ext>
            </a:extLst>
          </p:cNvPr>
          <p:cNvGrpSpPr/>
          <p:nvPr/>
        </p:nvGrpSpPr>
        <p:grpSpPr>
          <a:xfrm>
            <a:off x="9244238" y="3195544"/>
            <a:ext cx="2161080" cy="749880"/>
            <a:chOff x="9244238" y="3195544"/>
            <a:chExt cx="2161080" cy="74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2">
              <p14:nvContentPartPr>
                <p14:cNvPr id="799" name="Ink 798">
                  <a:extLst>
                    <a:ext uri="{FF2B5EF4-FFF2-40B4-BE49-F238E27FC236}">
                      <a16:creationId xmlns:a16="http://schemas.microsoft.com/office/drawing/2014/main" id="{ACFFFF20-D4DF-0F44-905D-4D3DFA3EE9D1}"/>
                    </a:ext>
                  </a:extLst>
                </p14:cNvPr>
                <p14:cNvContentPartPr/>
                <p14:nvPr/>
              </p14:nvContentPartPr>
              <p14:xfrm>
                <a:off x="9244238" y="3253144"/>
                <a:ext cx="163440" cy="187200"/>
              </p14:xfrm>
            </p:contentPart>
          </mc:Choice>
          <mc:Fallback xmlns="">
            <p:pic>
              <p:nvPicPr>
                <p:cNvPr id="799" name="Ink 798">
                  <a:extLst>
                    <a:ext uri="{FF2B5EF4-FFF2-40B4-BE49-F238E27FC236}">
                      <a16:creationId xmlns:a16="http://schemas.microsoft.com/office/drawing/2014/main" id="{ACFFFF20-D4DF-0F44-905D-4D3DFA3EE9D1}"/>
                    </a:ext>
                  </a:extLst>
                </p:cNvPr>
                <p:cNvPicPr/>
                <p:nvPr/>
              </p:nvPicPr>
              <p:blipFill>
                <a:blip r:embed="rId1063"/>
                <a:stretch>
                  <a:fillRect/>
                </a:stretch>
              </p:blipFill>
              <p:spPr>
                <a:xfrm>
                  <a:off x="9228758" y="3237664"/>
                  <a:ext cx="1940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4">
              <p14:nvContentPartPr>
                <p14:cNvPr id="800" name="Ink 799">
                  <a:extLst>
                    <a:ext uri="{FF2B5EF4-FFF2-40B4-BE49-F238E27FC236}">
                      <a16:creationId xmlns:a16="http://schemas.microsoft.com/office/drawing/2014/main" id="{7B6FF005-9E29-2A45-B701-BD987DDECD20}"/>
                    </a:ext>
                  </a:extLst>
                </p14:cNvPr>
                <p14:cNvContentPartPr/>
                <p14:nvPr/>
              </p14:nvContentPartPr>
              <p14:xfrm>
                <a:off x="9447638" y="3244864"/>
                <a:ext cx="63720" cy="169200"/>
              </p14:xfrm>
            </p:contentPart>
          </mc:Choice>
          <mc:Fallback xmlns="">
            <p:pic>
              <p:nvPicPr>
                <p:cNvPr id="800" name="Ink 799">
                  <a:extLst>
                    <a:ext uri="{FF2B5EF4-FFF2-40B4-BE49-F238E27FC236}">
                      <a16:creationId xmlns:a16="http://schemas.microsoft.com/office/drawing/2014/main" id="{7B6FF005-9E29-2A45-B701-BD987DDECD20}"/>
                    </a:ext>
                  </a:extLst>
                </p:cNvPr>
                <p:cNvPicPr/>
                <p:nvPr/>
              </p:nvPicPr>
              <p:blipFill>
                <a:blip r:embed="rId1065"/>
                <a:stretch>
                  <a:fillRect/>
                </a:stretch>
              </p:blipFill>
              <p:spPr>
                <a:xfrm>
                  <a:off x="9432158" y="3229744"/>
                  <a:ext cx="943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6">
              <p14:nvContentPartPr>
                <p14:cNvPr id="801" name="Ink 800">
                  <a:extLst>
                    <a:ext uri="{FF2B5EF4-FFF2-40B4-BE49-F238E27FC236}">
                      <a16:creationId xmlns:a16="http://schemas.microsoft.com/office/drawing/2014/main" id="{A997EB5D-CA67-584A-8508-A3E01A51BB3F}"/>
                    </a:ext>
                  </a:extLst>
                </p14:cNvPr>
                <p14:cNvContentPartPr/>
                <p14:nvPr/>
              </p14:nvContentPartPr>
              <p14:xfrm>
                <a:off x="9545198" y="3217144"/>
                <a:ext cx="77760" cy="176760"/>
              </p14:xfrm>
            </p:contentPart>
          </mc:Choice>
          <mc:Fallback xmlns="">
            <p:pic>
              <p:nvPicPr>
                <p:cNvPr id="801" name="Ink 800">
                  <a:extLst>
                    <a:ext uri="{FF2B5EF4-FFF2-40B4-BE49-F238E27FC236}">
                      <a16:creationId xmlns:a16="http://schemas.microsoft.com/office/drawing/2014/main" id="{A997EB5D-CA67-584A-8508-A3E01A51BB3F}"/>
                    </a:ext>
                  </a:extLst>
                </p:cNvPr>
                <p:cNvPicPr/>
                <p:nvPr/>
              </p:nvPicPr>
              <p:blipFill>
                <a:blip r:embed="rId1067"/>
                <a:stretch>
                  <a:fillRect/>
                </a:stretch>
              </p:blipFill>
              <p:spPr>
                <a:xfrm>
                  <a:off x="9530078" y="3201664"/>
                  <a:ext cx="1083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8">
              <p14:nvContentPartPr>
                <p14:cNvPr id="802" name="Ink 801">
                  <a:extLst>
                    <a:ext uri="{FF2B5EF4-FFF2-40B4-BE49-F238E27FC236}">
                      <a16:creationId xmlns:a16="http://schemas.microsoft.com/office/drawing/2014/main" id="{3B8AD62E-0F5E-BC4E-8729-7A1A54F47E0D}"/>
                    </a:ext>
                  </a:extLst>
                </p14:cNvPr>
                <p14:cNvContentPartPr/>
                <p14:nvPr/>
              </p14:nvContentPartPr>
              <p14:xfrm>
                <a:off x="9678758" y="3261424"/>
                <a:ext cx="158760" cy="147240"/>
              </p14:xfrm>
            </p:contentPart>
          </mc:Choice>
          <mc:Fallback xmlns="">
            <p:pic>
              <p:nvPicPr>
                <p:cNvPr id="802" name="Ink 801">
                  <a:extLst>
                    <a:ext uri="{FF2B5EF4-FFF2-40B4-BE49-F238E27FC236}">
                      <a16:creationId xmlns:a16="http://schemas.microsoft.com/office/drawing/2014/main" id="{3B8AD62E-0F5E-BC4E-8729-7A1A54F47E0D}"/>
                    </a:ext>
                  </a:extLst>
                </p:cNvPr>
                <p:cNvPicPr/>
                <p:nvPr/>
              </p:nvPicPr>
              <p:blipFill>
                <a:blip r:embed="rId1069"/>
                <a:stretch>
                  <a:fillRect/>
                </a:stretch>
              </p:blipFill>
              <p:spPr>
                <a:xfrm>
                  <a:off x="9663638" y="3246304"/>
                  <a:ext cx="1893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0">
              <p14:nvContentPartPr>
                <p14:cNvPr id="803" name="Ink 802">
                  <a:extLst>
                    <a:ext uri="{FF2B5EF4-FFF2-40B4-BE49-F238E27FC236}">
                      <a16:creationId xmlns:a16="http://schemas.microsoft.com/office/drawing/2014/main" id="{DCD28E94-0331-0648-AD01-561B74E808D4}"/>
                    </a:ext>
                  </a:extLst>
                </p14:cNvPr>
                <p14:cNvContentPartPr/>
                <p14:nvPr/>
              </p14:nvContentPartPr>
              <p14:xfrm>
                <a:off x="9874238" y="3256024"/>
                <a:ext cx="87120" cy="146520"/>
              </p14:xfrm>
            </p:contentPart>
          </mc:Choice>
          <mc:Fallback xmlns="">
            <p:pic>
              <p:nvPicPr>
                <p:cNvPr id="803" name="Ink 802">
                  <a:extLst>
                    <a:ext uri="{FF2B5EF4-FFF2-40B4-BE49-F238E27FC236}">
                      <a16:creationId xmlns:a16="http://schemas.microsoft.com/office/drawing/2014/main" id="{DCD28E94-0331-0648-AD01-561B74E808D4}"/>
                    </a:ext>
                  </a:extLst>
                </p:cNvPr>
                <p:cNvPicPr/>
                <p:nvPr/>
              </p:nvPicPr>
              <p:blipFill>
                <a:blip r:embed="rId1071"/>
                <a:stretch>
                  <a:fillRect/>
                </a:stretch>
              </p:blipFill>
              <p:spPr>
                <a:xfrm>
                  <a:off x="9859118" y="3240904"/>
                  <a:ext cx="1173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2">
              <p14:nvContentPartPr>
                <p14:cNvPr id="804" name="Ink 803">
                  <a:extLst>
                    <a:ext uri="{FF2B5EF4-FFF2-40B4-BE49-F238E27FC236}">
                      <a16:creationId xmlns:a16="http://schemas.microsoft.com/office/drawing/2014/main" id="{F2592700-C867-EB45-9F39-3577660BF608}"/>
                    </a:ext>
                  </a:extLst>
                </p14:cNvPr>
                <p14:cNvContentPartPr/>
                <p14:nvPr/>
              </p14:nvContentPartPr>
              <p14:xfrm>
                <a:off x="10035878" y="3321544"/>
                <a:ext cx="149400" cy="14040"/>
              </p14:xfrm>
            </p:contentPart>
          </mc:Choice>
          <mc:Fallback xmlns="">
            <p:pic>
              <p:nvPicPr>
                <p:cNvPr id="804" name="Ink 803">
                  <a:extLst>
                    <a:ext uri="{FF2B5EF4-FFF2-40B4-BE49-F238E27FC236}">
                      <a16:creationId xmlns:a16="http://schemas.microsoft.com/office/drawing/2014/main" id="{F2592700-C867-EB45-9F39-3577660BF608}"/>
                    </a:ext>
                  </a:extLst>
                </p:cNvPr>
                <p:cNvPicPr/>
                <p:nvPr/>
              </p:nvPicPr>
              <p:blipFill>
                <a:blip r:embed="rId1073"/>
                <a:stretch>
                  <a:fillRect/>
                </a:stretch>
              </p:blipFill>
              <p:spPr>
                <a:xfrm>
                  <a:off x="10020758" y="3306424"/>
                  <a:ext cx="179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4">
              <p14:nvContentPartPr>
                <p14:cNvPr id="805" name="Ink 804">
                  <a:extLst>
                    <a:ext uri="{FF2B5EF4-FFF2-40B4-BE49-F238E27FC236}">
                      <a16:creationId xmlns:a16="http://schemas.microsoft.com/office/drawing/2014/main" id="{83080E01-74AC-D44C-A362-EDE3159C65F2}"/>
                    </a:ext>
                  </a:extLst>
                </p14:cNvPr>
                <p14:cNvContentPartPr/>
                <p14:nvPr/>
              </p14:nvContentPartPr>
              <p14:xfrm>
                <a:off x="10058198" y="3389944"/>
                <a:ext cx="97560" cy="3960"/>
              </p14:xfrm>
            </p:contentPart>
          </mc:Choice>
          <mc:Fallback xmlns="">
            <p:pic>
              <p:nvPicPr>
                <p:cNvPr id="805" name="Ink 804">
                  <a:extLst>
                    <a:ext uri="{FF2B5EF4-FFF2-40B4-BE49-F238E27FC236}">
                      <a16:creationId xmlns:a16="http://schemas.microsoft.com/office/drawing/2014/main" id="{83080E01-74AC-D44C-A362-EDE3159C65F2}"/>
                    </a:ext>
                  </a:extLst>
                </p:cNvPr>
                <p:cNvPicPr/>
                <p:nvPr/>
              </p:nvPicPr>
              <p:blipFill>
                <a:blip r:embed="rId1075"/>
                <a:stretch>
                  <a:fillRect/>
                </a:stretch>
              </p:blipFill>
              <p:spPr>
                <a:xfrm>
                  <a:off x="10043078" y="3374464"/>
                  <a:ext cx="127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6">
              <p14:nvContentPartPr>
                <p14:cNvPr id="807" name="Ink 806">
                  <a:extLst>
                    <a:ext uri="{FF2B5EF4-FFF2-40B4-BE49-F238E27FC236}">
                      <a16:creationId xmlns:a16="http://schemas.microsoft.com/office/drawing/2014/main" id="{B37EDAC2-02CF-8E44-8648-CCD44E17D0AC}"/>
                    </a:ext>
                  </a:extLst>
                </p14:cNvPr>
                <p14:cNvContentPartPr/>
                <p14:nvPr/>
              </p14:nvContentPartPr>
              <p14:xfrm>
                <a:off x="10317038" y="3195544"/>
                <a:ext cx="185400" cy="259920"/>
              </p14:xfrm>
            </p:contentPart>
          </mc:Choice>
          <mc:Fallback xmlns="">
            <p:pic>
              <p:nvPicPr>
                <p:cNvPr id="807" name="Ink 806">
                  <a:extLst>
                    <a:ext uri="{FF2B5EF4-FFF2-40B4-BE49-F238E27FC236}">
                      <a16:creationId xmlns:a16="http://schemas.microsoft.com/office/drawing/2014/main" id="{B37EDAC2-02CF-8E44-8648-CCD44E17D0AC}"/>
                    </a:ext>
                  </a:extLst>
                </p:cNvPr>
                <p:cNvPicPr/>
                <p:nvPr/>
              </p:nvPicPr>
              <p:blipFill>
                <a:blip r:embed="rId1077"/>
                <a:stretch>
                  <a:fillRect/>
                </a:stretch>
              </p:blipFill>
              <p:spPr>
                <a:xfrm>
                  <a:off x="10301558" y="3180064"/>
                  <a:ext cx="2156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8">
              <p14:nvContentPartPr>
                <p14:cNvPr id="808" name="Ink 807">
                  <a:extLst>
                    <a:ext uri="{FF2B5EF4-FFF2-40B4-BE49-F238E27FC236}">
                      <a16:creationId xmlns:a16="http://schemas.microsoft.com/office/drawing/2014/main" id="{93969F09-64AD-4E4C-AC93-A0E8056E727F}"/>
                    </a:ext>
                  </a:extLst>
                </p14:cNvPr>
                <p14:cNvContentPartPr/>
                <p14:nvPr/>
              </p14:nvContentPartPr>
              <p14:xfrm>
                <a:off x="10529798" y="3305704"/>
                <a:ext cx="241920" cy="131400"/>
              </p14:xfrm>
            </p:contentPart>
          </mc:Choice>
          <mc:Fallback xmlns="">
            <p:pic>
              <p:nvPicPr>
                <p:cNvPr id="808" name="Ink 807">
                  <a:extLst>
                    <a:ext uri="{FF2B5EF4-FFF2-40B4-BE49-F238E27FC236}">
                      <a16:creationId xmlns:a16="http://schemas.microsoft.com/office/drawing/2014/main" id="{93969F09-64AD-4E4C-AC93-A0E8056E727F}"/>
                    </a:ext>
                  </a:extLst>
                </p:cNvPr>
                <p:cNvPicPr/>
                <p:nvPr/>
              </p:nvPicPr>
              <p:blipFill>
                <a:blip r:embed="rId1079"/>
                <a:stretch>
                  <a:fillRect/>
                </a:stretch>
              </p:blipFill>
              <p:spPr>
                <a:xfrm>
                  <a:off x="10514318" y="3290584"/>
                  <a:ext cx="272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0">
              <p14:nvContentPartPr>
                <p14:cNvPr id="809" name="Ink 808">
                  <a:extLst>
                    <a:ext uri="{FF2B5EF4-FFF2-40B4-BE49-F238E27FC236}">
                      <a16:creationId xmlns:a16="http://schemas.microsoft.com/office/drawing/2014/main" id="{5C35F6E1-A14C-EB4C-85DE-EE7CDF3CE867}"/>
                    </a:ext>
                  </a:extLst>
                </p14:cNvPr>
                <p14:cNvContentPartPr/>
                <p14:nvPr/>
              </p14:nvContentPartPr>
              <p14:xfrm>
                <a:off x="10803758" y="3287704"/>
                <a:ext cx="113400" cy="153000"/>
              </p14:xfrm>
            </p:contentPart>
          </mc:Choice>
          <mc:Fallback xmlns="">
            <p:pic>
              <p:nvPicPr>
                <p:cNvPr id="809" name="Ink 808">
                  <a:extLst>
                    <a:ext uri="{FF2B5EF4-FFF2-40B4-BE49-F238E27FC236}">
                      <a16:creationId xmlns:a16="http://schemas.microsoft.com/office/drawing/2014/main" id="{5C35F6E1-A14C-EB4C-85DE-EE7CDF3CE867}"/>
                    </a:ext>
                  </a:extLst>
                </p:cNvPr>
                <p:cNvPicPr/>
                <p:nvPr/>
              </p:nvPicPr>
              <p:blipFill>
                <a:blip r:embed="rId1081"/>
                <a:stretch>
                  <a:fillRect/>
                </a:stretch>
              </p:blipFill>
              <p:spPr>
                <a:xfrm>
                  <a:off x="10788638" y="3272224"/>
                  <a:ext cx="1436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2">
              <p14:nvContentPartPr>
                <p14:cNvPr id="810" name="Ink 809">
                  <a:extLst>
                    <a:ext uri="{FF2B5EF4-FFF2-40B4-BE49-F238E27FC236}">
                      <a16:creationId xmlns:a16="http://schemas.microsoft.com/office/drawing/2014/main" id="{37B54F0A-2941-F84A-91C1-D9E88066EA81}"/>
                    </a:ext>
                  </a:extLst>
                </p14:cNvPr>
                <p14:cNvContentPartPr/>
                <p14:nvPr/>
              </p14:nvContentPartPr>
              <p14:xfrm>
                <a:off x="10927598" y="3345304"/>
                <a:ext cx="99720" cy="103680"/>
              </p14:xfrm>
            </p:contentPart>
          </mc:Choice>
          <mc:Fallback xmlns="">
            <p:pic>
              <p:nvPicPr>
                <p:cNvPr id="810" name="Ink 809">
                  <a:extLst>
                    <a:ext uri="{FF2B5EF4-FFF2-40B4-BE49-F238E27FC236}">
                      <a16:creationId xmlns:a16="http://schemas.microsoft.com/office/drawing/2014/main" id="{37B54F0A-2941-F84A-91C1-D9E88066EA81}"/>
                    </a:ext>
                  </a:extLst>
                </p:cNvPr>
                <p:cNvPicPr/>
                <p:nvPr/>
              </p:nvPicPr>
              <p:blipFill>
                <a:blip r:embed="rId1083"/>
                <a:stretch>
                  <a:fillRect/>
                </a:stretch>
              </p:blipFill>
              <p:spPr>
                <a:xfrm>
                  <a:off x="10912118" y="3329824"/>
                  <a:ext cx="129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4">
              <p14:nvContentPartPr>
                <p14:cNvPr id="811" name="Ink 810">
                  <a:extLst>
                    <a:ext uri="{FF2B5EF4-FFF2-40B4-BE49-F238E27FC236}">
                      <a16:creationId xmlns:a16="http://schemas.microsoft.com/office/drawing/2014/main" id="{E2D1C794-0D11-4B43-9725-AF5E976C2C67}"/>
                    </a:ext>
                  </a:extLst>
                </p14:cNvPr>
                <p14:cNvContentPartPr/>
                <p14:nvPr/>
              </p14:nvContentPartPr>
              <p14:xfrm>
                <a:off x="11039558" y="3313264"/>
                <a:ext cx="126000" cy="132480"/>
              </p14:xfrm>
            </p:contentPart>
          </mc:Choice>
          <mc:Fallback xmlns="">
            <p:pic>
              <p:nvPicPr>
                <p:cNvPr id="811" name="Ink 810">
                  <a:extLst>
                    <a:ext uri="{FF2B5EF4-FFF2-40B4-BE49-F238E27FC236}">
                      <a16:creationId xmlns:a16="http://schemas.microsoft.com/office/drawing/2014/main" id="{E2D1C794-0D11-4B43-9725-AF5E976C2C67}"/>
                    </a:ext>
                  </a:extLst>
                </p:cNvPr>
                <p:cNvPicPr/>
                <p:nvPr/>
              </p:nvPicPr>
              <p:blipFill>
                <a:blip r:embed="rId1085"/>
                <a:stretch>
                  <a:fillRect/>
                </a:stretch>
              </p:blipFill>
              <p:spPr>
                <a:xfrm>
                  <a:off x="11024438" y="3298144"/>
                  <a:ext cx="1566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6">
              <p14:nvContentPartPr>
                <p14:cNvPr id="812" name="Ink 811">
                  <a:extLst>
                    <a:ext uri="{FF2B5EF4-FFF2-40B4-BE49-F238E27FC236}">
                      <a16:creationId xmlns:a16="http://schemas.microsoft.com/office/drawing/2014/main" id="{248427B9-BF16-C347-901B-B07CFA4C3835}"/>
                    </a:ext>
                  </a:extLst>
                </p14:cNvPr>
                <p14:cNvContentPartPr/>
                <p14:nvPr/>
              </p14:nvContentPartPr>
              <p14:xfrm>
                <a:off x="11195798" y="3308584"/>
                <a:ext cx="16560" cy="132120"/>
              </p14:xfrm>
            </p:contentPart>
          </mc:Choice>
          <mc:Fallback xmlns="">
            <p:pic>
              <p:nvPicPr>
                <p:cNvPr id="812" name="Ink 811">
                  <a:extLst>
                    <a:ext uri="{FF2B5EF4-FFF2-40B4-BE49-F238E27FC236}">
                      <a16:creationId xmlns:a16="http://schemas.microsoft.com/office/drawing/2014/main" id="{248427B9-BF16-C347-901B-B07CFA4C3835}"/>
                    </a:ext>
                  </a:extLst>
                </p:cNvPr>
                <p:cNvPicPr/>
                <p:nvPr/>
              </p:nvPicPr>
              <p:blipFill>
                <a:blip r:embed="rId1087"/>
                <a:stretch>
                  <a:fillRect/>
                </a:stretch>
              </p:blipFill>
              <p:spPr>
                <a:xfrm>
                  <a:off x="11180318" y="3293104"/>
                  <a:ext cx="468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8">
              <p14:nvContentPartPr>
                <p14:cNvPr id="813" name="Ink 812">
                  <a:extLst>
                    <a:ext uri="{FF2B5EF4-FFF2-40B4-BE49-F238E27FC236}">
                      <a16:creationId xmlns:a16="http://schemas.microsoft.com/office/drawing/2014/main" id="{99125A1F-EDCE-A548-BB20-5DDA998FD3BD}"/>
                    </a:ext>
                  </a:extLst>
                </p14:cNvPr>
                <p14:cNvContentPartPr/>
                <p14:nvPr/>
              </p14:nvContentPartPr>
              <p14:xfrm>
                <a:off x="11206958" y="3256024"/>
                <a:ext cx="8280" cy="15480"/>
              </p14:xfrm>
            </p:contentPart>
          </mc:Choice>
          <mc:Fallback xmlns="">
            <p:pic>
              <p:nvPicPr>
                <p:cNvPr id="813" name="Ink 812">
                  <a:extLst>
                    <a:ext uri="{FF2B5EF4-FFF2-40B4-BE49-F238E27FC236}">
                      <a16:creationId xmlns:a16="http://schemas.microsoft.com/office/drawing/2014/main" id="{99125A1F-EDCE-A548-BB20-5DDA998FD3BD}"/>
                    </a:ext>
                  </a:extLst>
                </p:cNvPr>
                <p:cNvPicPr/>
                <p:nvPr/>
              </p:nvPicPr>
              <p:blipFill>
                <a:blip r:embed="rId1089"/>
                <a:stretch>
                  <a:fillRect/>
                </a:stretch>
              </p:blipFill>
              <p:spPr>
                <a:xfrm>
                  <a:off x="11191478" y="3240904"/>
                  <a:ext cx="388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0">
              <p14:nvContentPartPr>
                <p14:cNvPr id="814" name="Ink 813">
                  <a:extLst>
                    <a:ext uri="{FF2B5EF4-FFF2-40B4-BE49-F238E27FC236}">
                      <a16:creationId xmlns:a16="http://schemas.microsoft.com/office/drawing/2014/main" id="{FFCAF7CE-552F-5643-BA19-1C0A6CD34AF6}"/>
                    </a:ext>
                  </a:extLst>
                </p14:cNvPr>
                <p14:cNvContentPartPr/>
                <p14:nvPr/>
              </p14:nvContentPartPr>
              <p14:xfrm>
                <a:off x="11259158" y="3322984"/>
                <a:ext cx="146160" cy="127800"/>
              </p14:xfrm>
            </p:contentPart>
          </mc:Choice>
          <mc:Fallback xmlns="">
            <p:pic>
              <p:nvPicPr>
                <p:cNvPr id="814" name="Ink 813">
                  <a:extLst>
                    <a:ext uri="{FF2B5EF4-FFF2-40B4-BE49-F238E27FC236}">
                      <a16:creationId xmlns:a16="http://schemas.microsoft.com/office/drawing/2014/main" id="{FFCAF7CE-552F-5643-BA19-1C0A6CD34AF6}"/>
                    </a:ext>
                  </a:extLst>
                </p:cNvPr>
                <p:cNvPicPr/>
                <p:nvPr/>
              </p:nvPicPr>
              <p:blipFill>
                <a:blip r:embed="rId1091"/>
                <a:stretch>
                  <a:fillRect/>
                </a:stretch>
              </p:blipFill>
              <p:spPr>
                <a:xfrm>
                  <a:off x="11244038" y="3307504"/>
                  <a:ext cx="1767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2">
              <p14:nvContentPartPr>
                <p14:cNvPr id="816" name="Ink 815">
                  <a:extLst>
                    <a:ext uri="{FF2B5EF4-FFF2-40B4-BE49-F238E27FC236}">
                      <a16:creationId xmlns:a16="http://schemas.microsoft.com/office/drawing/2014/main" id="{AB0EDFC4-9C34-1342-94CE-F4DCAFD940C0}"/>
                    </a:ext>
                  </a:extLst>
                </p14:cNvPr>
                <p14:cNvContentPartPr/>
                <p14:nvPr/>
              </p14:nvContentPartPr>
              <p14:xfrm>
                <a:off x="9922838" y="3550864"/>
                <a:ext cx="143280" cy="258120"/>
              </p14:xfrm>
            </p:contentPart>
          </mc:Choice>
          <mc:Fallback xmlns="">
            <p:pic>
              <p:nvPicPr>
                <p:cNvPr id="816" name="Ink 815">
                  <a:extLst>
                    <a:ext uri="{FF2B5EF4-FFF2-40B4-BE49-F238E27FC236}">
                      <a16:creationId xmlns:a16="http://schemas.microsoft.com/office/drawing/2014/main" id="{AB0EDFC4-9C34-1342-94CE-F4DCAFD940C0}"/>
                    </a:ext>
                  </a:extLst>
                </p:cNvPr>
                <p:cNvPicPr/>
                <p:nvPr/>
              </p:nvPicPr>
              <p:blipFill>
                <a:blip r:embed="rId1093"/>
                <a:stretch>
                  <a:fillRect/>
                </a:stretch>
              </p:blipFill>
              <p:spPr>
                <a:xfrm>
                  <a:off x="9907718" y="3535744"/>
                  <a:ext cx="1735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4">
              <p14:nvContentPartPr>
                <p14:cNvPr id="817" name="Ink 816">
                  <a:extLst>
                    <a:ext uri="{FF2B5EF4-FFF2-40B4-BE49-F238E27FC236}">
                      <a16:creationId xmlns:a16="http://schemas.microsoft.com/office/drawing/2014/main" id="{1518A9F0-7D95-9140-96E2-26C9EB563A65}"/>
                    </a:ext>
                  </a:extLst>
                </p14:cNvPr>
                <p14:cNvContentPartPr/>
                <p14:nvPr/>
              </p14:nvContentPartPr>
              <p14:xfrm>
                <a:off x="10108238" y="3707824"/>
                <a:ext cx="134280" cy="106200"/>
              </p14:xfrm>
            </p:contentPart>
          </mc:Choice>
          <mc:Fallback xmlns="">
            <p:pic>
              <p:nvPicPr>
                <p:cNvPr id="817" name="Ink 816">
                  <a:extLst>
                    <a:ext uri="{FF2B5EF4-FFF2-40B4-BE49-F238E27FC236}">
                      <a16:creationId xmlns:a16="http://schemas.microsoft.com/office/drawing/2014/main" id="{1518A9F0-7D95-9140-96E2-26C9EB563A65}"/>
                    </a:ext>
                  </a:extLst>
                </p:cNvPr>
                <p:cNvPicPr/>
                <p:nvPr/>
              </p:nvPicPr>
              <p:blipFill>
                <a:blip r:embed="rId1095"/>
                <a:stretch>
                  <a:fillRect/>
                </a:stretch>
              </p:blipFill>
              <p:spPr>
                <a:xfrm>
                  <a:off x="10092758" y="3692704"/>
                  <a:ext cx="1645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6">
              <p14:nvContentPartPr>
                <p14:cNvPr id="818" name="Ink 817">
                  <a:extLst>
                    <a:ext uri="{FF2B5EF4-FFF2-40B4-BE49-F238E27FC236}">
                      <a16:creationId xmlns:a16="http://schemas.microsoft.com/office/drawing/2014/main" id="{632A2595-D11C-3149-9E5F-17B3C5F82307}"/>
                    </a:ext>
                  </a:extLst>
                </p14:cNvPr>
                <p14:cNvContentPartPr/>
                <p14:nvPr/>
              </p14:nvContentPartPr>
              <p14:xfrm>
                <a:off x="10314878" y="3612784"/>
                <a:ext cx="25920" cy="182520"/>
              </p14:xfrm>
            </p:contentPart>
          </mc:Choice>
          <mc:Fallback xmlns="">
            <p:pic>
              <p:nvPicPr>
                <p:cNvPr id="818" name="Ink 817">
                  <a:extLst>
                    <a:ext uri="{FF2B5EF4-FFF2-40B4-BE49-F238E27FC236}">
                      <a16:creationId xmlns:a16="http://schemas.microsoft.com/office/drawing/2014/main" id="{632A2595-D11C-3149-9E5F-17B3C5F82307}"/>
                    </a:ext>
                  </a:extLst>
                </p:cNvPr>
                <p:cNvPicPr/>
                <p:nvPr/>
              </p:nvPicPr>
              <p:blipFill>
                <a:blip r:embed="rId1097"/>
                <a:stretch>
                  <a:fillRect/>
                </a:stretch>
              </p:blipFill>
              <p:spPr>
                <a:xfrm>
                  <a:off x="10299398" y="3597664"/>
                  <a:ext cx="561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8">
              <p14:nvContentPartPr>
                <p14:cNvPr id="819" name="Ink 818">
                  <a:extLst>
                    <a:ext uri="{FF2B5EF4-FFF2-40B4-BE49-F238E27FC236}">
                      <a16:creationId xmlns:a16="http://schemas.microsoft.com/office/drawing/2014/main" id="{73CDD168-83C8-764A-AEE6-689CDB473BB4}"/>
                    </a:ext>
                  </a:extLst>
                </p14:cNvPr>
                <p14:cNvContentPartPr/>
                <p14:nvPr/>
              </p14:nvContentPartPr>
              <p14:xfrm>
                <a:off x="10229198" y="3663904"/>
                <a:ext cx="227520" cy="176760"/>
              </p14:xfrm>
            </p:contentPart>
          </mc:Choice>
          <mc:Fallback xmlns="">
            <p:pic>
              <p:nvPicPr>
                <p:cNvPr id="819" name="Ink 818">
                  <a:extLst>
                    <a:ext uri="{FF2B5EF4-FFF2-40B4-BE49-F238E27FC236}">
                      <a16:creationId xmlns:a16="http://schemas.microsoft.com/office/drawing/2014/main" id="{73CDD168-83C8-764A-AEE6-689CDB473BB4}"/>
                    </a:ext>
                  </a:extLst>
                </p:cNvPr>
                <p:cNvPicPr/>
                <p:nvPr/>
              </p:nvPicPr>
              <p:blipFill>
                <a:blip r:embed="rId1099"/>
                <a:stretch>
                  <a:fillRect/>
                </a:stretch>
              </p:blipFill>
              <p:spPr>
                <a:xfrm>
                  <a:off x="10214078" y="3648784"/>
                  <a:ext cx="2581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0">
              <p14:nvContentPartPr>
                <p14:cNvPr id="820" name="Ink 819">
                  <a:extLst>
                    <a:ext uri="{FF2B5EF4-FFF2-40B4-BE49-F238E27FC236}">
                      <a16:creationId xmlns:a16="http://schemas.microsoft.com/office/drawing/2014/main" id="{C4C1B0C1-23D7-6D42-9BB3-6C90F54AFD9A}"/>
                    </a:ext>
                  </a:extLst>
                </p14:cNvPr>
                <p14:cNvContentPartPr/>
                <p14:nvPr/>
              </p14:nvContentPartPr>
              <p14:xfrm>
                <a:off x="10456358" y="3590464"/>
                <a:ext cx="3600" cy="9360"/>
              </p14:xfrm>
            </p:contentPart>
          </mc:Choice>
          <mc:Fallback xmlns="">
            <p:pic>
              <p:nvPicPr>
                <p:cNvPr id="820" name="Ink 819">
                  <a:extLst>
                    <a:ext uri="{FF2B5EF4-FFF2-40B4-BE49-F238E27FC236}">
                      <a16:creationId xmlns:a16="http://schemas.microsoft.com/office/drawing/2014/main" id="{C4C1B0C1-23D7-6D42-9BB3-6C90F54AFD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441238" y="3575344"/>
                  <a:ext cx="342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1">
              <p14:nvContentPartPr>
                <p14:cNvPr id="821" name="Ink 820">
                  <a:extLst>
                    <a:ext uri="{FF2B5EF4-FFF2-40B4-BE49-F238E27FC236}">
                      <a16:creationId xmlns:a16="http://schemas.microsoft.com/office/drawing/2014/main" id="{90FFF515-C9EA-FB44-B4EA-4691342C019D}"/>
                    </a:ext>
                  </a:extLst>
                </p14:cNvPr>
                <p14:cNvContentPartPr/>
                <p14:nvPr/>
              </p14:nvContentPartPr>
              <p14:xfrm>
                <a:off x="10448438" y="3568144"/>
                <a:ext cx="69480" cy="242640"/>
              </p14:xfrm>
            </p:contentPart>
          </mc:Choice>
          <mc:Fallback xmlns="">
            <p:pic>
              <p:nvPicPr>
                <p:cNvPr id="821" name="Ink 820">
                  <a:extLst>
                    <a:ext uri="{FF2B5EF4-FFF2-40B4-BE49-F238E27FC236}">
                      <a16:creationId xmlns:a16="http://schemas.microsoft.com/office/drawing/2014/main" id="{90FFF515-C9EA-FB44-B4EA-4691342C019D}"/>
                    </a:ext>
                  </a:extLst>
                </p:cNvPr>
                <p:cNvPicPr/>
                <p:nvPr/>
              </p:nvPicPr>
              <p:blipFill>
                <a:blip r:embed="rId1102"/>
                <a:stretch>
                  <a:fillRect/>
                </a:stretch>
              </p:blipFill>
              <p:spPr>
                <a:xfrm>
                  <a:off x="10433318" y="3553024"/>
                  <a:ext cx="1000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3">
              <p14:nvContentPartPr>
                <p14:cNvPr id="822" name="Ink 821">
                  <a:extLst>
                    <a:ext uri="{FF2B5EF4-FFF2-40B4-BE49-F238E27FC236}">
                      <a16:creationId xmlns:a16="http://schemas.microsoft.com/office/drawing/2014/main" id="{312311D1-96C4-EA4C-9D07-F2A1FEFC6423}"/>
                    </a:ext>
                  </a:extLst>
                </p14:cNvPr>
                <p14:cNvContentPartPr/>
                <p14:nvPr/>
              </p14:nvContentPartPr>
              <p14:xfrm>
                <a:off x="10571198" y="3556984"/>
                <a:ext cx="50400" cy="299520"/>
              </p14:xfrm>
            </p:contentPart>
          </mc:Choice>
          <mc:Fallback xmlns="">
            <p:pic>
              <p:nvPicPr>
                <p:cNvPr id="822" name="Ink 821">
                  <a:extLst>
                    <a:ext uri="{FF2B5EF4-FFF2-40B4-BE49-F238E27FC236}">
                      <a16:creationId xmlns:a16="http://schemas.microsoft.com/office/drawing/2014/main" id="{312311D1-96C4-EA4C-9D07-F2A1FEFC6423}"/>
                    </a:ext>
                  </a:extLst>
                </p:cNvPr>
                <p:cNvPicPr/>
                <p:nvPr/>
              </p:nvPicPr>
              <p:blipFill>
                <a:blip r:embed="rId1104"/>
                <a:stretch>
                  <a:fillRect/>
                </a:stretch>
              </p:blipFill>
              <p:spPr>
                <a:xfrm>
                  <a:off x="10556078" y="3541864"/>
                  <a:ext cx="806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5">
              <p14:nvContentPartPr>
                <p14:cNvPr id="823" name="Ink 822">
                  <a:extLst>
                    <a:ext uri="{FF2B5EF4-FFF2-40B4-BE49-F238E27FC236}">
                      <a16:creationId xmlns:a16="http://schemas.microsoft.com/office/drawing/2014/main" id="{8648E714-AC74-8E4D-87C6-E2D51E9A261C}"/>
                    </a:ext>
                  </a:extLst>
                </p14:cNvPr>
                <p14:cNvContentPartPr/>
                <p14:nvPr/>
              </p14:nvContentPartPr>
              <p14:xfrm>
                <a:off x="10690718" y="3672544"/>
                <a:ext cx="124920" cy="149400"/>
              </p14:xfrm>
            </p:contentPart>
          </mc:Choice>
          <mc:Fallback xmlns="">
            <p:pic>
              <p:nvPicPr>
                <p:cNvPr id="823" name="Ink 822">
                  <a:extLst>
                    <a:ext uri="{FF2B5EF4-FFF2-40B4-BE49-F238E27FC236}">
                      <a16:creationId xmlns:a16="http://schemas.microsoft.com/office/drawing/2014/main" id="{8648E714-AC74-8E4D-87C6-E2D51E9A261C}"/>
                    </a:ext>
                  </a:extLst>
                </p:cNvPr>
                <p:cNvPicPr/>
                <p:nvPr/>
              </p:nvPicPr>
              <p:blipFill>
                <a:blip r:embed="rId1106"/>
                <a:stretch>
                  <a:fillRect/>
                </a:stretch>
              </p:blipFill>
              <p:spPr>
                <a:xfrm>
                  <a:off x="10675598" y="3657064"/>
                  <a:ext cx="1555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7">
              <p14:nvContentPartPr>
                <p14:cNvPr id="824" name="Ink 823">
                  <a:extLst>
                    <a:ext uri="{FF2B5EF4-FFF2-40B4-BE49-F238E27FC236}">
                      <a16:creationId xmlns:a16="http://schemas.microsoft.com/office/drawing/2014/main" id="{C8B8CF8D-E843-7D4A-909B-A44E37432983}"/>
                    </a:ext>
                  </a:extLst>
                </p14:cNvPr>
                <p14:cNvContentPartPr/>
                <p14:nvPr/>
              </p14:nvContentPartPr>
              <p14:xfrm>
                <a:off x="10849838" y="3661744"/>
                <a:ext cx="129600" cy="150480"/>
              </p14:xfrm>
            </p:contentPart>
          </mc:Choice>
          <mc:Fallback xmlns="">
            <p:pic>
              <p:nvPicPr>
                <p:cNvPr id="824" name="Ink 823">
                  <a:extLst>
                    <a:ext uri="{FF2B5EF4-FFF2-40B4-BE49-F238E27FC236}">
                      <a16:creationId xmlns:a16="http://schemas.microsoft.com/office/drawing/2014/main" id="{C8B8CF8D-E843-7D4A-909B-A44E37432983}"/>
                    </a:ext>
                  </a:extLst>
                </p:cNvPr>
                <p:cNvPicPr/>
                <p:nvPr/>
              </p:nvPicPr>
              <p:blipFill>
                <a:blip r:embed="rId1108"/>
                <a:stretch>
                  <a:fillRect/>
                </a:stretch>
              </p:blipFill>
              <p:spPr>
                <a:xfrm>
                  <a:off x="10834718" y="3646624"/>
                  <a:ext cx="1602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9">
              <p14:nvContentPartPr>
                <p14:cNvPr id="825" name="Ink 824">
                  <a:extLst>
                    <a:ext uri="{FF2B5EF4-FFF2-40B4-BE49-F238E27FC236}">
                      <a16:creationId xmlns:a16="http://schemas.microsoft.com/office/drawing/2014/main" id="{5ADB8EC3-C653-9043-8119-AC5316877E98}"/>
                    </a:ext>
                  </a:extLst>
                </p14:cNvPr>
                <p14:cNvContentPartPr/>
                <p14:nvPr/>
              </p14:nvContentPartPr>
              <p14:xfrm>
                <a:off x="11010038" y="3664984"/>
                <a:ext cx="7560" cy="149400"/>
              </p14:xfrm>
            </p:contentPart>
          </mc:Choice>
          <mc:Fallback xmlns="">
            <p:pic>
              <p:nvPicPr>
                <p:cNvPr id="825" name="Ink 824">
                  <a:extLst>
                    <a:ext uri="{FF2B5EF4-FFF2-40B4-BE49-F238E27FC236}">
                      <a16:creationId xmlns:a16="http://schemas.microsoft.com/office/drawing/2014/main" id="{5ADB8EC3-C653-9043-8119-AC5316877E98}"/>
                    </a:ext>
                  </a:extLst>
                </p:cNvPr>
                <p:cNvPicPr/>
                <p:nvPr/>
              </p:nvPicPr>
              <p:blipFill>
                <a:blip r:embed="rId1110"/>
                <a:stretch>
                  <a:fillRect/>
                </a:stretch>
              </p:blipFill>
              <p:spPr>
                <a:xfrm>
                  <a:off x="10994558" y="3649864"/>
                  <a:ext cx="381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1">
              <p14:nvContentPartPr>
                <p14:cNvPr id="826" name="Ink 825">
                  <a:extLst>
                    <a:ext uri="{FF2B5EF4-FFF2-40B4-BE49-F238E27FC236}">
                      <a16:creationId xmlns:a16="http://schemas.microsoft.com/office/drawing/2014/main" id="{49E4B295-8498-CB42-8969-A81DE42095CB}"/>
                    </a:ext>
                  </a:extLst>
                </p14:cNvPr>
                <p14:cNvContentPartPr/>
                <p14:nvPr/>
              </p14:nvContentPartPr>
              <p14:xfrm>
                <a:off x="11025878" y="3612784"/>
                <a:ext cx="2880" cy="5040"/>
              </p14:xfrm>
            </p:contentPart>
          </mc:Choice>
          <mc:Fallback xmlns="">
            <p:pic>
              <p:nvPicPr>
                <p:cNvPr id="826" name="Ink 825">
                  <a:extLst>
                    <a:ext uri="{FF2B5EF4-FFF2-40B4-BE49-F238E27FC236}">
                      <a16:creationId xmlns:a16="http://schemas.microsoft.com/office/drawing/2014/main" id="{49E4B295-8498-CB42-8969-A81DE42095C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010398" y="3597664"/>
                  <a:ext cx="334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2">
              <p14:nvContentPartPr>
                <p14:cNvPr id="827" name="Ink 826">
                  <a:extLst>
                    <a:ext uri="{FF2B5EF4-FFF2-40B4-BE49-F238E27FC236}">
                      <a16:creationId xmlns:a16="http://schemas.microsoft.com/office/drawing/2014/main" id="{D191FA04-0A72-C84D-846B-4FC9EC8ABB5A}"/>
                    </a:ext>
                  </a:extLst>
                </p14:cNvPr>
                <p14:cNvContentPartPr/>
                <p14:nvPr/>
              </p14:nvContentPartPr>
              <p14:xfrm>
                <a:off x="11069078" y="3700984"/>
                <a:ext cx="111240" cy="132120"/>
              </p14:xfrm>
            </p:contentPart>
          </mc:Choice>
          <mc:Fallback xmlns="">
            <p:pic>
              <p:nvPicPr>
                <p:cNvPr id="827" name="Ink 826">
                  <a:extLst>
                    <a:ext uri="{FF2B5EF4-FFF2-40B4-BE49-F238E27FC236}">
                      <a16:creationId xmlns:a16="http://schemas.microsoft.com/office/drawing/2014/main" id="{D191FA04-0A72-C84D-846B-4FC9EC8ABB5A}"/>
                    </a:ext>
                  </a:extLst>
                </p:cNvPr>
                <p:cNvPicPr/>
                <p:nvPr/>
              </p:nvPicPr>
              <p:blipFill>
                <a:blip r:embed="rId1113"/>
                <a:stretch>
                  <a:fillRect/>
                </a:stretch>
              </p:blipFill>
              <p:spPr>
                <a:xfrm>
                  <a:off x="11053958" y="3685864"/>
                  <a:ext cx="1418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4">
              <p14:nvContentPartPr>
                <p14:cNvPr id="828" name="Ink 827">
                  <a:extLst>
                    <a:ext uri="{FF2B5EF4-FFF2-40B4-BE49-F238E27FC236}">
                      <a16:creationId xmlns:a16="http://schemas.microsoft.com/office/drawing/2014/main" id="{BAEBCD4A-4F7B-4445-8056-A5DF7BFA3B87}"/>
                    </a:ext>
                  </a:extLst>
                </p14:cNvPr>
                <p14:cNvContentPartPr/>
                <p14:nvPr/>
              </p14:nvContentPartPr>
              <p14:xfrm>
                <a:off x="11226038" y="3672904"/>
                <a:ext cx="88560" cy="141120"/>
              </p14:xfrm>
            </p:contentPart>
          </mc:Choice>
          <mc:Fallback xmlns="">
            <p:pic>
              <p:nvPicPr>
                <p:cNvPr id="828" name="Ink 827">
                  <a:extLst>
                    <a:ext uri="{FF2B5EF4-FFF2-40B4-BE49-F238E27FC236}">
                      <a16:creationId xmlns:a16="http://schemas.microsoft.com/office/drawing/2014/main" id="{BAEBCD4A-4F7B-4445-8056-A5DF7BFA3B87}"/>
                    </a:ext>
                  </a:extLst>
                </p:cNvPr>
                <p:cNvPicPr/>
                <p:nvPr/>
              </p:nvPicPr>
              <p:blipFill>
                <a:blip r:embed="rId1115"/>
                <a:stretch>
                  <a:fillRect/>
                </a:stretch>
              </p:blipFill>
              <p:spPr>
                <a:xfrm>
                  <a:off x="11210558" y="3657784"/>
                  <a:ext cx="1191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6">
              <p14:nvContentPartPr>
                <p14:cNvPr id="829" name="Ink 828">
                  <a:extLst>
                    <a:ext uri="{FF2B5EF4-FFF2-40B4-BE49-F238E27FC236}">
                      <a16:creationId xmlns:a16="http://schemas.microsoft.com/office/drawing/2014/main" id="{A1256232-4159-3946-B0DA-AF6484F6DA62}"/>
                    </a:ext>
                  </a:extLst>
                </p14:cNvPr>
                <p14:cNvContentPartPr/>
                <p14:nvPr/>
              </p14:nvContentPartPr>
              <p14:xfrm>
                <a:off x="10388678" y="3475984"/>
                <a:ext cx="915120" cy="47880"/>
              </p14:xfrm>
            </p:contentPart>
          </mc:Choice>
          <mc:Fallback xmlns="">
            <p:pic>
              <p:nvPicPr>
                <p:cNvPr id="829" name="Ink 828">
                  <a:extLst>
                    <a:ext uri="{FF2B5EF4-FFF2-40B4-BE49-F238E27FC236}">
                      <a16:creationId xmlns:a16="http://schemas.microsoft.com/office/drawing/2014/main" id="{A1256232-4159-3946-B0DA-AF6484F6DA62}"/>
                    </a:ext>
                  </a:extLst>
                </p:cNvPr>
                <p:cNvPicPr/>
                <p:nvPr/>
              </p:nvPicPr>
              <p:blipFill>
                <a:blip r:embed="rId1117"/>
                <a:stretch>
                  <a:fillRect/>
                </a:stretch>
              </p:blipFill>
              <p:spPr>
                <a:xfrm>
                  <a:off x="10373558" y="3460504"/>
                  <a:ext cx="9457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8">
              <p14:nvContentPartPr>
                <p14:cNvPr id="830" name="Ink 829">
                  <a:extLst>
                    <a:ext uri="{FF2B5EF4-FFF2-40B4-BE49-F238E27FC236}">
                      <a16:creationId xmlns:a16="http://schemas.microsoft.com/office/drawing/2014/main" id="{AED4C853-D52F-2E4C-A65E-91B7F747409D}"/>
                    </a:ext>
                  </a:extLst>
                </p14:cNvPr>
                <p14:cNvContentPartPr/>
                <p14:nvPr/>
              </p14:nvContentPartPr>
              <p14:xfrm>
                <a:off x="10001678" y="3932464"/>
                <a:ext cx="1197720" cy="12960"/>
              </p14:xfrm>
            </p:contentPart>
          </mc:Choice>
          <mc:Fallback xmlns="">
            <p:pic>
              <p:nvPicPr>
                <p:cNvPr id="830" name="Ink 829">
                  <a:extLst>
                    <a:ext uri="{FF2B5EF4-FFF2-40B4-BE49-F238E27FC236}">
                      <a16:creationId xmlns:a16="http://schemas.microsoft.com/office/drawing/2014/main" id="{AED4C853-D52F-2E4C-A65E-91B7F747409D}"/>
                    </a:ext>
                  </a:extLst>
                </p:cNvPr>
                <p:cNvPicPr/>
                <p:nvPr/>
              </p:nvPicPr>
              <p:blipFill>
                <a:blip r:embed="rId1119"/>
                <a:stretch>
                  <a:fillRect/>
                </a:stretch>
              </p:blipFill>
              <p:spPr>
                <a:xfrm>
                  <a:off x="9986198" y="3916984"/>
                  <a:ext cx="122832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8" name="Group 877">
            <a:extLst>
              <a:ext uri="{FF2B5EF4-FFF2-40B4-BE49-F238E27FC236}">
                <a16:creationId xmlns:a16="http://schemas.microsoft.com/office/drawing/2014/main" id="{62540B0C-87E2-CD45-8617-C378D2A34DA1}"/>
              </a:ext>
            </a:extLst>
          </p:cNvPr>
          <p:cNvGrpSpPr/>
          <p:nvPr/>
        </p:nvGrpSpPr>
        <p:grpSpPr>
          <a:xfrm>
            <a:off x="9187718" y="4060984"/>
            <a:ext cx="2646720" cy="1121040"/>
            <a:chOff x="9187718" y="4060984"/>
            <a:chExt cx="2646720" cy="11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0">
              <p14:nvContentPartPr>
                <p14:cNvPr id="832" name="Ink 831">
                  <a:extLst>
                    <a:ext uri="{FF2B5EF4-FFF2-40B4-BE49-F238E27FC236}">
                      <a16:creationId xmlns:a16="http://schemas.microsoft.com/office/drawing/2014/main" id="{B6F58552-6176-6A47-BF5A-F1B9AF433CBE}"/>
                    </a:ext>
                  </a:extLst>
                </p14:cNvPr>
                <p14:cNvContentPartPr/>
                <p14:nvPr/>
              </p14:nvContentPartPr>
              <p14:xfrm>
                <a:off x="9187718" y="4275544"/>
                <a:ext cx="110160" cy="17640"/>
              </p14:xfrm>
            </p:contentPart>
          </mc:Choice>
          <mc:Fallback xmlns="">
            <p:pic>
              <p:nvPicPr>
                <p:cNvPr id="832" name="Ink 831">
                  <a:extLst>
                    <a:ext uri="{FF2B5EF4-FFF2-40B4-BE49-F238E27FC236}">
                      <a16:creationId xmlns:a16="http://schemas.microsoft.com/office/drawing/2014/main" id="{B6F58552-6176-6A47-BF5A-F1B9AF433CBE}"/>
                    </a:ext>
                  </a:extLst>
                </p:cNvPr>
                <p:cNvPicPr/>
                <p:nvPr/>
              </p:nvPicPr>
              <p:blipFill>
                <a:blip r:embed="rId1121"/>
                <a:stretch>
                  <a:fillRect/>
                </a:stretch>
              </p:blipFill>
              <p:spPr>
                <a:xfrm>
                  <a:off x="9172238" y="4260424"/>
                  <a:ext cx="1407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2">
              <p14:nvContentPartPr>
                <p14:cNvPr id="833" name="Ink 832">
                  <a:extLst>
                    <a:ext uri="{FF2B5EF4-FFF2-40B4-BE49-F238E27FC236}">
                      <a16:creationId xmlns:a16="http://schemas.microsoft.com/office/drawing/2014/main" id="{F48C8223-BEC8-DD49-8EF0-50193E29093F}"/>
                    </a:ext>
                  </a:extLst>
                </p14:cNvPr>
                <p14:cNvContentPartPr/>
                <p14:nvPr/>
              </p14:nvContentPartPr>
              <p14:xfrm>
                <a:off x="9363038" y="4168984"/>
                <a:ext cx="133560" cy="211680"/>
              </p14:xfrm>
            </p:contentPart>
          </mc:Choice>
          <mc:Fallback xmlns="">
            <p:pic>
              <p:nvPicPr>
                <p:cNvPr id="833" name="Ink 832">
                  <a:extLst>
                    <a:ext uri="{FF2B5EF4-FFF2-40B4-BE49-F238E27FC236}">
                      <a16:creationId xmlns:a16="http://schemas.microsoft.com/office/drawing/2014/main" id="{F48C8223-BEC8-DD49-8EF0-50193E29093F}"/>
                    </a:ext>
                  </a:extLst>
                </p:cNvPr>
                <p:cNvPicPr/>
                <p:nvPr/>
              </p:nvPicPr>
              <p:blipFill>
                <a:blip r:embed="rId1123"/>
                <a:stretch>
                  <a:fillRect/>
                </a:stretch>
              </p:blipFill>
              <p:spPr>
                <a:xfrm>
                  <a:off x="9347558" y="4153864"/>
                  <a:ext cx="1638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4">
              <p14:nvContentPartPr>
                <p14:cNvPr id="834" name="Ink 833">
                  <a:extLst>
                    <a:ext uri="{FF2B5EF4-FFF2-40B4-BE49-F238E27FC236}">
                      <a16:creationId xmlns:a16="http://schemas.microsoft.com/office/drawing/2014/main" id="{DA33254C-EEEA-0442-B05E-F4B498F705E4}"/>
                    </a:ext>
                  </a:extLst>
                </p14:cNvPr>
                <p14:cNvContentPartPr/>
                <p14:nvPr/>
              </p14:nvContentPartPr>
              <p14:xfrm>
                <a:off x="9527918" y="4226224"/>
                <a:ext cx="82800" cy="146880"/>
              </p14:xfrm>
            </p:contentPart>
          </mc:Choice>
          <mc:Fallback xmlns="">
            <p:pic>
              <p:nvPicPr>
                <p:cNvPr id="834" name="Ink 833">
                  <a:extLst>
                    <a:ext uri="{FF2B5EF4-FFF2-40B4-BE49-F238E27FC236}">
                      <a16:creationId xmlns:a16="http://schemas.microsoft.com/office/drawing/2014/main" id="{DA33254C-EEEA-0442-B05E-F4B498F705E4}"/>
                    </a:ext>
                  </a:extLst>
                </p:cNvPr>
                <p:cNvPicPr/>
                <p:nvPr/>
              </p:nvPicPr>
              <p:blipFill>
                <a:blip r:embed="rId1125"/>
                <a:stretch>
                  <a:fillRect/>
                </a:stretch>
              </p:blipFill>
              <p:spPr>
                <a:xfrm>
                  <a:off x="9512438" y="4210744"/>
                  <a:ext cx="113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6">
              <p14:nvContentPartPr>
                <p14:cNvPr id="835" name="Ink 834">
                  <a:extLst>
                    <a:ext uri="{FF2B5EF4-FFF2-40B4-BE49-F238E27FC236}">
                      <a16:creationId xmlns:a16="http://schemas.microsoft.com/office/drawing/2014/main" id="{E8986E93-20AB-F448-B733-F79F019F6C0E}"/>
                    </a:ext>
                  </a:extLst>
                </p14:cNvPr>
                <p14:cNvContentPartPr/>
                <p14:nvPr/>
              </p14:nvContentPartPr>
              <p14:xfrm>
                <a:off x="9667958" y="4080064"/>
                <a:ext cx="53640" cy="272880"/>
              </p14:xfrm>
            </p:contentPart>
          </mc:Choice>
          <mc:Fallback xmlns="">
            <p:pic>
              <p:nvPicPr>
                <p:cNvPr id="835" name="Ink 834">
                  <a:extLst>
                    <a:ext uri="{FF2B5EF4-FFF2-40B4-BE49-F238E27FC236}">
                      <a16:creationId xmlns:a16="http://schemas.microsoft.com/office/drawing/2014/main" id="{E8986E93-20AB-F448-B733-F79F019F6C0E}"/>
                    </a:ext>
                  </a:extLst>
                </p:cNvPr>
                <p:cNvPicPr/>
                <p:nvPr/>
              </p:nvPicPr>
              <p:blipFill>
                <a:blip r:embed="rId1127"/>
                <a:stretch>
                  <a:fillRect/>
                </a:stretch>
              </p:blipFill>
              <p:spPr>
                <a:xfrm>
                  <a:off x="9652838" y="4064944"/>
                  <a:ext cx="838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8">
              <p14:nvContentPartPr>
                <p14:cNvPr id="836" name="Ink 835">
                  <a:extLst>
                    <a:ext uri="{FF2B5EF4-FFF2-40B4-BE49-F238E27FC236}">
                      <a16:creationId xmlns:a16="http://schemas.microsoft.com/office/drawing/2014/main" id="{E32B55CD-CB29-9E49-A35F-D1083C89195A}"/>
                    </a:ext>
                  </a:extLst>
                </p14:cNvPr>
                <p14:cNvContentPartPr/>
                <p14:nvPr/>
              </p14:nvContentPartPr>
              <p14:xfrm>
                <a:off x="9746078" y="4081144"/>
                <a:ext cx="73800" cy="301680"/>
              </p14:xfrm>
            </p:contentPart>
          </mc:Choice>
          <mc:Fallback xmlns="">
            <p:pic>
              <p:nvPicPr>
                <p:cNvPr id="836" name="Ink 835">
                  <a:extLst>
                    <a:ext uri="{FF2B5EF4-FFF2-40B4-BE49-F238E27FC236}">
                      <a16:creationId xmlns:a16="http://schemas.microsoft.com/office/drawing/2014/main" id="{E32B55CD-CB29-9E49-A35F-D1083C89195A}"/>
                    </a:ext>
                  </a:extLst>
                </p:cNvPr>
                <p:cNvPicPr/>
                <p:nvPr/>
              </p:nvPicPr>
              <p:blipFill>
                <a:blip r:embed="rId1129"/>
                <a:stretch>
                  <a:fillRect/>
                </a:stretch>
              </p:blipFill>
              <p:spPr>
                <a:xfrm>
                  <a:off x="9730598" y="4066024"/>
                  <a:ext cx="1040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0">
              <p14:nvContentPartPr>
                <p14:cNvPr id="837" name="Ink 836">
                  <a:extLst>
                    <a:ext uri="{FF2B5EF4-FFF2-40B4-BE49-F238E27FC236}">
                      <a16:creationId xmlns:a16="http://schemas.microsoft.com/office/drawing/2014/main" id="{BC64F520-8A5A-A845-9822-66CB5F1F235F}"/>
                    </a:ext>
                  </a:extLst>
                </p14:cNvPr>
                <p14:cNvContentPartPr/>
                <p14:nvPr/>
              </p14:nvContentPartPr>
              <p14:xfrm>
                <a:off x="9835358" y="4234504"/>
                <a:ext cx="95400" cy="133200"/>
              </p14:xfrm>
            </p:contentPart>
          </mc:Choice>
          <mc:Fallback xmlns="">
            <p:pic>
              <p:nvPicPr>
                <p:cNvPr id="837" name="Ink 836">
                  <a:extLst>
                    <a:ext uri="{FF2B5EF4-FFF2-40B4-BE49-F238E27FC236}">
                      <a16:creationId xmlns:a16="http://schemas.microsoft.com/office/drawing/2014/main" id="{BC64F520-8A5A-A845-9822-66CB5F1F235F}"/>
                    </a:ext>
                  </a:extLst>
                </p:cNvPr>
                <p:cNvPicPr/>
                <p:nvPr/>
              </p:nvPicPr>
              <p:blipFill>
                <a:blip r:embed="rId1131"/>
                <a:stretch>
                  <a:fillRect/>
                </a:stretch>
              </p:blipFill>
              <p:spPr>
                <a:xfrm>
                  <a:off x="9819878" y="4219024"/>
                  <a:ext cx="1260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2">
              <p14:nvContentPartPr>
                <p14:cNvPr id="838" name="Ink 837">
                  <a:extLst>
                    <a:ext uri="{FF2B5EF4-FFF2-40B4-BE49-F238E27FC236}">
                      <a16:creationId xmlns:a16="http://schemas.microsoft.com/office/drawing/2014/main" id="{46CDF385-7DB1-E947-B1A2-5AEF27A7A254}"/>
                    </a:ext>
                  </a:extLst>
                </p14:cNvPr>
                <p14:cNvContentPartPr/>
                <p14:nvPr/>
              </p14:nvContentPartPr>
              <p14:xfrm>
                <a:off x="9994118" y="4220464"/>
                <a:ext cx="126720" cy="128520"/>
              </p14:xfrm>
            </p:contentPart>
          </mc:Choice>
          <mc:Fallback xmlns="">
            <p:pic>
              <p:nvPicPr>
                <p:cNvPr id="838" name="Ink 837">
                  <a:extLst>
                    <a:ext uri="{FF2B5EF4-FFF2-40B4-BE49-F238E27FC236}">
                      <a16:creationId xmlns:a16="http://schemas.microsoft.com/office/drawing/2014/main" id="{46CDF385-7DB1-E947-B1A2-5AEF27A7A254}"/>
                    </a:ext>
                  </a:extLst>
                </p:cNvPr>
                <p:cNvPicPr/>
                <p:nvPr/>
              </p:nvPicPr>
              <p:blipFill>
                <a:blip r:embed="rId1133"/>
                <a:stretch>
                  <a:fillRect/>
                </a:stretch>
              </p:blipFill>
              <p:spPr>
                <a:xfrm>
                  <a:off x="9978998" y="4205344"/>
                  <a:ext cx="1573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4">
              <p14:nvContentPartPr>
                <p14:cNvPr id="839" name="Ink 838">
                  <a:extLst>
                    <a:ext uri="{FF2B5EF4-FFF2-40B4-BE49-F238E27FC236}">
                      <a16:creationId xmlns:a16="http://schemas.microsoft.com/office/drawing/2014/main" id="{F72CB1D1-0575-3F4E-8ABE-45A6A536DCDF}"/>
                    </a:ext>
                  </a:extLst>
                </p14:cNvPr>
                <p14:cNvContentPartPr/>
                <p14:nvPr/>
              </p14:nvContentPartPr>
              <p14:xfrm>
                <a:off x="10192118" y="4181584"/>
                <a:ext cx="36360" cy="200880"/>
              </p14:xfrm>
            </p:contentPart>
          </mc:Choice>
          <mc:Fallback xmlns="">
            <p:pic>
              <p:nvPicPr>
                <p:cNvPr id="839" name="Ink 838">
                  <a:extLst>
                    <a:ext uri="{FF2B5EF4-FFF2-40B4-BE49-F238E27FC236}">
                      <a16:creationId xmlns:a16="http://schemas.microsoft.com/office/drawing/2014/main" id="{F72CB1D1-0575-3F4E-8ABE-45A6A536DCDF}"/>
                    </a:ext>
                  </a:extLst>
                </p:cNvPr>
                <p:cNvPicPr/>
                <p:nvPr/>
              </p:nvPicPr>
              <p:blipFill>
                <a:blip r:embed="rId1135"/>
                <a:stretch>
                  <a:fillRect/>
                </a:stretch>
              </p:blipFill>
              <p:spPr>
                <a:xfrm>
                  <a:off x="10176638" y="4166104"/>
                  <a:ext cx="669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6">
              <p14:nvContentPartPr>
                <p14:cNvPr id="840" name="Ink 839">
                  <a:extLst>
                    <a:ext uri="{FF2B5EF4-FFF2-40B4-BE49-F238E27FC236}">
                      <a16:creationId xmlns:a16="http://schemas.microsoft.com/office/drawing/2014/main" id="{A6E75598-441D-114A-80FB-10D73671A4E6}"/>
                    </a:ext>
                  </a:extLst>
                </p14:cNvPr>
                <p14:cNvContentPartPr/>
                <p14:nvPr/>
              </p14:nvContentPartPr>
              <p14:xfrm>
                <a:off x="10126598" y="4104544"/>
                <a:ext cx="412560" cy="299880"/>
              </p14:xfrm>
            </p:contentPart>
          </mc:Choice>
          <mc:Fallback xmlns="">
            <p:pic>
              <p:nvPicPr>
                <p:cNvPr id="840" name="Ink 839">
                  <a:extLst>
                    <a:ext uri="{FF2B5EF4-FFF2-40B4-BE49-F238E27FC236}">
                      <a16:creationId xmlns:a16="http://schemas.microsoft.com/office/drawing/2014/main" id="{A6E75598-441D-114A-80FB-10D73671A4E6}"/>
                    </a:ext>
                  </a:extLst>
                </p:cNvPr>
                <p:cNvPicPr/>
                <p:nvPr/>
              </p:nvPicPr>
              <p:blipFill>
                <a:blip r:embed="rId1137"/>
                <a:stretch>
                  <a:fillRect/>
                </a:stretch>
              </p:blipFill>
              <p:spPr>
                <a:xfrm>
                  <a:off x="10111478" y="4089064"/>
                  <a:ext cx="4428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8">
              <p14:nvContentPartPr>
                <p14:cNvPr id="841" name="Ink 840">
                  <a:extLst>
                    <a:ext uri="{FF2B5EF4-FFF2-40B4-BE49-F238E27FC236}">
                      <a16:creationId xmlns:a16="http://schemas.microsoft.com/office/drawing/2014/main" id="{376548F4-845B-3F46-A017-46FFFDFF10E9}"/>
                    </a:ext>
                  </a:extLst>
                </p14:cNvPr>
                <p14:cNvContentPartPr/>
                <p14:nvPr/>
              </p14:nvContentPartPr>
              <p14:xfrm>
                <a:off x="10638158" y="4069984"/>
                <a:ext cx="153360" cy="282240"/>
              </p14:xfrm>
            </p:contentPart>
          </mc:Choice>
          <mc:Fallback xmlns="">
            <p:pic>
              <p:nvPicPr>
                <p:cNvPr id="841" name="Ink 840">
                  <a:extLst>
                    <a:ext uri="{FF2B5EF4-FFF2-40B4-BE49-F238E27FC236}">
                      <a16:creationId xmlns:a16="http://schemas.microsoft.com/office/drawing/2014/main" id="{376548F4-845B-3F46-A017-46FFFDFF10E9}"/>
                    </a:ext>
                  </a:extLst>
                </p:cNvPr>
                <p:cNvPicPr/>
                <p:nvPr/>
              </p:nvPicPr>
              <p:blipFill>
                <a:blip r:embed="rId1139"/>
                <a:stretch>
                  <a:fillRect/>
                </a:stretch>
              </p:blipFill>
              <p:spPr>
                <a:xfrm>
                  <a:off x="10622678" y="4054864"/>
                  <a:ext cx="1839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0">
              <p14:nvContentPartPr>
                <p14:cNvPr id="842" name="Ink 841">
                  <a:extLst>
                    <a:ext uri="{FF2B5EF4-FFF2-40B4-BE49-F238E27FC236}">
                      <a16:creationId xmlns:a16="http://schemas.microsoft.com/office/drawing/2014/main" id="{3DF0E904-9498-C743-B62E-D9DE8387EF84}"/>
                    </a:ext>
                  </a:extLst>
                </p14:cNvPr>
                <p14:cNvContentPartPr/>
                <p14:nvPr/>
              </p14:nvContentPartPr>
              <p14:xfrm>
                <a:off x="10805558" y="4259704"/>
                <a:ext cx="103320" cy="81000"/>
              </p14:xfrm>
            </p:contentPart>
          </mc:Choice>
          <mc:Fallback xmlns="">
            <p:pic>
              <p:nvPicPr>
                <p:cNvPr id="842" name="Ink 841">
                  <a:extLst>
                    <a:ext uri="{FF2B5EF4-FFF2-40B4-BE49-F238E27FC236}">
                      <a16:creationId xmlns:a16="http://schemas.microsoft.com/office/drawing/2014/main" id="{3DF0E904-9498-C743-B62E-D9DE8387EF84}"/>
                    </a:ext>
                  </a:extLst>
                </p:cNvPr>
                <p:cNvPicPr/>
                <p:nvPr/>
              </p:nvPicPr>
              <p:blipFill>
                <a:blip r:embed="rId1141"/>
                <a:stretch>
                  <a:fillRect/>
                </a:stretch>
              </p:blipFill>
              <p:spPr>
                <a:xfrm>
                  <a:off x="10790078" y="4244224"/>
                  <a:ext cx="1339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2">
              <p14:nvContentPartPr>
                <p14:cNvPr id="843" name="Ink 842">
                  <a:extLst>
                    <a:ext uri="{FF2B5EF4-FFF2-40B4-BE49-F238E27FC236}">
                      <a16:creationId xmlns:a16="http://schemas.microsoft.com/office/drawing/2014/main" id="{2B3618EC-464E-F94F-B594-9766F3947281}"/>
                    </a:ext>
                  </a:extLst>
                </p14:cNvPr>
                <p14:cNvContentPartPr/>
                <p14:nvPr/>
              </p14:nvContentPartPr>
              <p14:xfrm>
                <a:off x="10853438" y="4259704"/>
                <a:ext cx="74880" cy="276480"/>
              </p14:xfrm>
            </p:contentPart>
          </mc:Choice>
          <mc:Fallback xmlns="">
            <p:pic>
              <p:nvPicPr>
                <p:cNvPr id="843" name="Ink 842">
                  <a:extLst>
                    <a:ext uri="{FF2B5EF4-FFF2-40B4-BE49-F238E27FC236}">
                      <a16:creationId xmlns:a16="http://schemas.microsoft.com/office/drawing/2014/main" id="{2B3618EC-464E-F94F-B594-9766F3947281}"/>
                    </a:ext>
                  </a:extLst>
                </p:cNvPr>
                <p:cNvPicPr/>
                <p:nvPr/>
              </p:nvPicPr>
              <p:blipFill>
                <a:blip r:embed="rId1143"/>
                <a:stretch>
                  <a:fillRect/>
                </a:stretch>
              </p:blipFill>
              <p:spPr>
                <a:xfrm>
                  <a:off x="10838318" y="4244224"/>
                  <a:ext cx="1051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4">
              <p14:nvContentPartPr>
                <p14:cNvPr id="844" name="Ink 843">
                  <a:extLst>
                    <a:ext uri="{FF2B5EF4-FFF2-40B4-BE49-F238E27FC236}">
                      <a16:creationId xmlns:a16="http://schemas.microsoft.com/office/drawing/2014/main" id="{C67FEB71-7535-9849-AC55-3EC09D3C34F2}"/>
                    </a:ext>
                  </a:extLst>
                </p14:cNvPr>
                <p14:cNvContentPartPr/>
                <p14:nvPr/>
              </p14:nvContentPartPr>
              <p14:xfrm>
                <a:off x="11071238" y="4060984"/>
                <a:ext cx="150480" cy="296280"/>
              </p14:xfrm>
            </p:contentPart>
          </mc:Choice>
          <mc:Fallback xmlns="">
            <p:pic>
              <p:nvPicPr>
                <p:cNvPr id="844" name="Ink 843">
                  <a:extLst>
                    <a:ext uri="{FF2B5EF4-FFF2-40B4-BE49-F238E27FC236}">
                      <a16:creationId xmlns:a16="http://schemas.microsoft.com/office/drawing/2014/main" id="{C67FEB71-7535-9849-AC55-3EC09D3C34F2}"/>
                    </a:ext>
                  </a:extLst>
                </p:cNvPr>
                <p:cNvPicPr/>
                <p:nvPr/>
              </p:nvPicPr>
              <p:blipFill>
                <a:blip r:embed="rId1145"/>
                <a:stretch>
                  <a:fillRect/>
                </a:stretch>
              </p:blipFill>
              <p:spPr>
                <a:xfrm>
                  <a:off x="11055758" y="4045864"/>
                  <a:ext cx="1810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6">
              <p14:nvContentPartPr>
                <p14:cNvPr id="845" name="Ink 844">
                  <a:extLst>
                    <a:ext uri="{FF2B5EF4-FFF2-40B4-BE49-F238E27FC236}">
                      <a16:creationId xmlns:a16="http://schemas.microsoft.com/office/drawing/2014/main" id="{6A65F092-4811-6D47-81E0-A668534AC4CA}"/>
                    </a:ext>
                  </a:extLst>
                </p14:cNvPr>
                <p14:cNvContentPartPr/>
                <p14:nvPr/>
              </p14:nvContentPartPr>
              <p14:xfrm>
                <a:off x="11128838" y="4204984"/>
                <a:ext cx="128880" cy="133560"/>
              </p14:xfrm>
            </p:contentPart>
          </mc:Choice>
          <mc:Fallback xmlns="">
            <p:pic>
              <p:nvPicPr>
                <p:cNvPr id="845" name="Ink 844">
                  <a:extLst>
                    <a:ext uri="{FF2B5EF4-FFF2-40B4-BE49-F238E27FC236}">
                      <a16:creationId xmlns:a16="http://schemas.microsoft.com/office/drawing/2014/main" id="{6A65F092-4811-6D47-81E0-A668534AC4CA}"/>
                    </a:ext>
                  </a:extLst>
                </p:cNvPr>
                <p:cNvPicPr/>
                <p:nvPr/>
              </p:nvPicPr>
              <p:blipFill>
                <a:blip r:embed="rId1147"/>
                <a:stretch>
                  <a:fillRect/>
                </a:stretch>
              </p:blipFill>
              <p:spPr>
                <a:xfrm>
                  <a:off x="11113358" y="4189504"/>
                  <a:ext cx="1594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8">
              <p14:nvContentPartPr>
                <p14:cNvPr id="846" name="Ink 845">
                  <a:extLst>
                    <a:ext uri="{FF2B5EF4-FFF2-40B4-BE49-F238E27FC236}">
                      <a16:creationId xmlns:a16="http://schemas.microsoft.com/office/drawing/2014/main" id="{05FB7B1D-70D4-6B4A-893E-62D72BE95E84}"/>
                    </a:ext>
                  </a:extLst>
                </p14:cNvPr>
                <p14:cNvContentPartPr/>
                <p14:nvPr/>
              </p14:nvContentPartPr>
              <p14:xfrm>
                <a:off x="11312078" y="4198504"/>
                <a:ext cx="349200" cy="352080"/>
              </p14:xfrm>
            </p:contentPart>
          </mc:Choice>
          <mc:Fallback xmlns="">
            <p:pic>
              <p:nvPicPr>
                <p:cNvPr id="846" name="Ink 845">
                  <a:extLst>
                    <a:ext uri="{FF2B5EF4-FFF2-40B4-BE49-F238E27FC236}">
                      <a16:creationId xmlns:a16="http://schemas.microsoft.com/office/drawing/2014/main" id="{05FB7B1D-70D4-6B4A-893E-62D72BE95E84}"/>
                    </a:ext>
                  </a:extLst>
                </p:cNvPr>
                <p:cNvPicPr/>
                <p:nvPr/>
              </p:nvPicPr>
              <p:blipFill>
                <a:blip r:embed="rId1149"/>
                <a:stretch>
                  <a:fillRect/>
                </a:stretch>
              </p:blipFill>
              <p:spPr>
                <a:xfrm>
                  <a:off x="11296958" y="4183384"/>
                  <a:ext cx="3798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0">
              <p14:nvContentPartPr>
                <p14:cNvPr id="848" name="Ink 847">
                  <a:extLst>
                    <a:ext uri="{FF2B5EF4-FFF2-40B4-BE49-F238E27FC236}">
                      <a16:creationId xmlns:a16="http://schemas.microsoft.com/office/drawing/2014/main" id="{9817CE5F-4B35-A446-90F0-2B89E4E13E39}"/>
                    </a:ext>
                  </a:extLst>
                </p14:cNvPr>
                <p14:cNvContentPartPr/>
                <p14:nvPr/>
              </p14:nvContentPartPr>
              <p14:xfrm>
                <a:off x="9429638" y="4449064"/>
                <a:ext cx="134640" cy="281520"/>
              </p14:xfrm>
            </p:contentPart>
          </mc:Choice>
          <mc:Fallback xmlns="">
            <p:pic>
              <p:nvPicPr>
                <p:cNvPr id="848" name="Ink 847">
                  <a:extLst>
                    <a:ext uri="{FF2B5EF4-FFF2-40B4-BE49-F238E27FC236}">
                      <a16:creationId xmlns:a16="http://schemas.microsoft.com/office/drawing/2014/main" id="{9817CE5F-4B35-A446-90F0-2B89E4E13E39}"/>
                    </a:ext>
                  </a:extLst>
                </p:cNvPr>
                <p:cNvPicPr/>
                <p:nvPr/>
              </p:nvPicPr>
              <p:blipFill>
                <a:blip r:embed="rId1151"/>
                <a:stretch>
                  <a:fillRect/>
                </a:stretch>
              </p:blipFill>
              <p:spPr>
                <a:xfrm>
                  <a:off x="9414158" y="4433944"/>
                  <a:ext cx="1648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2">
              <p14:nvContentPartPr>
                <p14:cNvPr id="849" name="Ink 848">
                  <a:extLst>
                    <a:ext uri="{FF2B5EF4-FFF2-40B4-BE49-F238E27FC236}">
                      <a16:creationId xmlns:a16="http://schemas.microsoft.com/office/drawing/2014/main" id="{82F33B3C-C33A-EC40-B1CD-A48217813AD0}"/>
                    </a:ext>
                  </a:extLst>
                </p14:cNvPr>
                <p14:cNvContentPartPr/>
                <p14:nvPr/>
              </p14:nvContentPartPr>
              <p14:xfrm>
                <a:off x="9634478" y="4555624"/>
                <a:ext cx="232560" cy="159840"/>
              </p14:xfrm>
            </p:contentPart>
          </mc:Choice>
          <mc:Fallback xmlns="">
            <p:pic>
              <p:nvPicPr>
                <p:cNvPr id="849" name="Ink 848">
                  <a:extLst>
                    <a:ext uri="{FF2B5EF4-FFF2-40B4-BE49-F238E27FC236}">
                      <a16:creationId xmlns:a16="http://schemas.microsoft.com/office/drawing/2014/main" id="{82F33B3C-C33A-EC40-B1CD-A48217813AD0}"/>
                    </a:ext>
                  </a:extLst>
                </p:cNvPr>
                <p:cNvPicPr/>
                <p:nvPr/>
              </p:nvPicPr>
              <p:blipFill>
                <a:blip r:embed="rId1153"/>
                <a:stretch>
                  <a:fillRect/>
                </a:stretch>
              </p:blipFill>
              <p:spPr>
                <a:xfrm>
                  <a:off x="9619358" y="4540144"/>
                  <a:ext cx="2631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4">
              <p14:nvContentPartPr>
                <p14:cNvPr id="850" name="Ink 849">
                  <a:extLst>
                    <a:ext uri="{FF2B5EF4-FFF2-40B4-BE49-F238E27FC236}">
                      <a16:creationId xmlns:a16="http://schemas.microsoft.com/office/drawing/2014/main" id="{0ACBD0EB-744B-794B-BE31-339ABD56F4F0}"/>
                    </a:ext>
                  </a:extLst>
                </p14:cNvPr>
                <p14:cNvContentPartPr/>
                <p14:nvPr/>
              </p14:nvContentPartPr>
              <p14:xfrm>
                <a:off x="9884678" y="4593784"/>
                <a:ext cx="103680" cy="118800"/>
              </p14:xfrm>
            </p:contentPart>
          </mc:Choice>
          <mc:Fallback xmlns="">
            <p:pic>
              <p:nvPicPr>
                <p:cNvPr id="850" name="Ink 849">
                  <a:extLst>
                    <a:ext uri="{FF2B5EF4-FFF2-40B4-BE49-F238E27FC236}">
                      <a16:creationId xmlns:a16="http://schemas.microsoft.com/office/drawing/2014/main" id="{0ACBD0EB-744B-794B-BE31-339ABD56F4F0}"/>
                    </a:ext>
                  </a:extLst>
                </p:cNvPr>
                <p:cNvPicPr/>
                <p:nvPr/>
              </p:nvPicPr>
              <p:blipFill>
                <a:blip r:embed="rId1155"/>
                <a:stretch>
                  <a:fillRect/>
                </a:stretch>
              </p:blipFill>
              <p:spPr>
                <a:xfrm>
                  <a:off x="9869558" y="4578304"/>
                  <a:ext cx="1339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6">
              <p14:nvContentPartPr>
                <p14:cNvPr id="851" name="Ink 850">
                  <a:extLst>
                    <a:ext uri="{FF2B5EF4-FFF2-40B4-BE49-F238E27FC236}">
                      <a16:creationId xmlns:a16="http://schemas.microsoft.com/office/drawing/2014/main" id="{889CBFC7-D026-1544-89EE-11D08DD028DB}"/>
                    </a:ext>
                  </a:extLst>
                </p14:cNvPr>
                <p14:cNvContentPartPr/>
                <p14:nvPr/>
              </p14:nvContentPartPr>
              <p14:xfrm>
                <a:off x="10013558" y="4572904"/>
                <a:ext cx="246600" cy="137160"/>
              </p14:xfrm>
            </p:contentPart>
          </mc:Choice>
          <mc:Fallback xmlns="">
            <p:pic>
              <p:nvPicPr>
                <p:cNvPr id="851" name="Ink 850">
                  <a:extLst>
                    <a:ext uri="{FF2B5EF4-FFF2-40B4-BE49-F238E27FC236}">
                      <a16:creationId xmlns:a16="http://schemas.microsoft.com/office/drawing/2014/main" id="{889CBFC7-D026-1544-89EE-11D08DD028DB}"/>
                    </a:ext>
                  </a:extLst>
                </p:cNvPr>
                <p:cNvPicPr/>
                <p:nvPr/>
              </p:nvPicPr>
              <p:blipFill>
                <a:blip r:embed="rId1157"/>
                <a:stretch>
                  <a:fillRect/>
                </a:stretch>
              </p:blipFill>
              <p:spPr>
                <a:xfrm>
                  <a:off x="9998438" y="4557784"/>
                  <a:ext cx="2772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8">
              <p14:nvContentPartPr>
                <p14:cNvPr id="852" name="Ink 851">
                  <a:extLst>
                    <a:ext uri="{FF2B5EF4-FFF2-40B4-BE49-F238E27FC236}">
                      <a16:creationId xmlns:a16="http://schemas.microsoft.com/office/drawing/2014/main" id="{7FE07355-0992-1F46-9A59-BE2FCEDEF3B8}"/>
                    </a:ext>
                  </a:extLst>
                </p14:cNvPr>
                <p14:cNvContentPartPr/>
                <p14:nvPr/>
              </p14:nvContentPartPr>
              <p14:xfrm>
                <a:off x="10385438" y="4587304"/>
                <a:ext cx="18720" cy="141120"/>
              </p14:xfrm>
            </p:contentPart>
          </mc:Choice>
          <mc:Fallback xmlns="">
            <p:pic>
              <p:nvPicPr>
                <p:cNvPr id="852" name="Ink 851">
                  <a:extLst>
                    <a:ext uri="{FF2B5EF4-FFF2-40B4-BE49-F238E27FC236}">
                      <a16:creationId xmlns:a16="http://schemas.microsoft.com/office/drawing/2014/main" id="{7FE07355-0992-1F46-9A59-BE2FCEDEF3B8}"/>
                    </a:ext>
                  </a:extLst>
                </p:cNvPr>
                <p:cNvPicPr/>
                <p:nvPr/>
              </p:nvPicPr>
              <p:blipFill>
                <a:blip r:embed="rId1159"/>
                <a:stretch>
                  <a:fillRect/>
                </a:stretch>
              </p:blipFill>
              <p:spPr>
                <a:xfrm>
                  <a:off x="10370318" y="4572184"/>
                  <a:ext cx="493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0">
              <p14:nvContentPartPr>
                <p14:cNvPr id="853" name="Ink 852">
                  <a:extLst>
                    <a:ext uri="{FF2B5EF4-FFF2-40B4-BE49-F238E27FC236}">
                      <a16:creationId xmlns:a16="http://schemas.microsoft.com/office/drawing/2014/main" id="{AD270531-E7AA-DE4F-BB3B-AC3EDD8CE79B}"/>
                    </a:ext>
                  </a:extLst>
                </p14:cNvPr>
                <p14:cNvContentPartPr/>
                <p14:nvPr/>
              </p14:nvContentPartPr>
              <p14:xfrm>
                <a:off x="10381478" y="4471384"/>
                <a:ext cx="8640" cy="5400"/>
              </p14:xfrm>
            </p:contentPart>
          </mc:Choice>
          <mc:Fallback xmlns="">
            <p:pic>
              <p:nvPicPr>
                <p:cNvPr id="853" name="Ink 852">
                  <a:extLst>
                    <a:ext uri="{FF2B5EF4-FFF2-40B4-BE49-F238E27FC236}">
                      <a16:creationId xmlns:a16="http://schemas.microsoft.com/office/drawing/2014/main" id="{AD270531-E7AA-DE4F-BB3B-AC3EDD8CE79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366358" y="4456264"/>
                  <a:ext cx="388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1">
              <p14:nvContentPartPr>
                <p14:cNvPr id="854" name="Ink 853">
                  <a:extLst>
                    <a:ext uri="{FF2B5EF4-FFF2-40B4-BE49-F238E27FC236}">
                      <a16:creationId xmlns:a16="http://schemas.microsoft.com/office/drawing/2014/main" id="{000510B3-7687-8045-9C02-74EDCFD6AC61}"/>
                    </a:ext>
                  </a:extLst>
                </p14:cNvPr>
                <p14:cNvContentPartPr/>
                <p14:nvPr/>
              </p14:nvContentPartPr>
              <p14:xfrm>
                <a:off x="10448438" y="4599904"/>
                <a:ext cx="77760" cy="129240"/>
              </p14:xfrm>
            </p:contentPart>
          </mc:Choice>
          <mc:Fallback xmlns="">
            <p:pic>
              <p:nvPicPr>
                <p:cNvPr id="854" name="Ink 853">
                  <a:extLst>
                    <a:ext uri="{FF2B5EF4-FFF2-40B4-BE49-F238E27FC236}">
                      <a16:creationId xmlns:a16="http://schemas.microsoft.com/office/drawing/2014/main" id="{000510B3-7687-8045-9C02-74EDCFD6AC61}"/>
                    </a:ext>
                  </a:extLst>
                </p:cNvPr>
                <p:cNvPicPr/>
                <p:nvPr/>
              </p:nvPicPr>
              <p:blipFill>
                <a:blip r:embed="rId1162"/>
                <a:stretch>
                  <a:fillRect/>
                </a:stretch>
              </p:blipFill>
              <p:spPr>
                <a:xfrm>
                  <a:off x="10433318" y="4584424"/>
                  <a:ext cx="1083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3">
              <p14:nvContentPartPr>
                <p14:cNvPr id="855" name="Ink 854">
                  <a:extLst>
                    <a:ext uri="{FF2B5EF4-FFF2-40B4-BE49-F238E27FC236}">
                      <a16:creationId xmlns:a16="http://schemas.microsoft.com/office/drawing/2014/main" id="{5829D0C6-2522-4144-8392-002281EF8A44}"/>
                    </a:ext>
                  </a:extLst>
                </p14:cNvPr>
                <p14:cNvContentPartPr/>
                <p14:nvPr/>
              </p14:nvContentPartPr>
              <p14:xfrm>
                <a:off x="10630958" y="4481824"/>
                <a:ext cx="152280" cy="255960"/>
              </p14:xfrm>
            </p:contentPart>
          </mc:Choice>
          <mc:Fallback xmlns="">
            <p:pic>
              <p:nvPicPr>
                <p:cNvPr id="855" name="Ink 854">
                  <a:extLst>
                    <a:ext uri="{FF2B5EF4-FFF2-40B4-BE49-F238E27FC236}">
                      <a16:creationId xmlns:a16="http://schemas.microsoft.com/office/drawing/2014/main" id="{5829D0C6-2522-4144-8392-002281EF8A44}"/>
                    </a:ext>
                  </a:extLst>
                </p:cNvPr>
                <p:cNvPicPr/>
                <p:nvPr/>
              </p:nvPicPr>
              <p:blipFill>
                <a:blip r:embed="rId1164"/>
                <a:stretch>
                  <a:fillRect/>
                </a:stretch>
              </p:blipFill>
              <p:spPr>
                <a:xfrm>
                  <a:off x="10615838" y="4466344"/>
                  <a:ext cx="1828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5">
              <p14:nvContentPartPr>
                <p14:cNvPr id="856" name="Ink 855">
                  <a:extLst>
                    <a:ext uri="{FF2B5EF4-FFF2-40B4-BE49-F238E27FC236}">
                      <a16:creationId xmlns:a16="http://schemas.microsoft.com/office/drawing/2014/main" id="{F0A57D3B-6E8B-974A-B5F7-CAB4C42D8ACA}"/>
                    </a:ext>
                  </a:extLst>
                </p14:cNvPr>
                <p14:cNvContentPartPr/>
                <p14:nvPr/>
              </p14:nvContentPartPr>
              <p14:xfrm>
                <a:off x="10783238" y="4571824"/>
                <a:ext cx="60120" cy="133200"/>
              </p14:xfrm>
            </p:contentPart>
          </mc:Choice>
          <mc:Fallback xmlns="">
            <p:pic>
              <p:nvPicPr>
                <p:cNvPr id="856" name="Ink 855">
                  <a:extLst>
                    <a:ext uri="{FF2B5EF4-FFF2-40B4-BE49-F238E27FC236}">
                      <a16:creationId xmlns:a16="http://schemas.microsoft.com/office/drawing/2014/main" id="{F0A57D3B-6E8B-974A-B5F7-CAB4C42D8ACA}"/>
                    </a:ext>
                  </a:extLst>
                </p:cNvPr>
                <p:cNvPicPr/>
                <p:nvPr/>
              </p:nvPicPr>
              <p:blipFill>
                <a:blip r:embed="rId1166"/>
                <a:stretch>
                  <a:fillRect/>
                </a:stretch>
              </p:blipFill>
              <p:spPr>
                <a:xfrm>
                  <a:off x="10767758" y="4556704"/>
                  <a:ext cx="907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7">
              <p14:nvContentPartPr>
                <p14:cNvPr id="857" name="Ink 856">
                  <a:extLst>
                    <a:ext uri="{FF2B5EF4-FFF2-40B4-BE49-F238E27FC236}">
                      <a16:creationId xmlns:a16="http://schemas.microsoft.com/office/drawing/2014/main" id="{242A9E3F-12BB-874D-B766-4DC27AB895DD}"/>
                    </a:ext>
                  </a:extLst>
                </p14:cNvPr>
                <p14:cNvContentPartPr/>
                <p14:nvPr/>
              </p14:nvContentPartPr>
              <p14:xfrm>
                <a:off x="10849838" y="4504864"/>
                <a:ext cx="6120" cy="10800"/>
              </p14:xfrm>
            </p:contentPart>
          </mc:Choice>
          <mc:Fallback xmlns="">
            <p:pic>
              <p:nvPicPr>
                <p:cNvPr id="857" name="Ink 856">
                  <a:extLst>
                    <a:ext uri="{FF2B5EF4-FFF2-40B4-BE49-F238E27FC236}">
                      <a16:creationId xmlns:a16="http://schemas.microsoft.com/office/drawing/2014/main" id="{242A9E3F-12BB-874D-B766-4DC27AB895D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834718" y="4489744"/>
                  <a:ext cx="367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8">
              <p14:nvContentPartPr>
                <p14:cNvPr id="858" name="Ink 857">
                  <a:extLst>
                    <a:ext uri="{FF2B5EF4-FFF2-40B4-BE49-F238E27FC236}">
                      <a16:creationId xmlns:a16="http://schemas.microsoft.com/office/drawing/2014/main" id="{1210FB0B-E5DD-B844-9833-DD03AC8809B2}"/>
                    </a:ext>
                  </a:extLst>
                </p14:cNvPr>
                <p14:cNvContentPartPr/>
                <p14:nvPr/>
              </p14:nvContentPartPr>
              <p14:xfrm>
                <a:off x="10849838" y="4437904"/>
                <a:ext cx="72720" cy="296640"/>
              </p14:xfrm>
            </p:contentPart>
          </mc:Choice>
          <mc:Fallback xmlns="">
            <p:pic>
              <p:nvPicPr>
                <p:cNvPr id="858" name="Ink 857">
                  <a:extLst>
                    <a:ext uri="{FF2B5EF4-FFF2-40B4-BE49-F238E27FC236}">
                      <a16:creationId xmlns:a16="http://schemas.microsoft.com/office/drawing/2014/main" id="{1210FB0B-E5DD-B844-9833-DD03AC8809B2}"/>
                    </a:ext>
                  </a:extLst>
                </p:cNvPr>
                <p:cNvPicPr/>
                <p:nvPr/>
              </p:nvPicPr>
              <p:blipFill>
                <a:blip r:embed="rId1169"/>
                <a:stretch>
                  <a:fillRect/>
                </a:stretch>
              </p:blipFill>
              <p:spPr>
                <a:xfrm>
                  <a:off x="10834718" y="4422784"/>
                  <a:ext cx="1029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0">
              <p14:nvContentPartPr>
                <p14:cNvPr id="859" name="Ink 858">
                  <a:extLst>
                    <a:ext uri="{FF2B5EF4-FFF2-40B4-BE49-F238E27FC236}">
                      <a16:creationId xmlns:a16="http://schemas.microsoft.com/office/drawing/2014/main" id="{6AEBC5C7-176F-B149-9D1F-E0BFF5CD91E8}"/>
                    </a:ext>
                  </a:extLst>
                </p14:cNvPr>
                <p14:cNvContentPartPr/>
                <p14:nvPr/>
              </p14:nvContentPartPr>
              <p14:xfrm>
                <a:off x="10939118" y="4571824"/>
                <a:ext cx="398520" cy="163080"/>
              </p14:xfrm>
            </p:contentPart>
          </mc:Choice>
          <mc:Fallback xmlns="">
            <p:pic>
              <p:nvPicPr>
                <p:cNvPr id="859" name="Ink 858">
                  <a:extLst>
                    <a:ext uri="{FF2B5EF4-FFF2-40B4-BE49-F238E27FC236}">
                      <a16:creationId xmlns:a16="http://schemas.microsoft.com/office/drawing/2014/main" id="{6AEBC5C7-176F-B149-9D1F-E0BFF5CD91E8}"/>
                    </a:ext>
                  </a:extLst>
                </p:cNvPr>
                <p:cNvPicPr/>
                <p:nvPr/>
              </p:nvPicPr>
              <p:blipFill>
                <a:blip r:embed="rId1171"/>
                <a:stretch>
                  <a:fillRect/>
                </a:stretch>
              </p:blipFill>
              <p:spPr>
                <a:xfrm>
                  <a:off x="10923998" y="4556704"/>
                  <a:ext cx="4291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2">
              <p14:nvContentPartPr>
                <p14:cNvPr id="860" name="Ink 859">
                  <a:extLst>
                    <a:ext uri="{FF2B5EF4-FFF2-40B4-BE49-F238E27FC236}">
                      <a16:creationId xmlns:a16="http://schemas.microsoft.com/office/drawing/2014/main" id="{9C015D31-CFFD-C046-ABE8-E8CD91F9FCFC}"/>
                    </a:ext>
                  </a:extLst>
                </p14:cNvPr>
                <p14:cNvContentPartPr/>
                <p14:nvPr/>
              </p14:nvContentPartPr>
              <p14:xfrm>
                <a:off x="11346998" y="4438984"/>
                <a:ext cx="97560" cy="251280"/>
              </p14:xfrm>
            </p:contentPart>
          </mc:Choice>
          <mc:Fallback xmlns="">
            <p:pic>
              <p:nvPicPr>
                <p:cNvPr id="860" name="Ink 859">
                  <a:extLst>
                    <a:ext uri="{FF2B5EF4-FFF2-40B4-BE49-F238E27FC236}">
                      <a16:creationId xmlns:a16="http://schemas.microsoft.com/office/drawing/2014/main" id="{9C015D31-CFFD-C046-ABE8-E8CD91F9FCFC}"/>
                    </a:ext>
                  </a:extLst>
                </p:cNvPr>
                <p:cNvPicPr/>
                <p:nvPr/>
              </p:nvPicPr>
              <p:blipFill>
                <a:blip r:embed="rId1173"/>
                <a:stretch>
                  <a:fillRect/>
                </a:stretch>
              </p:blipFill>
              <p:spPr>
                <a:xfrm>
                  <a:off x="11331518" y="4423864"/>
                  <a:ext cx="1281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4">
              <p14:nvContentPartPr>
                <p14:cNvPr id="861" name="Ink 860">
                  <a:extLst>
                    <a:ext uri="{FF2B5EF4-FFF2-40B4-BE49-F238E27FC236}">
                      <a16:creationId xmlns:a16="http://schemas.microsoft.com/office/drawing/2014/main" id="{D939F1C9-EB49-FB4D-B20D-596771274E31}"/>
                    </a:ext>
                  </a:extLst>
                </p14:cNvPr>
                <p14:cNvContentPartPr/>
                <p14:nvPr/>
              </p14:nvContentPartPr>
              <p14:xfrm>
                <a:off x="11463278" y="4594144"/>
                <a:ext cx="99720" cy="117000"/>
              </p14:xfrm>
            </p:contentPart>
          </mc:Choice>
          <mc:Fallback xmlns="">
            <p:pic>
              <p:nvPicPr>
                <p:cNvPr id="861" name="Ink 860">
                  <a:extLst>
                    <a:ext uri="{FF2B5EF4-FFF2-40B4-BE49-F238E27FC236}">
                      <a16:creationId xmlns:a16="http://schemas.microsoft.com/office/drawing/2014/main" id="{D939F1C9-EB49-FB4D-B20D-596771274E31}"/>
                    </a:ext>
                  </a:extLst>
                </p:cNvPr>
                <p:cNvPicPr/>
                <p:nvPr/>
              </p:nvPicPr>
              <p:blipFill>
                <a:blip r:embed="rId1175"/>
                <a:stretch>
                  <a:fillRect/>
                </a:stretch>
              </p:blipFill>
              <p:spPr>
                <a:xfrm>
                  <a:off x="11447798" y="4579024"/>
                  <a:ext cx="1303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6">
              <p14:nvContentPartPr>
                <p14:cNvPr id="862" name="Ink 861">
                  <a:extLst>
                    <a:ext uri="{FF2B5EF4-FFF2-40B4-BE49-F238E27FC236}">
                      <a16:creationId xmlns:a16="http://schemas.microsoft.com/office/drawing/2014/main" id="{D920916F-E3C1-004E-A4FE-94DC2C1E3867}"/>
                    </a:ext>
                  </a:extLst>
                </p14:cNvPr>
                <p14:cNvContentPartPr/>
                <p14:nvPr/>
              </p14:nvContentPartPr>
              <p14:xfrm>
                <a:off x="11585678" y="4426744"/>
                <a:ext cx="21600" cy="294840"/>
              </p14:xfrm>
            </p:contentPart>
          </mc:Choice>
          <mc:Fallback xmlns="">
            <p:pic>
              <p:nvPicPr>
                <p:cNvPr id="862" name="Ink 861">
                  <a:extLst>
                    <a:ext uri="{FF2B5EF4-FFF2-40B4-BE49-F238E27FC236}">
                      <a16:creationId xmlns:a16="http://schemas.microsoft.com/office/drawing/2014/main" id="{D920916F-E3C1-004E-A4FE-94DC2C1E3867}"/>
                    </a:ext>
                  </a:extLst>
                </p:cNvPr>
                <p:cNvPicPr/>
                <p:nvPr/>
              </p:nvPicPr>
              <p:blipFill>
                <a:blip r:embed="rId1177"/>
                <a:stretch>
                  <a:fillRect/>
                </a:stretch>
              </p:blipFill>
              <p:spPr>
                <a:xfrm>
                  <a:off x="11570558" y="4411624"/>
                  <a:ext cx="518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8">
              <p14:nvContentPartPr>
                <p14:cNvPr id="863" name="Ink 862">
                  <a:extLst>
                    <a:ext uri="{FF2B5EF4-FFF2-40B4-BE49-F238E27FC236}">
                      <a16:creationId xmlns:a16="http://schemas.microsoft.com/office/drawing/2014/main" id="{F7E30212-476F-4F43-897F-8A508E3C7704}"/>
                    </a:ext>
                  </a:extLst>
                </p14:cNvPr>
                <p14:cNvContentPartPr/>
                <p14:nvPr/>
              </p14:nvContentPartPr>
              <p14:xfrm>
                <a:off x="11640398" y="4623304"/>
                <a:ext cx="82800" cy="85320"/>
              </p14:xfrm>
            </p:contentPart>
          </mc:Choice>
          <mc:Fallback xmlns="">
            <p:pic>
              <p:nvPicPr>
                <p:cNvPr id="863" name="Ink 862">
                  <a:extLst>
                    <a:ext uri="{FF2B5EF4-FFF2-40B4-BE49-F238E27FC236}">
                      <a16:creationId xmlns:a16="http://schemas.microsoft.com/office/drawing/2014/main" id="{F7E30212-476F-4F43-897F-8A508E3C7704}"/>
                    </a:ext>
                  </a:extLst>
                </p:cNvPr>
                <p:cNvPicPr/>
                <p:nvPr/>
              </p:nvPicPr>
              <p:blipFill>
                <a:blip r:embed="rId1179"/>
                <a:stretch>
                  <a:fillRect/>
                </a:stretch>
              </p:blipFill>
              <p:spPr>
                <a:xfrm>
                  <a:off x="11624918" y="4608184"/>
                  <a:ext cx="1130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0">
              <p14:nvContentPartPr>
                <p14:cNvPr id="864" name="Ink 863">
                  <a:extLst>
                    <a:ext uri="{FF2B5EF4-FFF2-40B4-BE49-F238E27FC236}">
                      <a16:creationId xmlns:a16="http://schemas.microsoft.com/office/drawing/2014/main" id="{CA8B7102-5DC2-5F42-BB24-1BF3258AAB7B}"/>
                    </a:ext>
                  </a:extLst>
                </p14:cNvPr>
                <p14:cNvContentPartPr/>
                <p14:nvPr/>
              </p14:nvContentPartPr>
              <p14:xfrm>
                <a:off x="11785478" y="4638784"/>
                <a:ext cx="48960" cy="168840"/>
              </p14:xfrm>
            </p:contentPart>
          </mc:Choice>
          <mc:Fallback xmlns="">
            <p:pic>
              <p:nvPicPr>
                <p:cNvPr id="864" name="Ink 863">
                  <a:extLst>
                    <a:ext uri="{FF2B5EF4-FFF2-40B4-BE49-F238E27FC236}">
                      <a16:creationId xmlns:a16="http://schemas.microsoft.com/office/drawing/2014/main" id="{CA8B7102-5DC2-5F42-BB24-1BF3258AAB7B}"/>
                    </a:ext>
                  </a:extLst>
                </p:cNvPr>
                <p:cNvPicPr/>
                <p:nvPr/>
              </p:nvPicPr>
              <p:blipFill>
                <a:blip r:embed="rId1181"/>
                <a:stretch>
                  <a:fillRect/>
                </a:stretch>
              </p:blipFill>
              <p:spPr>
                <a:xfrm>
                  <a:off x="11769998" y="4623304"/>
                  <a:ext cx="795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2">
              <p14:nvContentPartPr>
                <p14:cNvPr id="866" name="Ink 865">
                  <a:extLst>
                    <a:ext uri="{FF2B5EF4-FFF2-40B4-BE49-F238E27FC236}">
                      <a16:creationId xmlns:a16="http://schemas.microsoft.com/office/drawing/2014/main" id="{3E234110-F866-F747-80C1-3D2B45190EA7}"/>
                    </a:ext>
                  </a:extLst>
                </p14:cNvPr>
                <p14:cNvContentPartPr/>
                <p14:nvPr/>
              </p14:nvContentPartPr>
              <p14:xfrm>
                <a:off x="9491918" y="4875664"/>
                <a:ext cx="184320" cy="234720"/>
              </p14:xfrm>
            </p:contentPart>
          </mc:Choice>
          <mc:Fallback xmlns="">
            <p:pic>
              <p:nvPicPr>
                <p:cNvPr id="866" name="Ink 865">
                  <a:extLst>
                    <a:ext uri="{FF2B5EF4-FFF2-40B4-BE49-F238E27FC236}">
                      <a16:creationId xmlns:a16="http://schemas.microsoft.com/office/drawing/2014/main" id="{3E234110-F866-F747-80C1-3D2B45190EA7}"/>
                    </a:ext>
                  </a:extLst>
                </p:cNvPr>
                <p:cNvPicPr/>
                <p:nvPr/>
              </p:nvPicPr>
              <p:blipFill>
                <a:blip r:embed="rId1183"/>
                <a:stretch>
                  <a:fillRect/>
                </a:stretch>
              </p:blipFill>
              <p:spPr>
                <a:xfrm>
                  <a:off x="9476438" y="4860544"/>
                  <a:ext cx="2145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4">
              <p14:nvContentPartPr>
                <p14:cNvPr id="867" name="Ink 866">
                  <a:extLst>
                    <a:ext uri="{FF2B5EF4-FFF2-40B4-BE49-F238E27FC236}">
                      <a16:creationId xmlns:a16="http://schemas.microsoft.com/office/drawing/2014/main" id="{1A119066-2ED7-5C46-876B-A267298EC85B}"/>
                    </a:ext>
                  </a:extLst>
                </p14:cNvPr>
                <p14:cNvContentPartPr/>
                <p14:nvPr/>
              </p14:nvContentPartPr>
              <p14:xfrm>
                <a:off x="9723758" y="4889344"/>
                <a:ext cx="104400" cy="229680"/>
              </p14:xfrm>
            </p:contentPart>
          </mc:Choice>
          <mc:Fallback xmlns="">
            <p:pic>
              <p:nvPicPr>
                <p:cNvPr id="867" name="Ink 866">
                  <a:extLst>
                    <a:ext uri="{FF2B5EF4-FFF2-40B4-BE49-F238E27FC236}">
                      <a16:creationId xmlns:a16="http://schemas.microsoft.com/office/drawing/2014/main" id="{1A119066-2ED7-5C46-876B-A267298EC85B}"/>
                    </a:ext>
                  </a:extLst>
                </p:cNvPr>
                <p:cNvPicPr/>
                <p:nvPr/>
              </p:nvPicPr>
              <p:blipFill>
                <a:blip r:embed="rId1185"/>
                <a:stretch>
                  <a:fillRect/>
                </a:stretch>
              </p:blipFill>
              <p:spPr>
                <a:xfrm>
                  <a:off x="9708278" y="4874224"/>
                  <a:ext cx="1350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6">
              <p14:nvContentPartPr>
                <p14:cNvPr id="868" name="Ink 867">
                  <a:extLst>
                    <a:ext uri="{FF2B5EF4-FFF2-40B4-BE49-F238E27FC236}">
                      <a16:creationId xmlns:a16="http://schemas.microsoft.com/office/drawing/2014/main" id="{0D44F0C5-0E86-A049-B390-241DBDA8840A}"/>
                    </a:ext>
                  </a:extLst>
                </p14:cNvPr>
                <p14:cNvContentPartPr/>
                <p14:nvPr/>
              </p14:nvContentPartPr>
              <p14:xfrm>
                <a:off x="9701438" y="4989784"/>
                <a:ext cx="171000" cy="39600"/>
              </p14:xfrm>
            </p:contentPart>
          </mc:Choice>
          <mc:Fallback xmlns="">
            <p:pic>
              <p:nvPicPr>
                <p:cNvPr id="868" name="Ink 867">
                  <a:extLst>
                    <a:ext uri="{FF2B5EF4-FFF2-40B4-BE49-F238E27FC236}">
                      <a16:creationId xmlns:a16="http://schemas.microsoft.com/office/drawing/2014/main" id="{0D44F0C5-0E86-A049-B390-241DBDA8840A}"/>
                    </a:ext>
                  </a:extLst>
                </p:cNvPr>
                <p:cNvPicPr/>
                <p:nvPr/>
              </p:nvPicPr>
              <p:blipFill>
                <a:blip r:embed="rId1187"/>
                <a:stretch>
                  <a:fillRect/>
                </a:stretch>
              </p:blipFill>
              <p:spPr>
                <a:xfrm>
                  <a:off x="9685958" y="4974664"/>
                  <a:ext cx="2016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8">
              <p14:nvContentPartPr>
                <p14:cNvPr id="869" name="Ink 868">
                  <a:extLst>
                    <a:ext uri="{FF2B5EF4-FFF2-40B4-BE49-F238E27FC236}">
                      <a16:creationId xmlns:a16="http://schemas.microsoft.com/office/drawing/2014/main" id="{30725B12-16F3-234B-8E0F-B5FD386996E2}"/>
                    </a:ext>
                  </a:extLst>
                </p14:cNvPr>
                <p14:cNvContentPartPr/>
                <p14:nvPr/>
              </p14:nvContentPartPr>
              <p14:xfrm>
                <a:off x="9992318" y="4971424"/>
                <a:ext cx="80280" cy="130680"/>
              </p14:xfrm>
            </p:contentPart>
          </mc:Choice>
          <mc:Fallback xmlns="">
            <p:pic>
              <p:nvPicPr>
                <p:cNvPr id="869" name="Ink 868">
                  <a:extLst>
                    <a:ext uri="{FF2B5EF4-FFF2-40B4-BE49-F238E27FC236}">
                      <a16:creationId xmlns:a16="http://schemas.microsoft.com/office/drawing/2014/main" id="{30725B12-16F3-234B-8E0F-B5FD386996E2}"/>
                    </a:ext>
                  </a:extLst>
                </p:cNvPr>
                <p:cNvPicPr/>
                <p:nvPr/>
              </p:nvPicPr>
              <p:blipFill>
                <a:blip r:embed="rId1189"/>
                <a:stretch>
                  <a:fillRect/>
                </a:stretch>
              </p:blipFill>
              <p:spPr>
                <a:xfrm>
                  <a:off x="9976838" y="4955944"/>
                  <a:ext cx="1108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0">
              <p14:nvContentPartPr>
                <p14:cNvPr id="870" name="Ink 869">
                  <a:extLst>
                    <a:ext uri="{FF2B5EF4-FFF2-40B4-BE49-F238E27FC236}">
                      <a16:creationId xmlns:a16="http://schemas.microsoft.com/office/drawing/2014/main" id="{FAF05AC6-FB86-5742-B2BC-1D45100BB060}"/>
                    </a:ext>
                  </a:extLst>
                </p14:cNvPr>
                <p14:cNvContentPartPr/>
                <p14:nvPr/>
              </p14:nvContentPartPr>
              <p14:xfrm>
                <a:off x="10113998" y="4946584"/>
                <a:ext cx="95400" cy="132840"/>
              </p14:xfrm>
            </p:contentPart>
          </mc:Choice>
          <mc:Fallback xmlns="">
            <p:pic>
              <p:nvPicPr>
                <p:cNvPr id="870" name="Ink 869">
                  <a:extLst>
                    <a:ext uri="{FF2B5EF4-FFF2-40B4-BE49-F238E27FC236}">
                      <a16:creationId xmlns:a16="http://schemas.microsoft.com/office/drawing/2014/main" id="{FAF05AC6-FB86-5742-B2BC-1D45100BB060}"/>
                    </a:ext>
                  </a:extLst>
                </p:cNvPr>
                <p:cNvPicPr/>
                <p:nvPr/>
              </p:nvPicPr>
              <p:blipFill>
                <a:blip r:embed="rId1191"/>
                <a:stretch>
                  <a:fillRect/>
                </a:stretch>
              </p:blipFill>
              <p:spPr>
                <a:xfrm>
                  <a:off x="10098878" y="4931104"/>
                  <a:ext cx="1260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2">
              <p14:nvContentPartPr>
                <p14:cNvPr id="872" name="Ink 871">
                  <a:extLst>
                    <a:ext uri="{FF2B5EF4-FFF2-40B4-BE49-F238E27FC236}">
                      <a16:creationId xmlns:a16="http://schemas.microsoft.com/office/drawing/2014/main" id="{97DD614D-4417-5146-BDF2-879844C65AFC}"/>
                    </a:ext>
                  </a:extLst>
                </p14:cNvPr>
                <p14:cNvContentPartPr/>
                <p14:nvPr/>
              </p14:nvContentPartPr>
              <p14:xfrm>
                <a:off x="10370318" y="4870264"/>
                <a:ext cx="39960" cy="247680"/>
              </p14:xfrm>
            </p:contentPart>
          </mc:Choice>
          <mc:Fallback xmlns="">
            <p:pic>
              <p:nvPicPr>
                <p:cNvPr id="872" name="Ink 871">
                  <a:extLst>
                    <a:ext uri="{FF2B5EF4-FFF2-40B4-BE49-F238E27FC236}">
                      <a16:creationId xmlns:a16="http://schemas.microsoft.com/office/drawing/2014/main" id="{97DD614D-4417-5146-BDF2-879844C65AFC}"/>
                    </a:ext>
                  </a:extLst>
                </p:cNvPr>
                <p:cNvPicPr/>
                <p:nvPr/>
              </p:nvPicPr>
              <p:blipFill>
                <a:blip r:embed="rId1193"/>
                <a:stretch>
                  <a:fillRect/>
                </a:stretch>
              </p:blipFill>
              <p:spPr>
                <a:xfrm>
                  <a:off x="10355198" y="4855144"/>
                  <a:ext cx="702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4">
              <p14:nvContentPartPr>
                <p14:cNvPr id="873" name="Ink 872">
                  <a:extLst>
                    <a:ext uri="{FF2B5EF4-FFF2-40B4-BE49-F238E27FC236}">
                      <a16:creationId xmlns:a16="http://schemas.microsoft.com/office/drawing/2014/main" id="{84687529-37BE-B146-AD84-84225B5A58E2}"/>
                    </a:ext>
                  </a:extLst>
                </p14:cNvPr>
                <p14:cNvContentPartPr/>
                <p14:nvPr/>
              </p14:nvContentPartPr>
              <p14:xfrm>
                <a:off x="10503158" y="4820584"/>
                <a:ext cx="131040" cy="229680"/>
              </p14:xfrm>
            </p:contentPart>
          </mc:Choice>
          <mc:Fallback xmlns="">
            <p:pic>
              <p:nvPicPr>
                <p:cNvPr id="873" name="Ink 872">
                  <a:extLst>
                    <a:ext uri="{FF2B5EF4-FFF2-40B4-BE49-F238E27FC236}">
                      <a16:creationId xmlns:a16="http://schemas.microsoft.com/office/drawing/2014/main" id="{84687529-37BE-B146-AD84-84225B5A58E2}"/>
                    </a:ext>
                  </a:extLst>
                </p:cNvPr>
                <p:cNvPicPr/>
                <p:nvPr/>
              </p:nvPicPr>
              <p:blipFill>
                <a:blip r:embed="rId1195"/>
                <a:stretch>
                  <a:fillRect/>
                </a:stretch>
              </p:blipFill>
              <p:spPr>
                <a:xfrm>
                  <a:off x="10488038" y="4805464"/>
                  <a:ext cx="1616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6">
              <p14:nvContentPartPr>
                <p14:cNvPr id="874" name="Ink 873">
                  <a:extLst>
                    <a:ext uri="{FF2B5EF4-FFF2-40B4-BE49-F238E27FC236}">
                      <a16:creationId xmlns:a16="http://schemas.microsoft.com/office/drawing/2014/main" id="{8DFFF3D3-D028-6F49-AF9F-DDAE0E7234FF}"/>
                    </a:ext>
                  </a:extLst>
                </p14:cNvPr>
                <p14:cNvContentPartPr/>
                <p14:nvPr/>
              </p14:nvContentPartPr>
              <p14:xfrm>
                <a:off x="10649318" y="4942984"/>
                <a:ext cx="215280" cy="239040"/>
              </p14:xfrm>
            </p:contentPart>
          </mc:Choice>
          <mc:Fallback xmlns="">
            <p:pic>
              <p:nvPicPr>
                <p:cNvPr id="874" name="Ink 873">
                  <a:extLst>
                    <a:ext uri="{FF2B5EF4-FFF2-40B4-BE49-F238E27FC236}">
                      <a16:creationId xmlns:a16="http://schemas.microsoft.com/office/drawing/2014/main" id="{8DFFF3D3-D028-6F49-AF9F-DDAE0E7234FF}"/>
                    </a:ext>
                  </a:extLst>
                </p:cNvPr>
                <p:cNvPicPr/>
                <p:nvPr/>
              </p:nvPicPr>
              <p:blipFill>
                <a:blip r:embed="rId1197"/>
                <a:stretch>
                  <a:fillRect/>
                </a:stretch>
              </p:blipFill>
              <p:spPr>
                <a:xfrm>
                  <a:off x="10633838" y="4927864"/>
                  <a:ext cx="245880" cy="26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5" name="Group 884">
            <a:extLst>
              <a:ext uri="{FF2B5EF4-FFF2-40B4-BE49-F238E27FC236}">
                <a16:creationId xmlns:a16="http://schemas.microsoft.com/office/drawing/2014/main" id="{EE94BBFC-76ED-E649-9BC2-F94ABE4D4A53}"/>
              </a:ext>
            </a:extLst>
          </p:cNvPr>
          <p:cNvGrpSpPr/>
          <p:nvPr/>
        </p:nvGrpSpPr>
        <p:grpSpPr>
          <a:xfrm>
            <a:off x="10180958" y="5349064"/>
            <a:ext cx="747000" cy="344520"/>
            <a:chOff x="10180958" y="5349064"/>
            <a:chExt cx="747000" cy="34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8">
              <p14:nvContentPartPr>
                <p14:cNvPr id="883" name="Ink 882">
                  <a:extLst>
                    <a:ext uri="{FF2B5EF4-FFF2-40B4-BE49-F238E27FC236}">
                      <a16:creationId xmlns:a16="http://schemas.microsoft.com/office/drawing/2014/main" id="{CF43249E-388A-7A40-A539-F9E2BD3AE550}"/>
                    </a:ext>
                  </a:extLst>
                </p14:cNvPr>
                <p14:cNvContentPartPr/>
                <p14:nvPr/>
              </p14:nvContentPartPr>
              <p14:xfrm>
                <a:off x="10180958" y="5349064"/>
                <a:ext cx="351000" cy="272880"/>
              </p14:xfrm>
            </p:contentPart>
          </mc:Choice>
          <mc:Fallback xmlns="">
            <p:pic>
              <p:nvPicPr>
                <p:cNvPr id="883" name="Ink 882">
                  <a:extLst>
                    <a:ext uri="{FF2B5EF4-FFF2-40B4-BE49-F238E27FC236}">
                      <a16:creationId xmlns:a16="http://schemas.microsoft.com/office/drawing/2014/main" id="{CF43249E-388A-7A40-A539-F9E2BD3AE550}"/>
                    </a:ext>
                  </a:extLst>
                </p:cNvPr>
                <p:cNvPicPr/>
                <p:nvPr/>
              </p:nvPicPr>
              <p:blipFill>
                <a:blip r:embed="rId1207"/>
                <a:stretch>
                  <a:fillRect/>
                </a:stretch>
              </p:blipFill>
              <p:spPr>
                <a:xfrm>
                  <a:off x="10165478" y="5333584"/>
                  <a:ext cx="3812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8">
              <p14:nvContentPartPr>
                <p14:cNvPr id="884" name="Ink 883">
                  <a:extLst>
                    <a:ext uri="{FF2B5EF4-FFF2-40B4-BE49-F238E27FC236}">
                      <a16:creationId xmlns:a16="http://schemas.microsoft.com/office/drawing/2014/main" id="{1A752B7A-38EB-2D45-BD48-3C2D874BEEED}"/>
                    </a:ext>
                  </a:extLst>
                </p14:cNvPr>
                <p14:cNvContentPartPr/>
                <p14:nvPr/>
              </p14:nvContentPartPr>
              <p14:xfrm>
                <a:off x="10590638" y="5420704"/>
                <a:ext cx="337320" cy="272880"/>
              </p14:xfrm>
            </p:contentPart>
          </mc:Choice>
          <mc:Fallback xmlns="">
            <p:pic>
              <p:nvPicPr>
                <p:cNvPr id="884" name="Ink 883">
                  <a:extLst>
                    <a:ext uri="{FF2B5EF4-FFF2-40B4-BE49-F238E27FC236}">
                      <a16:creationId xmlns:a16="http://schemas.microsoft.com/office/drawing/2014/main" id="{1A752B7A-38EB-2D45-BD48-3C2D874BEEED}"/>
                    </a:ext>
                  </a:extLst>
                </p:cNvPr>
                <p:cNvPicPr/>
                <p:nvPr/>
              </p:nvPicPr>
              <p:blipFill>
                <a:blip r:embed="rId1209"/>
                <a:stretch>
                  <a:fillRect/>
                </a:stretch>
              </p:blipFill>
              <p:spPr>
                <a:xfrm>
                  <a:off x="10575158" y="5405584"/>
                  <a:ext cx="367920" cy="30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2" name="Group 891">
            <a:extLst>
              <a:ext uri="{FF2B5EF4-FFF2-40B4-BE49-F238E27FC236}">
                <a16:creationId xmlns:a16="http://schemas.microsoft.com/office/drawing/2014/main" id="{C51BB395-E2A1-5441-B12E-7339C6E27054}"/>
              </a:ext>
            </a:extLst>
          </p:cNvPr>
          <p:cNvGrpSpPr/>
          <p:nvPr/>
        </p:nvGrpSpPr>
        <p:grpSpPr>
          <a:xfrm>
            <a:off x="11050718" y="5542024"/>
            <a:ext cx="756000" cy="588960"/>
            <a:chOff x="11050718" y="5542024"/>
            <a:chExt cx="756000" cy="58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0">
              <p14:nvContentPartPr>
                <p14:cNvPr id="886" name="Ink 885">
                  <a:extLst>
                    <a:ext uri="{FF2B5EF4-FFF2-40B4-BE49-F238E27FC236}">
                      <a16:creationId xmlns:a16="http://schemas.microsoft.com/office/drawing/2014/main" id="{5EDD779B-835C-684C-A1E5-E8F75D770330}"/>
                    </a:ext>
                  </a:extLst>
                </p14:cNvPr>
                <p14:cNvContentPartPr/>
                <p14:nvPr/>
              </p14:nvContentPartPr>
              <p14:xfrm>
                <a:off x="11050718" y="5542024"/>
                <a:ext cx="347400" cy="588960"/>
              </p14:xfrm>
            </p:contentPart>
          </mc:Choice>
          <mc:Fallback xmlns="">
            <p:pic>
              <p:nvPicPr>
                <p:cNvPr id="886" name="Ink 885">
                  <a:extLst>
                    <a:ext uri="{FF2B5EF4-FFF2-40B4-BE49-F238E27FC236}">
                      <a16:creationId xmlns:a16="http://schemas.microsoft.com/office/drawing/2014/main" id="{5EDD779B-835C-684C-A1E5-E8F75D770330}"/>
                    </a:ext>
                  </a:extLst>
                </p:cNvPr>
                <p:cNvPicPr/>
                <p:nvPr/>
              </p:nvPicPr>
              <p:blipFill>
                <a:blip r:embed="rId1211"/>
                <a:stretch>
                  <a:fillRect/>
                </a:stretch>
              </p:blipFill>
              <p:spPr>
                <a:xfrm>
                  <a:off x="11035598" y="5526904"/>
                  <a:ext cx="37764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2">
              <p14:nvContentPartPr>
                <p14:cNvPr id="887" name="Ink 886">
                  <a:extLst>
                    <a:ext uri="{FF2B5EF4-FFF2-40B4-BE49-F238E27FC236}">
                      <a16:creationId xmlns:a16="http://schemas.microsoft.com/office/drawing/2014/main" id="{5B738B91-6831-7940-84CA-103E9D324797}"/>
                    </a:ext>
                  </a:extLst>
                </p14:cNvPr>
                <p14:cNvContentPartPr/>
                <p14:nvPr/>
              </p14:nvContentPartPr>
              <p14:xfrm>
                <a:off x="11452118" y="5642464"/>
                <a:ext cx="11520" cy="208800"/>
              </p14:xfrm>
            </p:contentPart>
          </mc:Choice>
          <mc:Fallback xmlns="">
            <p:pic>
              <p:nvPicPr>
                <p:cNvPr id="887" name="Ink 886">
                  <a:extLst>
                    <a:ext uri="{FF2B5EF4-FFF2-40B4-BE49-F238E27FC236}">
                      <a16:creationId xmlns:a16="http://schemas.microsoft.com/office/drawing/2014/main" id="{5B738B91-6831-7940-84CA-103E9D324797}"/>
                    </a:ext>
                  </a:extLst>
                </p:cNvPr>
                <p:cNvPicPr/>
                <p:nvPr/>
              </p:nvPicPr>
              <p:blipFill>
                <a:blip r:embed="rId1213"/>
                <a:stretch>
                  <a:fillRect/>
                </a:stretch>
              </p:blipFill>
              <p:spPr>
                <a:xfrm>
                  <a:off x="11436998" y="5626984"/>
                  <a:ext cx="417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4">
              <p14:nvContentPartPr>
                <p14:cNvPr id="888" name="Ink 887">
                  <a:extLst>
                    <a:ext uri="{FF2B5EF4-FFF2-40B4-BE49-F238E27FC236}">
                      <a16:creationId xmlns:a16="http://schemas.microsoft.com/office/drawing/2014/main" id="{E22F49A3-F821-8E42-AD00-08E6E83D541B}"/>
                    </a:ext>
                  </a:extLst>
                </p14:cNvPr>
                <p14:cNvContentPartPr/>
                <p14:nvPr/>
              </p14:nvContentPartPr>
              <p14:xfrm>
                <a:off x="11447438" y="5627344"/>
                <a:ext cx="66600" cy="73800"/>
              </p14:xfrm>
            </p:contentPart>
          </mc:Choice>
          <mc:Fallback xmlns="">
            <p:pic>
              <p:nvPicPr>
                <p:cNvPr id="888" name="Ink 887">
                  <a:extLst>
                    <a:ext uri="{FF2B5EF4-FFF2-40B4-BE49-F238E27FC236}">
                      <a16:creationId xmlns:a16="http://schemas.microsoft.com/office/drawing/2014/main" id="{E22F49A3-F821-8E42-AD00-08E6E83D541B}"/>
                    </a:ext>
                  </a:extLst>
                </p:cNvPr>
                <p:cNvPicPr/>
                <p:nvPr/>
              </p:nvPicPr>
              <p:blipFill>
                <a:blip r:embed="rId1215"/>
                <a:stretch>
                  <a:fillRect/>
                </a:stretch>
              </p:blipFill>
              <p:spPr>
                <a:xfrm>
                  <a:off x="11431958" y="5612224"/>
                  <a:ext cx="968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6">
              <p14:nvContentPartPr>
                <p14:cNvPr id="889" name="Ink 888">
                  <a:extLst>
                    <a:ext uri="{FF2B5EF4-FFF2-40B4-BE49-F238E27FC236}">
                      <a16:creationId xmlns:a16="http://schemas.microsoft.com/office/drawing/2014/main" id="{D823312F-CE27-D14D-871C-2D335AC554C5}"/>
                    </a:ext>
                  </a:extLst>
                </p14:cNvPr>
                <p14:cNvContentPartPr/>
                <p14:nvPr/>
              </p14:nvContentPartPr>
              <p14:xfrm>
                <a:off x="11541398" y="5641744"/>
                <a:ext cx="71640" cy="90360"/>
              </p14:xfrm>
            </p:contentPart>
          </mc:Choice>
          <mc:Fallback xmlns="">
            <p:pic>
              <p:nvPicPr>
                <p:cNvPr id="889" name="Ink 888">
                  <a:extLst>
                    <a:ext uri="{FF2B5EF4-FFF2-40B4-BE49-F238E27FC236}">
                      <a16:creationId xmlns:a16="http://schemas.microsoft.com/office/drawing/2014/main" id="{D823312F-CE27-D14D-871C-2D335AC554C5}"/>
                    </a:ext>
                  </a:extLst>
                </p:cNvPr>
                <p:cNvPicPr/>
                <p:nvPr/>
              </p:nvPicPr>
              <p:blipFill>
                <a:blip r:embed="rId1217"/>
                <a:stretch>
                  <a:fillRect/>
                </a:stretch>
              </p:blipFill>
              <p:spPr>
                <a:xfrm>
                  <a:off x="11526278" y="5626264"/>
                  <a:ext cx="1022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8">
              <p14:nvContentPartPr>
                <p14:cNvPr id="890" name="Ink 889">
                  <a:extLst>
                    <a:ext uri="{FF2B5EF4-FFF2-40B4-BE49-F238E27FC236}">
                      <a16:creationId xmlns:a16="http://schemas.microsoft.com/office/drawing/2014/main" id="{61C9CE4C-5839-5A40-A45C-8E3CB69D7EAE}"/>
                    </a:ext>
                  </a:extLst>
                </p14:cNvPr>
                <p14:cNvContentPartPr/>
                <p14:nvPr/>
              </p14:nvContentPartPr>
              <p14:xfrm>
                <a:off x="11650118" y="5631304"/>
                <a:ext cx="58320" cy="92160"/>
              </p14:xfrm>
            </p:contentPart>
          </mc:Choice>
          <mc:Fallback xmlns="">
            <p:pic>
              <p:nvPicPr>
                <p:cNvPr id="890" name="Ink 889">
                  <a:extLst>
                    <a:ext uri="{FF2B5EF4-FFF2-40B4-BE49-F238E27FC236}">
                      <a16:creationId xmlns:a16="http://schemas.microsoft.com/office/drawing/2014/main" id="{61C9CE4C-5839-5A40-A45C-8E3CB69D7EAE}"/>
                    </a:ext>
                  </a:extLst>
                </p:cNvPr>
                <p:cNvPicPr/>
                <p:nvPr/>
              </p:nvPicPr>
              <p:blipFill>
                <a:blip r:embed="rId1219"/>
                <a:stretch>
                  <a:fillRect/>
                </a:stretch>
              </p:blipFill>
              <p:spPr>
                <a:xfrm>
                  <a:off x="11634998" y="5615824"/>
                  <a:ext cx="889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0">
              <p14:nvContentPartPr>
                <p14:cNvPr id="891" name="Ink 890">
                  <a:extLst>
                    <a:ext uri="{FF2B5EF4-FFF2-40B4-BE49-F238E27FC236}">
                      <a16:creationId xmlns:a16="http://schemas.microsoft.com/office/drawing/2014/main" id="{A69DEC2E-C478-1149-A59E-F9F55B78C009}"/>
                    </a:ext>
                  </a:extLst>
                </p14:cNvPr>
                <p14:cNvContentPartPr/>
                <p14:nvPr/>
              </p14:nvContentPartPr>
              <p14:xfrm>
                <a:off x="11719598" y="5618344"/>
                <a:ext cx="87120" cy="212760"/>
              </p14:xfrm>
            </p:contentPart>
          </mc:Choice>
          <mc:Fallback xmlns="">
            <p:pic>
              <p:nvPicPr>
                <p:cNvPr id="891" name="Ink 890">
                  <a:extLst>
                    <a:ext uri="{FF2B5EF4-FFF2-40B4-BE49-F238E27FC236}">
                      <a16:creationId xmlns:a16="http://schemas.microsoft.com/office/drawing/2014/main" id="{A69DEC2E-C478-1149-A59E-F9F55B78C009}"/>
                    </a:ext>
                  </a:extLst>
                </p:cNvPr>
                <p:cNvPicPr/>
                <p:nvPr/>
              </p:nvPicPr>
              <p:blipFill>
                <a:blip r:embed="rId1221"/>
                <a:stretch>
                  <a:fillRect/>
                </a:stretch>
              </p:blipFill>
              <p:spPr>
                <a:xfrm>
                  <a:off x="11704478" y="5603224"/>
                  <a:ext cx="11772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2" name="Group 901">
            <a:extLst>
              <a:ext uri="{FF2B5EF4-FFF2-40B4-BE49-F238E27FC236}">
                <a16:creationId xmlns:a16="http://schemas.microsoft.com/office/drawing/2014/main" id="{BAFB4808-1B72-B145-9A90-8345C77EBF55}"/>
              </a:ext>
            </a:extLst>
          </p:cNvPr>
          <p:cNvGrpSpPr/>
          <p:nvPr/>
        </p:nvGrpSpPr>
        <p:grpSpPr>
          <a:xfrm>
            <a:off x="11162318" y="6311344"/>
            <a:ext cx="812520" cy="281160"/>
            <a:chOff x="11162318" y="6311344"/>
            <a:chExt cx="812520" cy="28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2">
              <p14:nvContentPartPr>
                <p14:cNvPr id="893" name="Ink 892">
                  <a:extLst>
                    <a:ext uri="{FF2B5EF4-FFF2-40B4-BE49-F238E27FC236}">
                      <a16:creationId xmlns:a16="http://schemas.microsoft.com/office/drawing/2014/main" id="{22E44C97-9E55-F042-8953-F117522122EA}"/>
                    </a:ext>
                  </a:extLst>
                </p14:cNvPr>
                <p14:cNvContentPartPr/>
                <p14:nvPr/>
              </p14:nvContentPartPr>
              <p14:xfrm>
                <a:off x="11262758" y="6311344"/>
                <a:ext cx="7560" cy="1440"/>
              </p14:xfrm>
            </p:contentPart>
          </mc:Choice>
          <mc:Fallback xmlns="">
            <p:pic>
              <p:nvPicPr>
                <p:cNvPr id="893" name="Ink 892">
                  <a:extLst>
                    <a:ext uri="{FF2B5EF4-FFF2-40B4-BE49-F238E27FC236}">
                      <a16:creationId xmlns:a16="http://schemas.microsoft.com/office/drawing/2014/main" id="{22E44C97-9E55-F042-8953-F117522122E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247278" y="6296224"/>
                  <a:ext cx="38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3">
              <p14:nvContentPartPr>
                <p14:cNvPr id="894" name="Ink 893">
                  <a:extLst>
                    <a:ext uri="{FF2B5EF4-FFF2-40B4-BE49-F238E27FC236}">
                      <a16:creationId xmlns:a16="http://schemas.microsoft.com/office/drawing/2014/main" id="{E4DB6D8F-4A6D-704B-A084-9F4A113FDE67}"/>
                    </a:ext>
                  </a:extLst>
                </p14:cNvPr>
                <p14:cNvContentPartPr/>
                <p14:nvPr/>
              </p14:nvContentPartPr>
              <p14:xfrm>
                <a:off x="11162318" y="6456424"/>
                <a:ext cx="7560" cy="1080"/>
              </p14:xfrm>
            </p:contentPart>
          </mc:Choice>
          <mc:Fallback xmlns="">
            <p:pic>
              <p:nvPicPr>
                <p:cNvPr id="894" name="Ink 893">
                  <a:extLst>
                    <a:ext uri="{FF2B5EF4-FFF2-40B4-BE49-F238E27FC236}">
                      <a16:creationId xmlns:a16="http://schemas.microsoft.com/office/drawing/2014/main" id="{E4DB6D8F-4A6D-704B-A084-9F4A113FDE6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146838" y="6441304"/>
                  <a:ext cx="381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4">
              <p14:nvContentPartPr>
                <p14:cNvPr id="895" name="Ink 894">
                  <a:extLst>
                    <a:ext uri="{FF2B5EF4-FFF2-40B4-BE49-F238E27FC236}">
                      <a16:creationId xmlns:a16="http://schemas.microsoft.com/office/drawing/2014/main" id="{F3447018-1854-144B-AE11-2F607C86CFA2}"/>
                    </a:ext>
                  </a:extLst>
                </p14:cNvPr>
                <p14:cNvContentPartPr/>
                <p14:nvPr/>
              </p14:nvContentPartPr>
              <p14:xfrm>
                <a:off x="11295878" y="6545704"/>
                <a:ext cx="2520" cy="7920"/>
              </p14:xfrm>
            </p:contentPart>
          </mc:Choice>
          <mc:Fallback xmlns="">
            <p:pic>
              <p:nvPicPr>
                <p:cNvPr id="895" name="Ink 894">
                  <a:extLst>
                    <a:ext uri="{FF2B5EF4-FFF2-40B4-BE49-F238E27FC236}">
                      <a16:creationId xmlns:a16="http://schemas.microsoft.com/office/drawing/2014/main" id="{F3447018-1854-144B-AE11-2F607C86CFA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280758" y="6530224"/>
                  <a:ext cx="331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5">
              <p14:nvContentPartPr>
                <p14:cNvPr id="896" name="Ink 895">
                  <a:extLst>
                    <a:ext uri="{FF2B5EF4-FFF2-40B4-BE49-F238E27FC236}">
                      <a16:creationId xmlns:a16="http://schemas.microsoft.com/office/drawing/2014/main" id="{DAB5E58F-A307-A34D-8339-55C700B6BE9A}"/>
                    </a:ext>
                  </a:extLst>
                </p14:cNvPr>
                <p14:cNvContentPartPr/>
                <p14:nvPr/>
              </p14:nvContentPartPr>
              <p14:xfrm>
                <a:off x="11362838" y="6434104"/>
                <a:ext cx="10800" cy="8640"/>
              </p14:xfrm>
            </p:contentPart>
          </mc:Choice>
          <mc:Fallback xmlns="">
            <p:pic>
              <p:nvPicPr>
                <p:cNvPr id="896" name="Ink 895">
                  <a:extLst>
                    <a:ext uri="{FF2B5EF4-FFF2-40B4-BE49-F238E27FC236}">
                      <a16:creationId xmlns:a16="http://schemas.microsoft.com/office/drawing/2014/main" id="{DAB5E58F-A307-A34D-8339-55C700B6BE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347718" y="6418984"/>
                  <a:ext cx="414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6">
              <p14:nvContentPartPr>
                <p14:cNvPr id="898" name="Ink 897">
                  <a:extLst>
                    <a:ext uri="{FF2B5EF4-FFF2-40B4-BE49-F238E27FC236}">
                      <a16:creationId xmlns:a16="http://schemas.microsoft.com/office/drawing/2014/main" id="{466B241D-D329-2F4C-A764-52BB007216B9}"/>
                    </a:ext>
                  </a:extLst>
                </p14:cNvPr>
                <p14:cNvContentPartPr/>
                <p14:nvPr/>
              </p14:nvContentPartPr>
              <p14:xfrm>
                <a:off x="11530238" y="6349504"/>
                <a:ext cx="83520" cy="113400"/>
              </p14:xfrm>
            </p:contentPart>
          </mc:Choice>
          <mc:Fallback xmlns="">
            <p:pic>
              <p:nvPicPr>
                <p:cNvPr id="898" name="Ink 897">
                  <a:extLst>
                    <a:ext uri="{FF2B5EF4-FFF2-40B4-BE49-F238E27FC236}">
                      <a16:creationId xmlns:a16="http://schemas.microsoft.com/office/drawing/2014/main" id="{466B241D-D329-2F4C-A764-52BB007216B9}"/>
                    </a:ext>
                  </a:extLst>
                </p:cNvPr>
                <p:cNvPicPr/>
                <p:nvPr/>
              </p:nvPicPr>
              <p:blipFill>
                <a:blip r:embed="rId1227"/>
                <a:stretch>
                  <a:fillRect/>
                </a:stretch>
              </p:blipFill>
              <p:spPr>
                <a:xfrm>
                  <a:off x="11514758" y="6334024"/>
                  <a:ext cx="1137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8">
              <p14:nvContentPartPr>
                <p14:cNvPr id="899" name="Ink 898">
                  <a:extLst>
                    <a:ext uri="{FF2B5EF4-FFF2-40B4-BE49-F238E27FC236}">
                      <a16:creationId xmlns:a16="http://schemas.microsoft.com/office/drawing/2014/main" id="{874D3789-3A62-884B-89E6-9F762FD82E10}"/>
                    </a:ext>
                  </a:extLst>
                </p14:cNvPr>
                <p14:cNvContentPartPr/>
                <p14:nvPr/>
              </p14:nvContentPartPr>
              <p14:xfrm>
                <a:off x="11676398" y="6402424"/>
                <a:ext cx="60120" cy="190080"/>
              </p14:xfrm>
            </p:contentPart>
          </mc:Choice>
          <mc:Fallback xmlns="">
            <p:pic>
              <p:nvPicPr>
                <p:cNvPr id="899" name="Ink 898">
                  <a:extLst>
                    <a:ext uri="{FF2B5EF4-FFF2-40B4-BE49-F238E27FC236}">
                      <a16:creationId xmlns:a16="http://schemas.microsoft.com/office/drawing/2014/main" id="{874D3789-3A62-884B-89E6-9F762FD82E10}"/>
                    </a:ext>
                  </a:extLst>
                </p:cNvPr>
                <p:cNvPicPr/>
                <p:nvPr/>
              </p:nvPicPr>
              <p:blipFill>
                <a:blip r:embed="rId1229"/>
                <a:stretch>
                  <a:fillRect/>
                </a:stretch>
              </p:blipFill>
              <p:spPr>
                <a:xfrm>
                  <a:off x="11661278" y="6387304"/>
                  <a:ext cx="907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0">
              <p14:nvContentPartPr>
                <p14:cNvPr id="900" name="Ink 899">
                  <a:extLst>
                    <a:ext uri="{FF2B5EF4-FFF2-40B4-BE49-F238E27FC236}">
                      <a16:creationId xmlns:a16="http://schemas.microsoft.com/office/drawing/2014/main" id="{DFA26583-7B82-7C47-917E-7C6A9C3EE827}"/>
                    </a:ext>
                  </a:extLst>
                </p14:cNvPr>
                <p14:cNvContentPartPr/>
                <p14:nvPr/>
              </p14:nvContentPartPr>
              <p14:xfrm>
                <a:off x="11784398" y="6388384"/>
                <a:ext cx="75240" cy="190440"/>
              </p14:xfrm>
            </p:contentPart>
          </mc:Choice>
          <mc:Fallback xmlns="">
            <p:pic>
              <p:nvPicPr>
                <p:cNvPr id="900" name="Ink 899">
                  <a:extLst>
                    <a:ext uri="{FF2B5EF4-FFF2-40B4-BE49-F238E27FC236}">
                      <a16:creationId xmlns:a16="http://schemas.microsoft.com/office/drawing/2014/main" id="{DFA26583-7B82-7C47-917E-7C6A9C3EE827}"/>
                    </a:ext>
                  </a:extLst>
                </p:cNvPr>
                <p:cNvPicPr/>
                <p:nvPr/>
              </p:nvPicPr>
              <p:blipFill>
                <a:blip r:embed="rId1231"/>
                <a:stretch>
                  <a:fillRect/>
                </a:stretch>
              </p:blipFill>
              <p:spPr>
                <a:xfrm>
                  <a:off x="11768918" y="6373264"/>
                  <a:ext cx="1058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2">
              <p14:nvContentPartPr>
                <p14:cNvPr id="901" name="Ink 900">
                  <a:extLst>
                    <a:ext uri="{FF2B5EF4-FFF2-40B4-BE49-F238E27FC236}">
                      <a16:creationId xmlns:a16="http://schemas.microsoft.com/office/drawing/2014/main" id="{5C577A64-D215-3A4D-AB9F-37311B34F462}"/>
                    </a:ext>
                  </a:extLst>
                </p14:cNvPr>
                <p14:cNvContentPartPr/>
                <p14:nvPr/>
              </p14:nvContentPartPr>
              <p14:xfrm>
                <a:off x="11929118" y="6355984"/>
                <a:ext cx="45720" cy="109800"/>
              </p14:xfrm>
            </p:contentPart>
          </mc:Choice>
          <mc:Fallback xmlns="">
            <p:pic>
              <p:nvPicPr>
                <p:cNvPr id="901" name="Ink 900">
                  <a:extLst>
                    <a:ext uri="{FF2B5EF4-FFF2-40B4-BE49-F238E27FC236}">
                      <a16:creationId xmlns:a16="http://schemas.microsoft.com/office/drawing/2014/main" id="{5C577A64-D215-3A4D-AB9F-37311B34F462}"/>
                    </a:ext>
                  </a:extLst>
                </p:cNvPr>
                <p:cNvPicPr/>
                <p:nvPr/>
              </p:nvPicPr>
              <p:blipFill>
                <a:blip r:embed="rId1233"/>
                <a:stretch>
                  <a:fillRect/>
                </a:stretch>
              </p:blipFill>
              <p:spPr>
                <a:xfrm>
                  <a:off x="11913638" y="6340864"/>
                  <a:ext cx="76320" cy="14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34">
            <p14:nvContentPartPr>
              <p14:cNvPr id="903" name="Ink 902">
                <a:extLst>
                  <a:ext uri="{FF2B5EF4-FFF2-40B4-BE49-F238E27FC236}">
                    <a16:creationId xmlns:a16="http://schemas.microsoft.com/office/drawing/2014/main" id="{16E24836-56D5-5C43-B51B-D86AE339D45C}"/>
                  </a:ext>
                </a:extLst>
              </p14:cNvPr>
              <p14:cNvContentPartPr/>
              <p14:nvPr/>
            </p14:nvContentPartPr>
            <p14:xfrm>
              <a:off x="10905638" y="6638944"/>
              <a:ext cx="197640" cy="205200"/>
            </p14:xfrm>
          </p:contentPart>
        </mc:Choice>
        <mc:Fallback xmlns="">
          <p:pic>
            <p:nvPicPr>
              <p:cNvPr id="903" name="Ink 902">
                <a:extLst>
                  <a:ext uri="{FF2B5EF4-FFF2-40B4-BE49-F238E27FC236}">
                    <a16:creationId xmlns:a16="http://schemas.microsoft.com/office/drawing/2014/main" id="{16E24836-56D5-5C43-B51B-D86AE339D45C}"/>
                  </a:ext>
                </a:extLst>
              </p:cNvPr>
              <p:cNvPicPr/>
              <p:nvPr/>
            </p:nvPicPr>
            <p:blipFill>
              <a:blip r:embed="rId1235"/>
              <a:stretch>
                <a:fillRect/>
              </a:stretch>
            </p:blipFill>
            <p:spPr>
              <a:xfrm>
                <a:off x="10890518" y="6623464"/>
                <a:ext cx="227880" cy="23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908" name="Group 907">
            <a:extLst>
              <a:ext uri="{FF2B5EF4-FFF2-40B4-BE49-F238E27FC236}">
                <a16:creationId xmlns:a16="http://schemas.microsoft.com/office/drawing/2014/main" id="{DA4D3B3B-C233-D346-B3C5-79DA8B54A16B}"/>
              </a:ext>
            </a:extLst>
          </p:cNvPr>
          <p:cNvGrpSpPr/>
          <p:nvPr/>
        </p:nvGrpSpPr>
        <p:grpSpPr>
          <a:xfrm>
            <a:off x="10189958" y="6525904"/>
            <a:ext cx="450000" cy="313200"/>
            <a:chOff x="10189958" y="6525904"/>
            <a:chExt cx="45000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36">
              <p14:nvContentPartPr>
                <p14:cNvPr id="904" name="Ink 903">
                  <a:extLst>
                    <a:ext uri="{FF2B5EF4-FFF2-40B4-BE49-F238E27FC236}">
                      <a16:creationId xmlns:a16="http://schemas.microsoft.com/office/drawing/2014/main" id="{9D69D58D-00AD-4041-BABB-C20A0F97C84D}"/>
                    </a:ext>
                  </a:extLst>
                </p14:cNvPr>
                <p14:cNvContentPartPr/>
                <p14:nvPr/>
              </p14:nvContentPartPr>
              <p14:xfrm>
                <a:off x="10392638" y="6525904"/>
                <a:ext cx="230760" cy="250920"/>
              </p14:xfrm>
            </p:contentPart>
          </mc:Choice>
          <mc:Fallback xmlns="">
            <p:pic>
              <p:nvPicPr>
                <p:cNvPr id="904" name="Ink 903">
                  <a:extLst>
                    <a:ext uri="{FF2B5EF4-FFF2-40B4-BE49-F238E27FC236}">
                      <a16:creationId xmlns:a16="http://schemas.microsoft.com/office/drawing/2014/main" id="{9D69D58D-00AD-4041-BABB-C20A0F97C84D}"/>
                    </a:ext>
                  </a:extLst>
                </p:cNvPr>
                <p:cNvPicPr/>
                <p:nvPr/>
              </p:nvPicPr>
              <p:blipFill>
                <a:blip r:embed="rId1237"/>
                <a:stretch>
                  <a:fillRect/>
                </a:stretch>
              </p:blipFill>
              <p:spPr>
                <a:xfrm>
                  <a:off x="10377518" y="6510784"/>
                  <a:ext cx="2613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8">
              <p14:nvContentPartPr>
                <p14:cNvPr id="905" name="Ink 904">
                  <a:extLst>
                    <a:ext uri="{FF2B5EF4-FFF2-40B4-BE49-F238E27FC236}">
                      <a16:creationId xmlns:a16="http://schemas.microsoft.com/office/drawing/2014/main" id="{CFF3D9FA-8542-9245-B1ED-4B3D822524CB}"/>
                    </a:ext>
                  </a:extLst>
                </p14:cNvPr>
                <p14:cNvContentPartPr/>
                <p14:nvPr/>
              </p14:nvContentPartPr>
              <p14:xfrm>
                <a:off x="10414958" y="6712744"/>
                <a:ext cx="75600" cy="50040"/>
              </p14:xfrm>
            </p:contentPart>
          </mc:Choice>
          <mc:Fallback xmlns="">
            <p:pic>
              <p:nvPicPr>
                <p:cNvPr id="905" name="Ink 904">
                  <a:extLst>
                    <a:ext uri="{FF2B5EF4-FFF2-40B4-BE49-F238E27FC236}">
                      <a16:creationId xmlns:a16="http://schemas.microsoft.com/office/drawing/2014/main" id="{CFF3D9FA-8542-9245-B1ED-4B3D822524CB}"/>
                    </a:ext>
                  </a:extLst>
                </p:cNvPr>
                <p:cNvPicPr/>
                <p:nvPr/>
              </p:nvPicPr>
              <p:blipFill>
                <a:blip r:embed="rId1239"/>
                <a:stretch>
                  <a:fillRect/>
                </a:stretch>
              </p:blipFill>
              <p:spPr>
                <a:xfrm>
                  <a:off x="10399838" y="6697624"/>
                  <a:ext cx="1058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0">
              <p14:nvContentPartPr>
                <p14:cNvPr id="907" name="Ink 906">
                  <a:extLst>
                    <a:ext uri="{FF2B5EF4-FFF2-40B4-BE49-F238E27FC236}">
                      <a16:creationId xmlns:a16="http://schemas.microsoft.com/office/drawing/2014/main" id="{2B6B6BED-2C6D-4C47-BA06-AEDA91F3A1B0}"/>
                    </a:ext>
                  </a:extLst>
                </p14:cNvPr>
                <p14:cNvContentPartPr/>
                <p14:nvPr/>
              </p14:nvContentPartPr>
              <p14:xfrm>
                <a:off x="10189958" y="6577744"/>
                <a:ext cx="450000" cy="261360"/>
              </p14:xfrm>
            </p:contentPart>
          </mc:Choice>
          <mc:Fallback xmlns="">
            <p:pic>
              <p:nvPicPr>
                <p:cNvPr id="907" name="Ink 906">
                  <a:extLst>
                    <a:ext uri="{FF2B5EF4-FFF2-40B4-BE49-F238E27FC236}">
                      <a16:creationId xmlns:a16="http://schemas.microsoft.com/office/drawing/2014/main" id="{2B6B6BED-2C6D-4C47-BA06-AEDA91F3A1B0}"/>
                    </a:ext>
                  </a:extLst>
                </p:cNvPr>
                <p:cNvPicPr/>
                <p:nvPr/>
              </p:nvPicPr>
              <p:blipFill>
                <a:blip r:embed="rId1241"/>
                <a:stretch>
                  <a:fillRect/>
                </a:stretch>
              </p:blipFill>
              <p:spPr>
                <a:xfrm>
                  <a:off x="10174838" y="6562264"/>
                  <a:ext cx="480240" cy="29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7" name="Group 916">
            <a:extLst>
              <a:ext uri="{FF2B5EF4-FFF2-40B4-BE49-F238E27FC236}">
                <a16:creationId xmlns:a16="http://schemas.microsoft.com/office/drawing/2014/main" id="{AD945174-63D8-E849-8FC9-7CE91522761D}"/>
              </a:ext>
            </a:extLst>
          </p:cNvPr>
          <p:cNvGrpSpPr/>
          <p:nvPr/>
        </p:nvGrpSpPr>
        <p:grpSpPr>
          <a:xfrm>
            <a:off x="10355918" y="6233224"/>
            <a:ext cx="408240" cy="190440"/>
            <a:chOff x="10355918" y="6233224"/>
            <a:chExt cx="408240" cy="19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2">
              <p14:nvContentPartPr>
                <p14:cNvPr id="909" name="Ink 908">
                  <a:extLst>
                    <a:ext uri="{FF2B5EF4-FFF2-40B4-BE49-F238E27FC236}">
                      <a16:creationId xmlns:a16="http://schemas.microsoft.com/office/drawing/2014/main" id="{0D4D9129-EA48-564D-AE61-CFC7398FF29A}"/>
                    </a:ext>
                  </a:extLst>
                </p14:cNvPr>
                <p14:cNvContentPartPr/>
                <p14:nvPr/>
              </p14:nvContentPartPr>
              <p14:xfrm>
                <a:off x="10355918" y="6316744"/>
                <a:ext cx="66960" cy="106920"/>
              </p14:xfrm>
            </p:contentPart>
          </mc:Choice>
          <mc:Fallback xmlns="">
            <p:pic>
              <p:nvPicPr>
                <p:cNvPr id="909" name="Ink 908">
                  <a:extLst>
                    <a:ext uri="{FF2B5EF4-FFF2-40B4-BE49-F238E27FC236}">
                      <a16:creationId xmlns:a16="http://schemas.microsoft.com/office/drawing/2014/main" id="{0D4D9129-EA48-564D-AE61-CFC7398FF29A}"/>
                    </a:ext>
                  </a:extLst>
                </p:cNvPr>
                <p:cNvPicPr/>
                <p:nvPr/>
              </p:nvPicPr>
              <p:blipFill>
                <a:blip r:embed="rId1243"/>
                <a:stretch>
                  <a:fillRect/>
                </a:stretch>
              </p:blipFill>
              <p:spPr>
                <a:xfrm>
                  <a:off x="10340798" y="6301264"/>
                  <a:ext cx="975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4">
              <p14:nvContentPartPr>
                <p14:cNvPr id="910" name="Ink 909">
                  <a:extLst>
                    <a:ext uri="{FF2B5EF4-FFF2-40B4-BE49-F238E27FC236}">
                      <a16:creationId xmlns:a16="http://schemas.microsoft.com/office/drawing/2014/main" id="{DB03F8B9-9AAF-0849-9890-6C81C65013DA}"/>
                    </a:ext>
                  </a:extLst>
                </p14:cNvPr>
                <p14:cNvContentPartPr/>
                <p14:nvPr/>
              </p14:nvContentPartPr>
              <p14:xfrm>
                <a:off x="10448438" y="6319984"/>
                <a:ext cx="75960" cy="103680"/>
              </p14:xfrm>
            </p:contentPart>
          </mc:Choice>
          <mc:Fallback xmlns="">
            <p:pic>
              <p:nvPicPr>
                <p:cNvPr id="910" name="Ink 909">
                  <a:extLst>
                    <a:ext uri="{FF2B5EF4-FFF2-40B4-BE49-F238E27FC236}">
                      <a16:creationId xmlns:a16="http://schemas.microsoft.com/office/drawing/2014/main" id="{DB03F8B9-9AAF-0849-9890-6C81C65013DA}"/>
                    </a:ext>
                  </a:extLst>
                </p:cNvPr>
                <p:cNvPicPr/>
                <p:nvPr/>
              </p:nvPicPr>
              <p:blipFill>
                <a:blip r:embed="rId1245"/>
                <a:stretch>
                  <a:fillRect/>
                </a:stretch>
              </p:blipFill>
              <p:spPr>
                <a:xfrm>
                  <a:off x="10433318" y="6304504"/>
                  <a:ext cx="1062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6">
              <p14:nvContentPartPr>
                <p14:cNvPr id="911" name="Ink 910">
                  <a:extLst>
                    <a:ext uri="{FF2B5EF4-FFF2-40B4-BE49-F238E27FC236}">
                      <a16:creationId xmlns:a16="http://schemas.microsoft.com/office/drawing/2014/main" id="{EB5CA922-EAC9-1F47-AA37-2E24EF8EED56}"/>
                    </a:ext>
                  </a:extLst>
                </p14:cNvPr>
                <p14:cNvContentPartPr/>
                <p14:nvPr/>
              </p14:nvContentPartPr>
              <p14:xfrm>
                <a:off x="10563998" y="6330424"/>
                <a:ext cx="72360" cy="86040"/>
              </p14:xfrm>
            </p:contentPart>
          </mc:Choice>
          <mc:Fallback xmlns="">
            <p:pic>
              <p:nvPicPr>
                <p:cNvPr id="911" name="Ink 910">
                  <a:extLst>
                    <a:ext uri="{FF2B5EF4-FFF2-40B4-BE49-F238E27FC236}">
                      <a16:creationId xmlns:a16="http://schemas.microsoft.com/office/drawing/2014/main" id="{EB5CA922-EAC9-1F47-AA37-2E24EF8EED56}"/>
                    </a:ext>
                  </a:extLst>
                </p:cNvPr>
                <p:cNvPicPr/>
                <p:nvPr/>
              </p:nvPicPr>
              <p:blipFill>
                <a:blip r:embed="rId1247"/>
                <a:stretch>
                  <a:fillRect/>
                </a:stretch>
              </p:blipFill>
              <p:spPr>
                <a:xfrm>
                  <a:off x="10548878" y="6315304"/>
                  <a:ext cx="1026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8">
              <p14:nvContentPartPr>
                <p14:cNvPr id="912" name="Ink 911">
                  <a:extLst>
                    <a:ext uri="{FF2B5EF4-FFF2-40B4-BE49-F238E27FC236}">
                      <a16:creationId xmlns:a16="http://schemas.microsoft.com/office/drawing/2014/main" id="{596E9A01-003E-5B49-859C-1D4DCCE8860F}"/>
                    </a:ext>
                  </a:extLst>
                </p14:cNvPr>
                <p14:cNvContentPartPr/>
                <p14:nvPr/>
              </p14:nvContentPartPr>
              <p14:xfrm>
                <a:off x="10660478" y="6333664"/>
                <a:ext cx="14040" cy="82800"/>
              </p14:xfrm>
            </p:contentPart>
          </mc:Choice>
          <mc:Fallback xmlns="">
            <p:pic>
              <p:nvPicPr>
                <p:cNvPr id="912" name="Ink 911">
                  <a:extLst>
                    <a:ext uri="{FF2B5EF4-FFF2-40B4-BE49-F238E27FC236}">
                      <a16:creationId xmlns:a16="http://schemas.microsoft.com/office/drawing/2014/main" id="{596E9A01-003E-5B49-859C-1D4DCCE8860F}"/>
                    </a:ext>
                  </a:extLst>
                </p:cNvPr>
                <p:cNvPicPr/>
                <p:nvPr/>
              </p:nvPicPr>
              <p:blipFill>
                <a:blip r:embed="rId1249"/>
                <a:stretch>
                  <a:fillRect/>
                </a:stretch>
              </p:blipFill>
              <p:spPr>
                <a:xfrm>
                  <a:off x="10644998" y="6318544"/>
                  <a:ext cx="442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0">
              <p14:nvContentPartPr>
                <p14:cNvPr id="913" name="Ink 912">
                  <a:extLst>
                    <a:ext uri="{FF2B5EF4-FFF2-40B4-BE49-F238E27FC236}">
                      <a16:creationId xmlns:a16="http://schemas.microsoft.com/office/drawing/2014/main" id="{D0A2DAA5-B0A7-9742-A641-8EF00C33026B}"/>
                    </a:ext>
                  </a:extLst>
                </p14:cNvPr>
                <p14:cNvContentPartPr/>
                <p14:nvPr/>
              </p14:nvContentPartPr>
              <p14:xfrm>
                <a:off x="10671638" y="6244384"/>
                <a:ext cx="6120" cy="9000"/>
              </p14:xfrm>
            </p:contentPart>
          </mc:Choice>
          <mc:Fallback xmlns="">
            <p:pic>
              <p:nvPicPr>
                <p:cNvPr id="913" name="Ink 912">
                  <a:extLst>
                    <a:ext uri="{FF2B5EF4-FFF2-40B4-BE49-F238E27FC236}">
                      <a16:creationId xmlns:a16="http://schemas.microsoft.com/office/drawing/2014/main" id="{D0A2DAA5-B0A7-9742-A641-8EF00C33026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656158" y="6229264"/>
                  <a:ext cx="363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1">
              <p14:nvContentPartPr>
                <p14:cNvPr id="914" name="Ink 913">
                  <a:extLst>
                    <a:ext uri="{FF2B5EF4-FFF2-40B4-BE49-F238E27FC236}">
                      <a16:creationId xmlns:a16="http://schemas.microsoft.com/office/drawing/2014/main" id="{CE293830-5274-F84E-A5F3-664F0E846DD3}"/>
                    </a:ext>
                  </a:extLst>
                </p14:cNvPr>
                <p14:cNvContentPartPr/>
                <p14:nvPr/>
              </p14:nvContentPartPr>
              <p14:xfrm>
                <a:off x="10677038" y="6253384"/>
                <a:ext cx="360" cy="360"/>
              </p14:xfrm>
            </p:contentPart>
          </mc:Choice>
          <mc:Fallback xmlns="">
            <p:pic>
              <p:nvPicPr>
                <p:cNvPr id="914" name="Ink 913">
                  <a:extLst>
                    <a:ext uri="{FF2B5EF4-FFF2-40B4-BE49-F238E27FC236}">
                      <a16:creationId xmlns:a16="http://schemas.microsoft.com/office/drawing/2014/main" id="{CE293830-5274-F84E-A5F3-664F0E846DD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661918" y="623790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2">
              <p14:nvContentPartPr>
                <p14:cNvPr id="916" name="Ink 915">
                  <a:extLst>
                    <a:ext uri="{FF2B5EF4-FFF2-40B4-BE49-F238E27FC236}">
                      <a16:creationId xmlns:a16="http://schemas.microsoft.com/office/drawing/2014/main" id="{748FC20C-CCE5-944B-8930-61C82C4CFF95}"/>
                    </a:ext>
                  </a:extLst>
                </p14:cNvPr>
                <p14:cNvContentPartPr/>
                <p14:nvPr/>
              </p14:nvContentPartPr>
              <p14:xfrm>
                <a:off x="10749758" y="6233224"/>
                <a:ext cx="14400" cy="180720"/>
              </p14:xfrm>
            </p:contentPart>
          </mc:Choice>
          <mc:Fallback xmlns="">
            <p:pic>
              <p:nvPicPr>
                <p:cNvPr id="916" name="Ink 915">
                  <a:extLst>
                    <a:ext uri="{FF2B5EF4-FFF2-40B4-BE49-F238E27FC236}">
                      <a16:creationId xmlns:a16="http://schemas.microsoft.com/office/drawing/2014/main" id="{748FC20C-CCE5-944B-8930-61C82C4CFF95}"/>
                    </a:ext>
                  </a:extLst>
                </p:cNvPr>
                <p:cNvPicPr/>
                <p:nvPr/>
              </p:nvPicPr>
              <p:blipFill>
                <a:blip r:embed="rId1253"/>
                <a:stretch>
                  <a:fillRect/>
                </a:stretch>
              </p:blipFill>
              <p:spPr>
                <a:xfrm>
                  <a:off x="10734278" y="6218104"/>
                  <a:ext cx="45000" cy="21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54">
            <p14:nvContentPartPr>
              <p14:cNvPr id="918" name="Ink 917">
                <a:extLst>
                  <a:ext uri="{FF2B5EF4-FFF2-40B4-BE49-F238E27FC236}">
                    <a16:creationId xmlns:a16="http://schemas.microsoft.com/office/drawing/2014/main" id="{50E4592D-5A5F-0A4C-A3C5-F0AA35B66F58}"/>
                  </a:ext>
                </a:extLst>
              </p14:cNvPr>
              <p14:cNvContentPartPr/>
              <p14:nvPr/>
            </p14:nvContentPartPr>
            <p14:xfrm>
              <a:off x="9556358" y="6323944"/>
              <a:ext cx="436680" cy="451440"/>
            </p14:xfrm>
          </p:contentPart>
        </mc:Choice>
        <mc:Fallback xmlns="">
          <p:pic>
            <p:nvPicPr>
              <p:cNvPr id="918" name="Ink 917">
                <a:extLst>
                  <a:ext uri="{FF2B5EF4-FFF2-40B4-BE49-F238E27FC236}">
                    <a16:creationId xmlns:a16="http://schemas.microsoft.com/office/drawing/2014/main" id="{50E4592D-5A5F-0A4C-A3C5-F0AA35B66F58}"/>
                  </a:ext>
                </a:extLst>
              </p:cNvPr>
              <p:cNvPicPr/>
              <p:nvPr/>
            </p:nvPicPr>
            <p:blipFill>
              <a:blip r:embed="rId1255"/>
              <a:stretch>
                <a:fillRect/>
              </a:stretch>
            </p:blipFill>
            <p:spPr>
              <a:xfrm>
                <a:off x="9540878" y="6308824"/>
                <a:ext cx="467280" cy="48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933" name="Group 932">
            <a:extLst>
              <a:ext uri="{FF2B5EF4-FFF2-40B4-BE49-F238E27FC236}">
                <a16:creationId xmlns:a16="http://schemas.microsoft.com/office/drawing/2014/main" id="{03F25F67-D8EF-2A46-AEF3-C53FE873DC1B}"/>
              </a:ext>
            </a:extLst>
          </p:cNvPr>
          <p:cNvGrpSpPr/>
          <p:nvPr/>
        </p:nvGrpSpPr>
        <p:grpSpPr>
          <a:xfrm>
            <a:off x="9571478" y="5421784"/>
            <a:ext cx="768960" cy="798120"/>
            <a:chOff x="9571478" y="5421784"/>
            <a:chExt cx="768960" cy="79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6">
              <p14:nvContentPartPr>
                <p14:cNvPr id="919" name="Ink 918">
                  <a:extLst>
                    <a:ext uri="{FF2B5EF4-FFF2-40B4-BE49-F238E27FC236}">
                      <a16:creationId xmlns:a16="http://schemas.microsoft.com/office/drawing/2014/main" id="{8DAB0262-59C4-3146-86D2-1C72D556EDCA}"/>
                    </a:ext>
                  </a:extLst>
                </p14:cNvPr>
                <p14:cNvContentPartPr/>
                <p14:nvPr/>
              </p14:nvContentPartPr>
              <p14:xfrm>
                <a:off x="9571478" y="6017584"/>
                <a:ext cx="228960" cy="126720"/>
              </p14:xfrm>
            </p:contentPart>
          </mc:Choice>
          <mc:Fallback xmlns="">
            <p:pic>
              <p:nvPicPr>
                <p:cNvPr id="919" name="Ink 918">
                  <a:extLst>
                    <a:ext uri="{FF2B5EF4-FFF2-40B4-BE49-F238E27FC236}">
                      <a16:creationId xmlns:a16="http://schemas.microsoft.com/office/drawing/2014/main" id="{8DAB0262-59C4-3146-86D2-1C72D556EDCA}"/>
                    </a:ext>
                  </a:extLst>
                </p:cNvPr>
                <p:cNvPicPr/>
                <p:nvPr/>
              </p:nvPicPr>
              <p:blipFill>
                <a:blip r:embed="rId1257"/>
                <a:stretch>
                  <a:fillRect/>
                </a:stretch>
              </p:blipFill>
              <p:spPr>
                <a:xfrm>
                  <a:off x="9556358" y="6002464"/>
                  <a:ext cx="2595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8">
              <p14:nvContentPartPr>
                <p14:cNvPr id="920" name="Ink 919">
                  <a:extLst>
                    <a:ext uri="{FF2B5EF4-FFF2-40B4-BE49-F238E27FC236}">
                      <a16:creationId xmlns:a16="http://schemas.microsoft.com/office/drawing/2014/main" id="{75B57B4A-1CA6-5D42-8236-EECE24677A25}"/>
                    </a:ext>
                  </a:extLst>
                </p14:cNvPr>
                <p14:cNvContentPartPr/>
                <p14:nvPr/>
              </p14:nvContentPartPr>
              <p14:xfrm>
                <a:off x="9578678" y="6038824"/>
                <a:ext cx="265320" cy="142920"/>
              </p14:xfrm>
            </p:contentPart>
          </mc:Choice>
          <mc:Fallback xmlns="">
            <p:pic>
              <p:nvPicPr>
                <p:cNvPr id="920" name="Ink 919">
                  <a:extLst>
                    <a:ext uri="{FF2B5EF4-FFF2-40B4-BE49-F238E27FC236}">
                      <a16:creationId xmlns:a16="http://schemas.microsoft.com/office/drawing/2014/main" id="{75B57B4A-1CA6-5D42-8236-EECE24677A25}"/>
                    </a:ext>
                  </a:extLst>
                </p:cNvPr>
                <p:cNvPicPr/>
                <p:nvPr/>
              </p:nvPicPr>
              <p:blipFill>
                <a:blip r:embed="rId1259"/>
                <a:stretch>
                  <a:fillRect/>
                </a:stretch>
              </p:blipFill>
              <p:spPr>
                <a:xfrm>
                  <a:off x="9563558" y="6023704"/>
                  <a:ext cx="2959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0">
              <p14:nvContentPartPr>
                <p14:cNvPr id="921" name="Ink 920">
                  <a:extLst>
                    <a:ext uri="{FF2B5EF4-FFF2-40B4-BE49-F238E27FC236}">
                      <a16:creationId xmlns:a16="http://schemas.microsoft.com/office/drawing/2014/main" id="{383377AC-EF0F-2B45-8DBE-974FAA4B6FCB}"/>
                    </a:ext>
                  </a:extLst>
                </p14:cNvPr>
                <p14:cNvContentPartPr/>
                <p14:nvPr/>
              </p14:nvContentPartPr>
              <p14:xfrm>
                <a:off x="9824198" y="5901304"/>
                <a:ext cx="150840" cy="198000"/>
              </p14:xfrm>
            </p:contentPart>
          </mc:Choice>
          <mc:Fallback xmlns="">
            <p:pic>
              <p:nvPicPr>
                <p:cNvPr id="921" name="Ink 920">
                  <a:extLst>
                    <a:ext uri="{FF2B5EF4-FFF2-40B4-BE49-F238E27FC236}">
                      <a16:creationId xmlns:a16="http://schemas.microsoft.com/office/drawing/2014/main" id="{383377AC-EF0F-2B45-8DBE-974FAA4B6FCB}"/>
                    </a:ext>
                  </a:extLst>
                </p:cNvPr>
                <p:cNvPicPr/>
                <p:nvPr/>
              </p:nvPicPr>
              <p:blipFill>
                <a:blip r:embed="rId1261"/>
                <a:stretch>
                  <a:fillRect/>
                </a:stretch>
              </p:blipFill>
              <p:spPr>
                <a:xfrm>
                  <a:off x="9808718" y="5886184"/>
                  <a:ext cx="1814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2">
              <p14:nvContentPartPr>
                <p14:cNvPr id="922" name="Ink 921">
                  <a:extLst>
                    <a:ext uri="{FF2B5EF4-FFF2-40B4-BE49-F238E27FC236}">
                      <a16:creationId xmlns:a16="http://schemas.microsoft.com/office/drawing/2014/main" id="{D3BFFB0B-B8CA-CA44-8D05-2446D9BF563B}"/>
                    </a:ext>
                  </a:extLst>
                </p14:cNvPr>
                <p14:cNvContentPartPr/>
                <p14:nvPr/>
              </p14:nvContentPartPr>
              <p14:xfrm>
                <a:off x="9649238" y="5982664"/>
                <a:ext cx="58320" cy="72360"/>
              </p14:xfrm>
            </p:contentPart>
          </mc:Choice>
          <mc:Fallback xmlns="">
            <p:pic>
              <p:nvPicPr>
                <p:cNvPr id="922" name="Ink 921">
                  <a:extLst>
                    <a:ext uri="{FF2B5EF4-FFF2-40B4-BE49-F238E27FC236}">
                      <a16:creationId xmlns:a16="http://schemas.microsoft.com/office/drawing/2014/main" id="{D3BFFB0B-B8CA-CA44-8D05-2446D9BF563B}"/>
                    </a:ext>
                  </a:extLst>
                </p:cNvPr>
                <p:cNvPicPr/>
                <p:nvPr/>
              </p:nvPicPr>
              <p:blipFill>
                <a:blip r:embed="rId1263"/>
                <a:stretch>
                  <a:fillRect/>
                </a:stretch>
              </p:blipFill>
              <p:spPr>
                <a:xfrm>
                  <a:off x="9634118" y="5967544"/>
                  <a:ext cx="889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4">
              <p14:nvContentPartPr>
                <p14:cNvPr id="923" name="Ink 922">
                  <a:extLst>
                    <a:ext uri="{FF2B5EF4-FFF2-40B4-BE49-F238E27FC236}">
                      <a16:creationId xmlns:a16="http://schemas.microsoft.com/office/drawing/2014/main" id="{D8BBF282-0057-FA4A-AD46-3D934AF1EF84}"/>
                    </a:ext>
                  </a:extLst>
                </p14:cNvPr>
                <p14:cNvContentPartPr/>
                <p14:nvPr/>
              </p14:nvContentPartPr>
              <p14:xfrm>
                <a:off x="9746078" y="6164464"/>
                <a:ext cx="53640" cy="55440"/>
              </p14:xfrm>
            </p:contentPart>
          </mc:Choice>
          <mc:Fallback xmlns="">
            <p:pic>
              <p:nvPicPr>
                <p:cNvPr id="923" name="Ink 922">
                  <a:extLst>
                    <a:ext uri="{FF2B5EF4-FFF2-40B4-BE49-F238E27FC236}">
                      <a16:creationId xmlns:a16="http://schemas.microsoft.com/office/drawing/2014/main" id="{D8BBF282-0057-FA4A-AD46-3D934AF1EF84}"/>
                    </a:ext>
                  </a:extLst>
                </p:cNvPr>
                <p:cNvPicPr/>
                <p:nvPr/>
              </p:nvPicPr>
              <p:blipFill>
                <a:blip r:embed="rId1265"/>
                <a:stretch>
                  <a:fillRect/>
                </a:stretch>
              </p:blipFill>
              <p:spPr>
                <a:xfrm>
                  <a:off x="9730598" y="6149344"/>
                  <a:ext cx="842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6">
              <p14:nvContentPartPr>
                <p14:cNvPr id="924" name="Ink 923">
                  <a:extLst>
                    <a:ext uri="{FF2B5EF4-FFF2-40B4-BE49-F238E27FC236}">
                      <a16:creationId xmlns:a16="http://schemas.microsoft.com/office/drawing/2014/main" id="{7B650CFD-CB83-9C4E-ABB4-5C08870708EC}"/>
                    </a:ext>
                  </a:extLst>
                </p14:cNvPr>
                <p14:cNvContentPartPr/>
                <p14:nvPr/>
              </p14:nvContentPartPr>
              <p14:xfrm>
                <a:off x="9679118" y="6128464"/>
                <a:ext cx="12600" cy="7920"/>
              </p14:xfrm>
            </p:contentPart>
          </mc:Choice>
          <mc:Fallback xmlns="">
            <p:pic>
              <p:nvPicPr>
                <p:cNvPr id="924" name="Ink 923">
                  <a:extLst>
                    <a:ext uri="{FF2B5EF4-FFF2-40B4-BE49-F238E27FC236}">
                      <a16:creationId xmlns:a16="http://schemas.microsoft.com/office/drawing/2014/main" id="{7B650CFD-CB83-9C4E-ABB4-5C08870708E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663998" y="6113344"/>
                  <a:ext cx="432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7">
              <p14:nvContentPartPr>
                <p14:cNvPr id="926" name="Ink 925">
                  <a:extLst>
                    <a:ext uri="{FF2B5EF4-FFF2-40B4-BE49-F238E27FC236}">
                      <a16:creationId xmlns:a16="http://schemas.microsoft.com/office/drawing/2014/main" id="{90C09907-224A-3F42-AA15-1D9350631455}"/>
                    </a:ext>
                  </a:extLst>
                </p14:cNvPr>
                <p14:cNvContentPartPr/>
                <p14:nvPr/>
              </p14:nvContentPartPr>
              <p14:xfrm>
                <a:off x="10075118" y="5954224"/>
                <a:ext cx="93240" cy="245880"/>
              </p14:xfrm>
            </p:contentPart>
          </mc:Choice>
          <mc:Fallback xmlns="">
            <p:pic>
              <p:nvPicPr>
                <p:cNvPr id="926" name="Ink 925">
                  <a:extLst>
                    <a:ext uri="{FF2B5EF4-FFF2-40B4-BE49-F238E27FC236}">
                      <a16:creationId xmlns:a16="http://schemas.microsoft.com/office/drawing/2014/main" id="{90C09907-224A-3F42-AA15-1D9350631455}"/>
                    </a:ext>
                  </a:extLst>
                </p:cNvPr>
                <p:cNvPicPr/>
                <p:nvPr/>
              </p:nvPicPr>
              <p:blipFill>
                <a:blip r:embed="rId1268"/>
                <a:stretch>
                  <a:fillRect/>
                </a:stretch>
              </p:blipFill>
              <p:spPr>
                <a:xfrm>
                  <a:off x="10059638" y="5939104"/>
                  <a:ext cx="1238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9">
              <p14:nvContentPartPr>
                <p14:cNvPr id="927" name="Ink 926">
                  <a:extLst>
                    <a:ext uri="{FF2B5EF4-FFF2-40B4-BE49-F238E27FC236}">
                      <a16:creationId xmlns:a16="http://schemas.microsoft.com/office/drawing/2014/main" id="{EBBA6D37-935C-7E49-BBD4-3E3FC8EB9FF3}"/>
                    </a:ext>
                  </a:extLst>
                </p14:cNvPr>
                <p14:cNvContentPartPr/>
                <p14:nvPr/>
              </p14:nvContentPartPr>
              <p14:xfrm>
                <a:off x="10035878" y="6044224"/>
                <a:ext cx="139680" cy="111240"/>
              </p14:xfrm>
            </p:contentPart>
          </mc:Choice>
          <mc:Fallback xmlns="">
            <p:pic>
              <p:nvPicPr>
                <p:cNvPr id="927" name="Ink 926">
                  <a:extLst>
                    <a:ext uri="{FF2B5EF4-FFF2-40B4-BE49-F238E27FC236}">
                      <a16:creationId xmlns:a16="http://schemas.microsoft.com/office/drawing/2014/main" id="{EBBA6D37-935C-7E49-BBD4-3E3FC8EB9FF3}"/>
                    </a:ext>
                  </a:extLst>
                </p:cNvPr>
                <p:cNvPicPr/>
                <p:nvPr/>
              </p:nvPicPr>
              <p:blipFill>
                <a:blip r:embed="rId1270"/>
                <a:stretch>
                  <a:fillRect/>
                </a:stretch>
              </p:blipFill>
              <p:spPr>
                <a:xfrm>
                  <a:off x="10020758" y="6028744"/>
                  <a:ext cx="1702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1">
              <p14:nvContentPartPr>
                <p14:cNvPr id="928" name="Ink 927">
                  <a:extLst>
                    <a:ext uri="{FF2B5EF4-FFF2-40B4-BE49-F238E27FC236}">
                      <a16:creationId xmlns:a16="http://schemas.microsoft.com/office/drawing/2014/main" id="{342904AA-3D8C-A54E-8269-C54AAB5BD0A1}"/>
                    </a:ext>
                  </a:extLst>
                </p14:cNvPr>
                <p14:cNvContentPartPr/>
                <p14:nvPr/>
              </p14:nvContentPartPr>
              <p14:xfrm>
                <a:off x="10191038" y="6066184"/>
                <a:ext cx="68040" cy="90360"/>
              </p14:xfrm>
            </p:contentPart>
          </mc:Choice>
          <mc:Fallback xmlns="">
            <p:pic>
              <p:nvPicPr>
                <p:cNvPr id="928" name="Ink 927">
                  <a:extLst>
                    <a:ext uri="{FF2B5EF4-FFF2-40B4-BE49-F238E27FC236}">
                      <a16:creationId xmlns:a16="http://schemas.microsoft.com/office/drawing/2014/main" id="{342904AA-3D8C-A54E-8269-C54AAB5BD0A1}"/>
                    </a:ext>
                  </a:extLst>
                </p:cNvPr>
                <p:cNvPicPr/>
                <p:nvPr/>
              </p:nvPicPr>
              <p:blipFill>
                <a:blip r:embed="rId1272"/>
                <a:stretch>
                  <a:fillRect/>
                </a:stretch>
              </p:blipFill>
              <p:spPr>
                <a:xfrm>
                  <a:off x="10175918" y="6050704"/>
                  <a:ext cx="986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3">
              <p14:nvContentPartPr>
                <p14:cNvPr id="929" name="Ink 928">
                  <a:extLst>
                    <a:ext uri="{FF2B5EF4-FFF2-40B4-BE49-F238E27FC236}">
                      <a16:creationId xmlns:a16="http://schemas.microsoft.com/office/drawing/2014/main" id="{65A8B293-F194-1041-8481-3ADDEB97FA0E}"/>
                    </a:ext>
                  </a:extLst>
                </p14:cNvPr>
                <p14:cNvContentPartPr/>
                <p14:nvPr/>
              </p14:nvContentPartPr>
              <p14:xfrm>
                <a:off x="10270238" y="5965744"/>
                <a:ext cx="70200" cy="176040"/>
              </p14:xfrm>
            </p:contentPart>
          </mc:Choice>
          <mc:Fallback xmlns="">
            <p:pic>
              <p:nvPicPr>
                <p:cNvPr id="929" name="Ink 928">
                  <a:extLst>
                    <a:ext uri="{FF2B5EF4-FFF2-40B4-BE49-F238E27FC236}">
                      <a16:creationId xmlns:a16="http://schemas.microsoft.com/office/drawing/2014/main" id="{65A8B293-F194-1041-8481-3ADDEB97FA0E}"/>
                    </a:ext>
                  </a:extLst>
                </p:cNvPr>
                <p:cNvPicPr/>
                <p:nvPr/>
              </p:nvPicPr>
              <p:blipFill>
                <a:blip r:embed="rId1274"/>
                <a:stretch>
                  <a:fillRect/>
                </a:stretch>
              </p:blipFill>
              <p:spPr>
                <a:xfrm>
                  <a:off x="10254758" y="5950624"/>
                  <a:ext cx="1008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5">
              <p14:nvContentPartPr>
                <p14:cNvPr id="930" name="Ink 929">
                  <a:extLst>
                    <a:ext uri="{FF2B5EF4-FFF2-40B4-BE49-F238E27FC236}">
                      <a16:creationId xmlns:a16="http://schemas.microsoft.com/office/drawing/2014/main" id="{DB9E1ED0-012C-F94D-802F-05D625D17334}"/>
                    </a:ext>
                  </a:extLst>
                </p14:cNvPr>
                <p14:cNvContentPartPr/>
                <p14:nvPr/>
              </p14:nvContentPartPr>
              <p14:xfrm>
                <a:off x="10195358" y="5993464"/>
                <a:ext cx="7920" cy="6120"/>
              </p14:xfrm>
            </p:contentPart>
          </mc:Choice>
          <mc:Fallback xmlns="">
            <p:pic>
              <p:nvPicPr>
                <p:cNvPr id="930" name="Ink 929">
                  <a:extLst>
                    <a:ext uri="{FF2B5EF4-FFF2-40B4-BE49-F238E27FC236}">
                      <a16:creationId xmlns:a16="http://schemas.microsoft.com/office/drawing/2014/main" id="{DB9E1ED0-012C-F94D-802F-05D625D1733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180238" y="5977984"/>
                  <a:ext cx="38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6">
              <p14:nvContentPartPr>
                <p14:cNvPr id="932" name="Ink 931">
                  <a:extLst>
                    <a:ext uri="{FF2B5EF4-FFF2-40B4-BE49-F238E27FC236}">
                      <a16:creationId xmlns:a16="http://schemas.microsoft.com/office/drawing/2014/main" id="{9A3EFC84-A9FE-4E43-B5E6-AC9DC117DCE0}"/>
                    </a:ext>
                  </a:extLst>
                </p14:cNvPr>
                <p14:cNvContentPartPr/>
                <p14:nvPr/>
              </p14:nvContentPartPr>
              <p14:xfrm>
                <a:off x="9600998" y="5421784"/>
                <a:ext cx="466200" cy="495720"/>
              </p14:xfrm>
            </p:contentPart>
          </mc:Choice>
          <mc:Fallback xmlns="">
            <p:pic>
              <p:nvPicPr>
                <p:cNvPr id="932" name="Ink 931">
                  <a:extLst>
                    <a:ext uri="{FF2B5EF4-FFF2-40B4-BE49-F238E27FC236}">
                      <a16:creationId xmlns:a16="http://schemas.microsoft.com/office/drawing/2014/main" id="{9A3EFC84-A9FE-4E43-B5E6-AC9DC117DCE0}"/>
                    </a:ext>
                  </a:extLst>
                </p:cNvPr>
                <p:cNvPicPr/>
                <p:nvPr/>
              </p:nvPicPr>
              <p:blipFill>
                <a:blip r:embed="rId1277"/>
                <a:stretch>
                  <a:fillRect/>
                </a:stretch>
              </p:blipFill>
              <p:spPr>
                <a:xfrm>
                  <a:off x="9585878" y="5406664"/>
                  <a:ext cx="496800" cy="52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78">
            <p14:nvContentPartPr>
              <p14:cNvPr id="935" name="Ink 934">
                <a:extLst>
                  <a:ext uri="{FF2B5EF4-FFF2-40B4-BE49-F238E27FC236}">
                    <a16:creationId xmlns:a16="http://schemas.microsoft.com/office/drawing/2014/main" id="{0F1BDD70-B578-E54B-977F-AA9AB4984C15}"/>
                  </a:ext>
                </a:extLst>
              </p14:cNvPr>
              <p14:cNvContentPartPr/>
              <p14:nvPr/>
            </p14:nvContentPartPr>
            <p14:xfrm>
              <a:off x="4660718" y="1565824"/>
              <a:ext cx="543240" cy="3675240"/>
            </p14:xfrm>
          </p:contentPart>
        </mc:Choice>
        <mc:Fallback xmlns="">
          <p:pic>
            <p:nvPicPr>
              <p:cNvPr id="935" name="Ink 934">
                <a:extLst>
                  <a:ext uri="{FF2B5EF4-FFF2-40B4-BE49-F238E27FC236}">
                    <a16:creationId xmlns:a16="http://schemas.microsoft.com/office/drawing/2014/main" id="{0F1BDD70-B578-E54B-977F-AA9AB4984C15}"/>
                  </a:ext>
                </a:extLst>
              </p:cNvPr>
              <p:cNvPicPr/>
              <p:nvPr/>
            </p:nvPicPr>
            <p:blipFill>
              <a:blip r:embed="rId1279"/>
              <a:stretch>
                <a:fillRect/>
              </a:stretch>
            </p:blipFill>
            <p:spPr>
              <a:xfrm>
                <a:off x="4645598" y="1550704"/>
                <a:ext cx="573840" cy="37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80">
            <p14:nvContentPartPr>
              <p14:cNvPr id="937" name="Ink 936">
                <a:extLst>
                  <a:ext uri="{FF2B5EF4-FFF2-40B4-BE49-F238E27FC236}">
                    <a16:creationId xmlns:a16="http://schemas.microsoft.com/office/drawing/2014/main" id="{92B03A1B-970F-2F4F-BF21-B74D76EFDFEC}"/>
                  </a:ext>
                </a:extLst>
              </p14:cNvPr>
              <p14:cNvContentPartPr/>
              <p14:nvPr/>
            </p14:nvContentPartPr>
            <p14:xfrm>
              <a:off x="5207558" y="558184"/>
              <a:ext cx="3489120" cy="964800"/>
            </p14:xfrm>
          </p:contentPart>
        </mc:Choice>
        <mc:Fallback xmlns="">
          <p:pic>
            <p:nvPicPr>
              <p:cNvPr id="937" name="Ink 936">
                <a:extLst>
                  <a:ext uri="{FF2B5EF4-FFF2-40B4-BE49-F238E27FC236}">
                    <a16:creationId xmlns:a16="http://schemas.microsoft.com/office/drawing/2014/main" id="{92B03A1B-970F-2F4F-BF21-B74D76EFDFEC}"/>
                  </a:ext>
                </a:extLst>
              </p:cNvPr>
              <p:cNvPicPr/>
              <p:nvPr/>
            </p:nvPicPr>
            <p:blipFill>
              <a:blip r:embed="rId1281"/>
              <a:stretch>
                <a:fillRect/>
              </a:stretch>
            </p:blipFill>
            <p:spPr>
              <a:xfrm>
                <a:off x="5192078" y="542704"/>
                <a:ext cx="3519720" cy="9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82">
            <p14:nvContentPartPr>
              <p14:cNvPr id="938" name="Ink 937">
                <a:extLst>
                  <a:ext uri="{FF2B5EF4-FFF2-40B4-BE49-F238E27FC236}">
                    <a16:creationId xmlns:a16="http://schemas.microsoft.com/office/drawing/2014/main" id="{389E3FFE-2C71-2C45-881A-5F0B9ABCF4AD}"/>
                  </a:ext>
                </a:extLst>
              </p14:cNvPr>
              <p14:cNvContentPartPr/>
              <p14:nvPr/>
            </p14:nvContentPartPr>
            <p14:xfrm>
              <a:off x="5174078" y="549544"/>
              <a:ext cx="3498120" cy="281520"/>
            </p14:xfrm>
          </p:contentPart>
        </mc:Choice>
        <mc:Fallback xmlns="">
          <p:pic>
            <p:nvPicPr>
              <p:cNvPr id="938" name="Ink 937">
                <a:extLst>
                  <a:ext uri="{FF2B5EF4-FFF2-40B4-BE49-F238E27FC236}">
                    <a16:creationId xmlns:a16="http://schemas.microsoft.com/office/drawing/2014/main" id="{389E3FFE-2C71-2C45-881A-5F0B9ABCF4AD}"/>
                  </a:ext>
                </a:extLst>
              </p:cNvPr>
              <p:cNvPicPr/>
              <p:nvPr/>
            </p:nvPicPr>
            <p:blipFill>
              <a:blip r:embed="rId1283"/>
              <a:stretch>
                <a:fillRect/>
              </a:stretch>
            </p:blipFill>
            <p:spPr>
              <a:xfrm>
                <a:off x="5158958" y="534424"/>
                <a:ext cx="352872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84">
            <p14:nvContentPartPr>
              <p14:cNvPr id="943" name="Ink 942">
                <a:extLst>
                  <a:ext uri="{FF2B5EF4-FFF2-40B4-BE49-F238E27FC236}">
                    <a16:creationId xmlns:a16="http://schemas.microsoft.com/office/drawing/2014/main" id="{0CC8A8A3-17AA-2F47-8D43-A9CAB84A58A7}"/>
                  </a:ext>
                </a:extLst>
              </p14:cNvPr>
              <p14:cNvContentPartPr/>
              <p14:nvPr/>
            </p14:nvContentPartPr>
            <p14:xfrm>
              <a:off x="9069278" y="469264"/>
              <a:ext cx="3031200" cy="841320"/>
            </p14:xfrm>
          </p:contentPart>
        </mc:Choice>
        <mc:Fallback xmlns="">
          <p:pic>
            <p:nvPicPr>
              <p:cNvPr id="943" name="Ink 942">
                <a:extLst>
                  <a:ext uri="{FF2B5EF4-FFF2-40B4-BE49-F238E27FC236}">
                    <a16:creationId xmlns:a16="http://schemas.microsoft.com/office/drawing/2014/main" id="{0CC8A8A3-17AA-2F47-8D43-A9CAB84A58A7}"/>
                  </a:ext>
                </a:extLst>
              </p:cNvPr>
              <p:cNvPicPr/>
              <p:nvPr/>
            </p:nvPicPr>
            <p:blipFill>
              <a:blip r:embed="rId1285"/>
              <a:stretch>
                <a:fillRect/>
              </a:stretch>
            </p:blipFill>
            <p:spPr>
              <a:xfrm>
                <a:off x="9054158" y="454144"/>
                <a:ext cx="3061800" cy="87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46" name="Group 945">
            <a:extLst>
              <a:ext uri="{FF2B5EF4-FFF2-40B4-BE49-F238E27FC236}">
                <a16:creationId xmlns:a16="http://schemas.microsoft.com/office/drawing/2014/main" id="{43871271-9B36-E446-9829-142518A15AAB}"/>
              </a:ext>
            </a:extLst>
          </p:cNvPr>
          <p:cNvGrpSpPr/>
          <p:nvPr/>
        </p:nvGrpSpPr>
        <p:grpSpPr>
          <a:xfrm>
            <a:off x="4772678" y="506344"/>
            <a:ext cx="7242120" cy="6216480"/>
            <a:chOff x="4772678" y="506344"/>
            <a:chExt cx="7242120" cy="62164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86">
              <p14:nvContentPartPr>
                <p14:cNvPr id="939" name="Ink 938">
                  <a:extLst>
                    <a:ext uri="{FF2B5EF4-FFF2-40B4-BE49-F238E27FC236}">
                      <a16:creationId xmlns:a16="http://schemas.microsoft.com/office/drawing/2014/main" id="{39F1E256-2F9E-B342-B8A1-52B12C7D98BA}"/>
                    </a:ext>
                  </a:extLst>
                </p14:cNvPr>
                <p14:cNvContentPartPr/>
                <p14:nvPr/>
              </p14:nvContentPartPr>
              <p14:xfrm>
                <a:off x="8986838" y="577984"/>
                <a:ext cx="3027960" cy="809640"/>
              </p14:xfrm>
            </p:contentPart>
          </mc:Choice>
          <mc:Fallback xmlns="">
            <p:pic>
              <p:nvPicPr>
                <p:cNvPr id="939" name="Ink 938">
                  <a:extLst>
                    <a:ext uri="{FF2B5EF4-FFF2-40B4-BE49-F238E27FC236}">
                      <a16:creationId xmlns:a16="http://schemas.microsoft.com/office/drawing/2014/main" id="{39F1E256-2F9E-B342-B8A1-52B12C7D98BA}"/>
                    </a:ext>
                  </a:extLst>
                </p:cNvPr>
                <p:cNvPicPr/>
                <p:nvPr/>
              </p:nvPicPr>
              <p:blipFill>
                <a:blip r:embed="rId1287"/>
                <a:stretch>
                  <a:fillRect/>
                </a:stretch>
              </p:blipFill>
              <p:spPr>
                <a:xfrm>
                  <a:off x="8971718" y="562864"/>
                  <a:ext cx="3058560" cy="84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88">
              <p14:nvContentPartPr>
                <p14:cNvPr id="940" name="Ink 939">
                  <a:extLst>
                    <a:ext uri="{FF2B5EF4-FFF2-40B4-BE49-F238E27FC236}">
                      <a16:creationId xmlns:a16="http://schemas.microsoft.com/office/drawing/2014/main" id="{20755782-D11F-F046-8119-41F6DA229A8A}"/>
                    </a:ext>
                  </a:extLst>
                </p14:cNvPr>
                <p14:cNvContentPartPr/>
                <p14:nvPr/>
              </p14:nvContentPartPr>
              <p14:xfrm>
                <a:off x="9011318" y="506344"/>
                <a:ext cx="53280" cy="89280"/>
              </p14:xfrm>
            </p:contentPart>
          </mc:Choice>
          <mc:Fallback xmlns="">
            <p:pic>
              <p:nvPicPr>
                <p:cNvPr id="940" name="Ink 939">
                  <a:extLst>
                    <a:ext uri="{FF2B5EF4-FFF2-40B4-BE49-F238E27FC236}">
                      <a16:creationId xmlns:a16="http://schemas.microsoft.com/office/drawing/2014/main" id="{20755782-D11F-F046-8119-41F6DA229A8A}"/>
                    </a:ext>
                  </a:extLst>
                </p:cNvPr>
                <p:cNvPicPr/>
                <p:nvPr/>
              </p:nvPicPr>
              <p:blipFill>
                <a:blip r:embed="rId1289"/>
                <a:stretch>
                  <a:fillRect/>
                </a:stretch>
              </p:blipFill>
              <p:spPr>
                <a:xfrm>
                  <a:off x="8995838" y="490864"/>
                  <a:ext cx="835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90">
              <p14:nvContentPartPr>
                <p14:cNvPr id="945" name="Ink 944">
                  <a:extLst>
                    <a:ext uri="{FF2B5EF4-FFF2-40B4-BE49-F238E27FC236}">
                      <a16:creationId xmlns:a16="http://schemas.microsoft.com/office/drawing/2014/main" id="{900B8703-AACA-D240-8789-78CD510CA59B}"/>
                    </a:ext>
                  </a:extLst>
                </p14:cNvPr>
                <p14:cNvContentPartPr/>
                <p14:nvPr/>
              </p14:nvContentPartPr>
              <p14:xfrm>
                <a:off x="4772678" y="1430824"/>
                <a:ext cx="4302360" cy="5292000"/>
              </p14:xfrm>
            </p:contentPart>
          </mc:Choice>
          <mc:Fallback xmlns="">
            <p:pic>
              <p:nvPicPr>
                <p:cNvPr id="945" name="Ink 944">
                  <a:extLst>
                    <a:ext uri="{FF2B5EF4-FFF2-40B4-BE49-F238E27FC236}">
                      <a16:creationId xmlns:a16="http://schemas.microsoft.com/office/drawing/2014/main" id="{900B8703-AACA-D240-8789-78CD510CA59B}"/>
                    </a:ext>
                  </a:extLst>
                </p:cNvPr>
                <p:cNvPicPr/>
                <p:nvPr/>
              </p:nvPicPr>
              <p:blipFill>
                <a:blip r:embed="rId1291"/>
                <a:stretch>
                  <a:fillRect/>
                </a:stretch>
              </p:blipFill>
              <p:spPr>
                <a:xfrm>
                  <a:off x="4757198" y="1415344"/>
                  <a:ext cx="4332960" cy="532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92">
            <p14:nvContentPartPr>
              <p14:cNvPr id="966" name="Ink 965">
                <a:extLst>
                  <a:ext uri="{FF2B5EF4-FFF2-40B4-BE49-F238E27FC236}">
                    <a16:creationId xmlns:a16="http://schemas.microsoft.com/office/drawing/2014/main" id="{EB36CD50-7644-224B-BE3A-FB6AE46E7390}"/>
                  </a:ext>
                </a:extLst>
              </p14:cNvPr>
              <p14:cNvContentPartPr/>
              <p14:nvPr/>
            </p14:nvContentPartPr>
            <p14:xfrm>
              <a:off x="445838" y="723784"/>
              <a:ext cx="1772280" cy="137880"/>
            </p14:xfrm>
          </p:contentPart>
        </mc:Choice>
        <mc:Fallback xmlns="">
          <p:pic>
            <p:nvPicPr>
              <p:cNvPr id="966" name="Ink 965">
                <a:extLst>
                  <a:ext uri="{FF2B5EF4-FFF2-40B4-BE49-F238E27FC236}">
                    <a16:creationId xmlns:a16="http://schemas.microsoft.com/office/drawing/2014/main" id="{EB36CD50-7644-224B-BE3A-FB6AE46E7390}"/>
                  </a:ext>
                </a:extLst>
              </p:cNvPr>
              <p:cNvPicPr/>
              <p:nvPr/>
            </p:nvPicPr>
            <p:blipFill>
              <a:blip r:embed="rId1293"/>
              <a:stretch>
                <a:fillRect/>
              </a:stretch>
            </p:blipFill>
            <p:spPr>
              <a:xfrm>
                <a:off x="415238" y="693184"/>
                <a:ext cx="1833480" cy="19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71" name="Group 970">
            <a:extLst>
              <a:ext uri="{FF2B5EF4-FFF2-40B4-BE49-F238E27FC236}">
                <a16:creationId xmlns:a16="http://schemas.microsoft.com/office/drawing/2014/main" id="{D8DA9FC5-8662-D24C-8DA1-41B3C6B2067B}"/>
              </a:ext>
            </a:extLst>
          </p:cNvPr>
          <p:cNvGrpSpPr/>
          <p:nvPr/>
        </p:nvGrpSpPr>
        <p:grpSpPr>
          <a:xfrm>
            <a:off x="129758" y="992344"/>
            <a:ext cx="194400" cy="354240"/>
            <a:chOff x="129758" y="992344"/>
            <a:chExt cx="194400" cy="3542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94">
              <p14:nvContentPartPr>
                <p14:cNvPr id="967" name="Ink 966">
                  <a:extLst>
                    <a:ext uri="{FF2B5EF4-FFF2-40B4-BE49-F238E27FC236}">
                      <a16:creationId xmlns:a16="http://schemas.microsoft.com/office/drawing/2014/main" id="{118B1AF3-B7AF-EC49-B362-451A03B69F0A}"/>
                    </a:ext>
                  </a:extLst>
                </p14:cNvPr>
                <p14:cNvContentPartPr/>
                <p14:nvPr/>
              </p14:nvContentPartPr>
              <p14:xfrm>
                <a:off x="139118" y="1168744"/>
                <a:ext cx="181080" cy="35640"/>
              </p14:xfrm>
            </p:contentPart>
          </mc:Choice>
          <mc:Fallback xmlns="">
            <p:pic>
              <p:nvPicPr>
                <p:cNvPr id="967" name="Ink 966">
                  <a:extLst>
                    <a:ext uri="{FF2B5EF4-FFF2-40B4-BE49-F238E27FC236}">
                      <a16:creationId xmlns:a16="http://schemas.microsoft.com/office/drawing/2014/main" id="{118B1AF3-B7AF-EC49-B362-451A03B69F0A}"/>
                    </a:ext>
                  </a:extLst>
                </p:cNvPr>
                <p:cNvPicPr/>
                <p:nvPr/>
              </p:nvPicPr>
              <p:blipFill>
                <a:blip r:embed="rId1295"/>
                <a:stretch>
                  <a:fillRect/>
                </a:stretch>
              </p:blipFill>
              <p:spPr>
                <a:xfrm>
                  <a:off x="108518" y="1138144"/>
                  <a:ext cx="2422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96">
              <p14:nvContentPartPr>
                <p14:cNvPr id="968" name="Ink 967">
                  <a:extLst>
                    <a:ext uri="{FF2B5EF4-FFF2-40B4-BE49-F238E27FC236}">
                      <a16:creationId xmlns:a16="http://schemas.microsoft.com/office/drawing/2014/main" id="{C347C576-EEAF-3A46-A627-35A6C751BA05}"/>
                    </a:ext>
                  </a:extLst>
                </p14:cNvPr>
                <p14:cNvContentPartPr/>
                <p14:nvPr/>
              </p14:nvContentPartPr>
              <p14:xfrm>
                <a:off x="129758" y="1039864"/>
                <a:ext cx="194400" cy="251640"/>
              </p14:xfrm>
            </p:contentPart>
          </mc:Choice>
          <mc:Fallback xmlns="">
            <p:pic>
              <p:nvPicPr>
                <p:cNvPr id="968" name="Ink 967">
                  <a:extLst>
                    <a:ext uri="{FF2B5EF4-FFF2-40B4-BE49-F238E27FC236}">
                      <a16:creationId xmlns:a16="http://schemas.microsoft.com/office/drawing/2014/main" id="{C347C576-EEAF-3A46-A627-35A6C751BA05}"/>
                    </a:ext>
                  </a:extLst>
                </p:cNvPr>
                <p:cNvPicPr/>
                <p:nvPr/>
              </p:nvPicPr>
              <p:blipFill>
                <a:blip r:embed="rId1297"/>
                <a:stretch>
                  <a:fillRect/>
                </a:stretch>
              </p:blipFill>
              <p:spPr>
                <a:xfrm>
                  <a:off x="99158" y="1009264"/>
                  <a:ext cx="2556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98">
              <p14:nvContentPartPr>
                <p14:cNvPr id="969" name="Ink 968">
                  <a:extLst>
                    <a:ext uri="{FF2B5EF4-FFF2-40B4-BE49-F238E27FC236}">
                      <a16:creationId xmlns:a16="http://schemas.microsoft.com/office/drawing/2014/main" id="{D1AD6C69-76E5-4F4E-A5E8-FC39BD726461}"/>
                    </a:ext>
                  </a:extLst>
                </p14:cNvPr>
                <p14:cNvContentPartPr/>
                <p14:nvPr/>
              </p14:nvContentPartPr>
              <p14:xfrm>
                <a:off x="168998" y="1003504"/>
                <a:ext cx="129240" cy="326160"/>
              </p14:xfrm>
            </p:contentPart>
          </mc:Choice>
          <mc:Fallback xmlns="">
            <p:pic>
              <p:nvPicPr>
                <p:cNvPr id="969" name="Ink 968">
                  <a:extLst>
                    <a:ext uri="{FF2B5EF4-FFF2-40B4-BE49-F238E27FC236}">
                      <a16:creationId xmlns:a16="http://schemas.microsoft.com/office/drawing/2014/main" id="{D1AD6C69-76E5-4F4E-A5E8-FC39BD726461}"/>
                    </a:ext>
                  </a:extLst>
                </p:cNvPr>
                <p:cNvPicPr/>
                <p:nvPr/>
              </p:nvPicPr>
              <p:blipFill>
                <a:blip r:embed="rId1299"/>
                <a:stretch>
                  <a:fillRect/>
                </a:stretch>
              </p:blipFill>
              <p:spPr>
                <a:xfrm>
                  <a:off x="138038" y="972904"/>
                  <a:ext cx="19044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00">
              <p14:nvContentPartPr>
                <p14:cNvPr id="970" name="Ink 969">
                  <a:extLst>
                    <a:ext uri="{FF2B5EF4-FFF2-40B4-BE49-F238E27FC236}">
                      <a16:creationId xmlns:a16="http://schemas.microsoft.com/office/drawing/2014/main" id="{C8EFF242-7FC5-DE48-ACCF-68BD6F8A9B9F}"/>
                    </a:ext>
                  </a:extLst>
                </p14:cNvPr>
                <p14:cNvContentPartPr/>
                <p14:nvPr/>
              </p14:nvContentPartPr>
              <p14:xfrm>
                <a:off x="200678" y="992344"/>
                <a:ext cx="70200" cy="354240"/>
              </p14:xfrm>
            </p:contentPart>
          </mc:Choice>
          <mc:Fallback xmlns="">
            <p:pic>
              <p:nvPicPr>
                <p:cNvPr id="970" name="Ink 969">
                  <a:extLst>
                    <a:ext uri="{FF2B5EF4-FFF2-40B4-BE49-F238E27FC236}">
                      <a16:creationId xmlns:a16="http://schemas.microsoft.com/office/drawing/2014/main" id="{C8EFF242-7FC5-DE48-ACCF-68BD6F8A9B9F}"/>
                    </a:ext>
                  </a:extLst>
                </p:cNvPr>
                <p:cNvPicPr/>
                <p:nvPr/>
              </p:nvPicPr>
              <p:blipFill>
                <a:blip r:embed="rId1301"/>
                <a:stretch>
                  <a:fillRect/>
                </a:stretch>
              </p:blipFill>
              <p:spPr>
                <a:xfrm>
                  <a:off x="169718" y="961744"/>
                  <a:ext cx="131400" cy="41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02">
            <p14:nvContentPartPr>
              <p14:cNvPr id="972" name="Ink 971">
                <a:extLst>
                  <a:ext uri="{FF2B5EF4-FFF2-40B4-BE49-F238E27FC236}">
                    <a16:creationId xmlns:a16="http://schemas.microsoft.com/office/drawing/2014/main" id="{567846F8-620F-9147-B5F4-71D544CBBB17}"/>
                  </a:ext>
                </a:extLst>
              </p14:cNvPr>
              <p14:cNvContentPartPr/>
              <p14:nvPr/>
            </p14:nvContentPartPr>
            <p14:xfrm>
              <a:off x="2575598" y="1665184"/>
              <a:ext cx="444600" cy="19440"/>
            </p14:xfrm>
          </p:contentPart>
        </mc:Choice>
        <mc:Fallback xmlns="">
          <p:pic>
            <p:nvPicPr>
              <p:cNvPr id="972" name="Ink 971">
                <a:extLst>
                  <a:ext uri="{FF2B5EF4-FFF2-40B4-BE49-F238E27FC236}">
                    <a16:creationId xmlns:a16="http://schemas.microsoft.com/office/drawing/2014/main" id="{567846F8-620F-9147-B5F4-71D544CBBB17}"/>
                  </a:ext>
                </a:extLst>
              </p:cNvPr>
              <p:cNvPicPr/>
              <p:nvPr/>
            </p:nvPicPr>
            <p:blipFill>
              <a:blip r:embed="rId1303"/>
              <a:stretch>
                <a:fillRect/>
              </a:stretch>
            </p:blipFill>
            <p:spPr>
              <a:xfrm>
                <a:off x="2544998" y="1634584"/>
                <a:ext cx="5061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04">
            <p14:nvContentPartPr>
              <p14:cNvPr id="973" name="Ink 972">
                <a:extLst>
                  <a:ext uri="{FF2B5EF4-FFF2-40B4-BE49-F238E27FC236}">
                    <a16:creationId xmlns:a16="http://schemas.microsoft.com/office/drawing/2014/main" id="{29DA60DA-03D2-5D45-9EAB-DE374F74FBD2}"/>
                  </a:ext>
                </a:extLst>
              </p14:cNvPr>
              <p14:cNvContentPartPr/>
              <p14:nvPr/>
            </p14:nvContentPartPr>
            <p14:xfrm>
              <a:off x="1739318" y="2078104"/>
              <a:ext cx="593280" cy="38520"/>
            </p14:xfrm>
          </p:contentPart>
        </mc:Choice>
        <mc:Fallback xmlns="">
          <p:pic>
            <p:nvPicPr>
              <p:cNvPr id="973" name="Ink 972">
                <a:extLst>
                  <a:ext uri="{FF2B5EF4-FFF2-40B4-BE49-F238E27FC236}">
                    <a16:creationId xmlns:a16="http://schemas.microsoft.com/office/drawing/2014/main" id="{29DA60DA-03D2-5D45-9EAB-DE374F74FBD2}"/>
                  </a:ext>
                </a:extLst>
              </p:cNvPr>
              <p:cNvPicPr/>
              <p:nvPr/>
            </p:nvPicPr>
            <p:blipFill>
              <a:blip r:embed="rId1305"/>
              <a:stretch>
                <a:fillRect/>
              </a:stretch>
            </p:blipFill>
            <p:spPr>
              <a:xfrm>
                <a:off x="1708718" y="2047504"/>
                <a:ext cx="65484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06">
            <p14:nvContentPartPr>
              <p14:cNvPr id="974" name="Ink 973">
                <a:extLst>
                  <a:ext uri="{FF2B5EF4-FFF2-40B4-BE49-F238E27FC236}">
                    <a16:creationId xmlns:a16="http://schemas.microsoft.com/office/drawing/2014/main" id="{B7FC9A90-DDAD-6643-AC2E-C684959E6351}"/>
                  </a:ext>
                </a:extLst>
              </p14:cNvPr>
              <p14:cNvContentPartPr/>
              <p14:nvPr/>
            </p14:nvContentPartPr>
            <p14:xfrm>
              <a:off x="3211358" y="2012944"/>
              <a:ext cx="671760" cy="45720"/>
            </p14:xfrm>
          </p:contentPart>
        </mc:Choice>
        <mc:Fallback xmlns="">
          <p:pic>
            <p:nvPicPr>
              <p:cNvPr id="974" name="Ink 973">
                <a:extLst>
                  <a:ext uri="{FF2B5EF4-FFF2-40B4-BE49-F238E27FC236}">
                    <a16:creationId xmlns:a16="http://schemas.microsoft.com/office/drawing/2014/main" id="{B7FC9A90-DDAD-6643-AC2E-C684959E6351}"/>
                  </a:ext>
                </a:extLst>
              </p:cNvPr>
              <p:cNvPicPr/>
              <p:nvPr/>
            </p:nvPicPr>
            <p:blipFill>
              <a:blip r:embed="rId1307"/>
              <a:stretch>
                <a:fillRect/>
              </a:stretch>
            </p:blipFill>
            <p:spPr>
              <a:xfrm>
                <a:off x="3180758" y="1981984"/>
                <a:ext cx="732960" cy="10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79" name="Group 978">
            <a:extLst>
              <a:ext uri="{FF2B5EF4-FFF2-40B4-BE49-F238E27FC236}">
                <a16:creationId xmlns:a16="http://schemas.microsoft.com/office/drawing/2014/main" id="{D09AEEF3-434C-C843-BFF0-3BB3CE251100}"/>
              </a:ext>
            </a:extLst>
          </p:cNvPr>
          <p:cNvGrpSpPr/>
          <p:nvPr/>
        </p:nvGrpSpPr>
        <p:grpSpPr>
          <a:xfrm>
            <a:off x="133718" y="2359264"/>
            <a:ext cx="215280" cy="374040"/>
            <a:chOff x="133718" y="2359264"/>
            <a:chExt cx="215280" cy="3740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08">
              <p14:nvContentPartPr>
                <p14:cNvPr id="975" name="Ink 974">
                  <a:extLst>
                    <a:ext uri="{FF2B5EF4-FFF2-40B4-BE49-F238E27FC236}">
                      <a16:creationId xmlns:a16="http://schemas.microsoft.com/office/drawing/2014/main" id="{A31CECE7-AFFC-D140-BA06-BBC4F5736E2D}"/>
                    </a:ext>
                  </a:extLst>
                </p14:cNvPr>
                <p14:cNvContentPartPr/>
                <p14:nvPr/>
              </p14:nvContentPartPr>
              <p14:xfrm>
                <a:off x="133718" y="2524144"/>
                <a:ext cx="196560" cy="42480"/>
              </p14:xfrm>
            </p:contentPart>
          </mc:Choice>
          <mc:Fallback xmlns="">
            <p:pic>
              <p:nvPicPr>
                <p:cNvPr id="975" name="Ink 974">
                  <a:extLst>
                    <a:ext uri="{FF2B5EF4-FFF2-40B4-BE49-F238E27FC236}">
                      <a16:creationId xmlns:a16="http://schemas.microsoft.com/office/drawing/2014/main" id="{A31CECE7-AFFC-D140-BA06-BBC4F5736E2D}"/>
                    </a:ext>
                  </a:extLst>
                </p:cNvPr>
                <p:cNvPicPr/>
                <p:nvPr/>
              </p:nvPicPr>
              <p:blipFill>
                <a:blip r:embed="rId1309"/>
                <a:stretch>
                  <a:fillRect/>
                </a:stretch>
              </p:blipFill>
              <p:spPr>
                <a:xfrm>
                  <a:off x="103118" y="2493544"/>
                  <a:ext cx="2581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10">
              <p14:nvContentPartPr>
                <p14:cNvPr id="976" name="Ink 975">
                  <a:extLst>
                    <a:ext uri="{FF2B5EF4-FFF2-40B4-BE49-F238E27FC236}">
                      <a16:creationId xmlns:a16="http://schemas.microsoft.com/office/drawing/2014/main" id="{333C2673-EA73-F74C-A290-894024AD35FE}"/>
                    </a:ext>
                  </a:extLst>
                </p14:cNvPr>
                <p14:cNvContentPartPr/>
                <p14:nvPr/>
              </p14:nvContentPartPr>
              <p14:xfrm>
                <a:off x="144878" y="2430904"/>
                <a:ext cx="204120" cy="203400"/>
              </p14:xfrm>
            </p:contentPart>
          </mc:Choice>
          <mc:Fallback xmlns="">
            <p:pic>
              <p:nvPicPr>
                <p:cNvPr id="976" name="Ink 975">
                  <a:extLst>
                    <a:ext uri="{FF2B5EF4-FFF2-40B4-BE49-F238E27FC236}">
                      <a16:creationId xmlns:a16="http://schemas.microsoft.com/office/drawing/2014/main" id="{333C2673-EA73-F74C-A290-894024AD35FE}"/>
                    </a:ext>
                  </a:extLst>
                </p:cNvPr>
                <p:cNvPicPr/>
                <p:nvPr/>
              </p:nvPicPr>
              <p:blipFill>
                <a:blip r:embed="rId1311"/>
                <a:stretch>
                  <a:fillRect/>
                </a:stretch>
              </p:blipFill>
              <p:spPr>
                <a:xfrm>
                  <a:off x="114278" y="2399944"/>
                  <a:ext cx="2653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12">
              <p14:nvContentPartPr>
                <p14:cNvPr id="977" name="Ink 976">
                  <a:extLst>
                    <a:ext uri="{FF2B5EF4-FFF2-40B4-BE49-F238E27FC236}">
                      <a16:creationId xmlns:a16="http://schemas.microsoft.com/office/drawing/2014/main" id="{61BEB444-AE39-814C-9DDA-DE4147E91EBB}"/>
                    </a:ext>
                  </a:extLst>
                </p14:cNvPr>
                <p14:cNvContentPartPr/>
                <p14:nvPr/>
              </p14:nvContentPartPr>
              <p14:xfrm>
                <a:off x="168278" y="2383744"/>
                <a:ext cx="144360" cy="333720"/>
              </p14:xfrm>
            </p:contentPart>
          </mc:Choice>
          <mc:Fallback xmlns="">
            <p:pic>
              <p:nvPicPr>
                <p:cNvPr id="977" name="Ink 976">
                  <a:extLst>
                    <a:ext uri="{FF2B5EF4-FFF2-40B4-BE49-F238E27FC236}">
                      <a16:creationId xmlns:a16="http://schemas.microsoft.com/office/drawing/2014/main" id="{61BEB444-AE39-814C-9DDA-DE4147E91EBB}"/>
                    </a:ext>
                  </a:extLst>
                </p:cNvPr>
                <p:cNvPicPr/>
                <p:nvPr/>
              </p:nvPicPr>
              <p:blipFill>
                <a:blip r:embed="rId1313"/>
                <a:stretch>
                  <a:fillRect/>
                </a:stretch>
              </p:blipFill>
              <p:spPr>
                <a:xfrm>
                  <a:off x="137678" y="2352784"/>
                  <a:ext cx="20592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14">
              <p14:nvContentPartPr>
                <p14:cNvPr id="978" name="Ink 977">
                  <a:extLst>
                    <a:ext uri="{FF2B5EF4-FFF2-40B4-BE49-F238E27FC236}">
                      <a16:creationId xmlns:a16="http://schemas.microsoft.com/office/drawing/2014/main" id="{F820074E-41A9-F847-9576-A17427B6B6F5}"/>
                    </a:ext>
                  </a:extLst>
                </p14:cNvPr>
                <p14:cNvContentPartPr/>
                <p14:nvPr/>
              </p14:nvContentPartPr>
              <p14:xfrm>
                <a:off x="207878" y="2359264"/>
                <a:ext cx="75240" cy="374040"/>
              </p14:xfrm>
            </p:contentPart>
          </mc:Choice>
          <mc:Fallback xmlns="">
            <p:pic>
              <p:nvPicPr>
                <p:cNvPr id="978" name="Ink 977">
                  <a:extLst>
                    <a:ext uri="{FF2B5EF4-FFF2-40B4-BE49-F238E27FC236}">
                      <a16:creationId xmlns:a16="http://schemas.microsoft.com/office/drawing/2014/main" id="{F820074E-41A9-F847-9576-A17427B6B6F5}"/>
                    </a:ext>
                  </a:extLst>
                </p:cNvPr>
                <p:cNvPicPr/>
                <p:nvPr/>
              </p:nvPicPr>
              <p:blipFill>
                <a:blip r:embed="rId1315"/>
                <a:stretch>
                  <a:fillRect/>
                </a:stretch>
              </p:blipFill>
              <p:spPr>
                <a:xfrm>
                  <a:off x="177278" y="2328664"/>
                  <a:ext cx="136800" cy="43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4" name="Group 983">
            <a:extLst>
              <a:ext uri="{FF2B5EF4-FFF2-40B4-BE49-F238E27FC236}">
                <a16:creationId xmlns:a16="http://schemas.microsoft.com/office/drawing/2014/main" id="{1B5D628B-B395-6D4E-B8DE-AC205D26EFCF}"/>
              </a:ext>
            </a:extLst>
          </p:cNvPr>
          <p:cNvGrpSpPr/>
          <p:nvPr/>
        </p:nvGrpSpPr>
        <p:grpSpPr>
          <a:xfrm>
            <a:off x="4293158" y="30424"/>
            <a:ext cx="341640" cy="458280"/>
            <a:chOff x="4293158" y="30424"/>
            <a:chExt cx="341640" cy="4582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16">
              <p14:nvContentPartPr>
                <p14:cNvPr id="980" name="Ink 979">
                  <a:extLst>
                    <a:ext uri="{FF2B5EF4-FFF2-40B4-BE49-F238E27FC236}">
                      <a16:creationId xmlns:a16="http://schemas.microsoft.com/office/drawing/2014/main" id="{AA15DEF0-561E-9E41-9311-2E91BA666C27}"/>
                    </a:ext>
                  </a:extLst>
                </p14:cNvPr>
                <p14:cNvContentPartPr/>
                <p14:nvPr/>
              </p14:nvContentPartPr>
              <p14:xfrm>
                <a:off x="4338518" y="113224"/>
                <a:ext cx="253800" cy="284400"/>
              </p14:xfrm>
            </p:contentPart>
          </mc:Choice>
          <mc:Fallback xmlns="">
            <p:pic>
              <p:nvPicPr>
                <p:cNvPr id="980" name="Ink 979">
                  <a:extLst>
                    <a:ext uri="{FF2B5EF4-FFF2-40B4-BE49-F238E27FC236}">
                      <a16:creationId xmlns:a16="http://schemas.microsoft.com/office/drawing/2014/main" id="{AA15DEF0-561E-9E41-9311-2E91BA666C27}"/>
                    </a:ext>
                  </a:extLst>
                </p:cNvPr>
                <p:cNvPicPr/>
                <p:nvPr/>
              </p:nvPicPr>
              <p:blipFill>
                <a:blip r:embed="rId1317"/>
                <a:stretch>
                  <a:fillRect/>
                </a:stretch>
              </p:blipFill>
              <p:spPr>
                <a:xfrm>
                  <a:off x="4307918" y="82624"/>
                  <a:ext cx="31536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18">
              <p14:nvContentPartPr>
                <p14:cNvPr id="981" name="Ink 980">
                  <a:extLst>
                    <a:ext uri="{FF2B5EF4-FFF2-40B4-BE49-F238E27FC236}">
                      <a16:creationId xmlns:a16="http://schemas.microsoft.com/office/drawing/2014/main" id="{0C11AD3C-CC65-5D48-96FB-EDEEADF2FEC5}"/>
                    </a:ext>
                  </a:extLst>
                </p14:cNvPr>
                <p14:cNvContentPartPr/>
                <p14:nvPr/>
              </p14:nvContentPartPr>
              <p14:xfrm>
                <a:off x="4339598" y="55624"/>
                <a:ext cx="234720" cy="334440"/>
              </p14:xfrm>
            </p:contentPart>
          </mc:Choice>
          <mc:Fallback xmlns="">
            <p:pic>
              <p:nvPicPr>
                <p:cNvPr id="981" name="Ink 980">
                  <a:extLst>
                    <a:ext uri="{FF2B5EF4-FFF2-40B4-BE49-F238E27FC236}">
                      <a16:creationId xmlns:a16="http://schemas.microsoft.com/office/drawing/2014/main" id="{0C11AD3C-CC65-5D48-96FB-EDEEADF2FEC5}"/>
                    </a:ext>
                  </a:extLst>
                </p:cNvPr>
                <p:cNvPicPr/>
                <p:nvPr/>
              </p:nvPicPr>
              <p:blipFill>
                <a:blip r:embed="rId1319"/>
                <a:stretch>
                  <a:fillRect/>
                </a:stretch>
              </p:blipFill>
              <p:spPr>
                <a:xfrm>
                  <a:off x="4308998" y="25024"/>
                  <a:ext cx="2962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20">
              <p14:nvContentPartPr>
                <p14:cNvPr id="982" name="Ink 981">
                  <a:extLst>
                    <a:ext uri="{FF2B5EF4-FFF2-40B4-BE49-F238E27FC236}">
                      <a16:creationId xmlns:a16="http://schemas.microsoft.com/office/drawing/2014/main" id="{0B0C7E5C-CBE1-F046-8F41-A9A63FE170DA}"/>
                    </a:ext>
                  </a:extLst>
                </p14:cNvPr>
                <p14:cNvContentPartPr/>
                <p14:nvPr/>
              </p14:nvContentPartPr>
              <p14:xfrm>
                <a:off x="4437878" y="30424"/>
                <a:ext cx="52560" cy="458280"/>
              </p14:xfrm>
            </p:contentPart>
          </mc:Choice>
          <mc:Fallback xmlns="">
            <p:pic>
              <p:nvPicPr>
                <p:cNvPr id="982" name="Ink 981">
                  <a:extLst>
                    <a:ext uri="{FF2B5EF4-FFF2-40B4-BE49-F238E27FC236}">
                      <a16:creationId xmlns:a16="http://schemas.microsoft.com/office/drawing/2014/main" id="{0B0C7E5C-CBE1-F046-8F41-A9A63FE170DA}"/>
                    </a:ext>
                  </a:extLst>
                </p:cNvPr>
                <p:cNvPicPr/>
                <p:nvPr/>
              </p:nvPicPr>
              <p:blipFill>
                <a:blip r:embed="rId1321"/>
                <a:stretch>
                  <a:fillRect/>
                </a:stretch>
              </p:blipFill>
              <p:spPr>
                <a:xfrm>
                  <a:off x="4407278" y="-536"/>
                  <a:ext cx="11376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22">
              <p14:nvContentPartPr>
                <p14:cNvPr id="983" name="Ink 982">
                  <a:extLst>
                    <a:ext uri="{FF2B5EF4-FFF2-40B4-BE49-F238E27FC236}">
                      <a16:creationId xmlns:a16="http://schemas.microsoft.com/office/drawing/2014/main" id="{C135A78F-A5BC-864F-95FB-61D134583583}"/>
                    </a:ext>
                  </a:extLst>
                </p14:cNvPr>
                <p14:cNvContentPartPr/>
                <p14:nvPr/>
              </p14:nvContentPartPr>
              <p14:xfrm>
                <a:off x="4293158" y="223024"/>
                <a:ext cx="341640" cy="27000"/>
              </p14:xfrm>
            </p:contentPart>
          </mc:Choice>
          <mc:Fallback xmlns="">
            <p:pic>
              <p:nvPicPr>
                <p:cNvPr id="983" name="Ink 982">
                  <a:extLst>
                    <a:ext uri="{FF2B5EF4-FFF2-40B4-BE49-F238E27FC236}">
                      <a16:creationId xmlns:a16="http://schemas.microsoft.com/office/drawing/2014/main" id="{C135A78F-A5BC-864F-95FB-61D134583583}"/>
                    </a:ext>
                  </a:extLst>
                </p:cNvPr>
                <p:cNvPicPr/>
                <p:nvPr/>
              </p:nvPicPr>
              <p:blipFill>
                <a:blip r:embed="rId1323"/>
                <a:stretch>
                  <a:fillRect/>
                </a:stretch>
              </p:blipFill>
              <p:spPr>
                <a:xfrm>
                  <a:off x="4262558" y="192064"/>
                  <a:ext cx="40284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9" name="Group 988">
            <a:extLst>
              <a:ext uri="{FF2B5EF4-FFF2-40B4-BE49-F238E27FC236}">
                <a16:creationId xmlns:a16="http://schemas.microsoft.com/office/drawing/2014/main" id="{5DA23340-0E8A-E04B-AD51-DC3ECF2841A2}"/>
              </a:ext>
            </a:extLst>
          </p:cNvPr>
          <p:cNvGrpSpPr/>
          <p:nvPr/>
        </p:nvGrpSpPr>
        <p:grpSpPr>
          <a:xfrm>
            <a:off x="11590358" y="-22496"/>
            <a:ext cx="315720" cy="425520"/>
            <a:chOff x="11590358" y="-22496"/>
            <a:chExt cx="315720" cy="4255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24">
              <p14:nvContentPartPr>
                <p14:cNvPr id="985" name="Ink 984">
                  <a:extLst>
                    <a:ext uri="{FF2B5EF4-FFF2-40B4-BE49-F238E27FC236}">
                      <a16:creationId xmlns:a16="http://schemas.microsoft.com/office/drawing/2014/main" id="{52B527AC-E380-404B-8EAE-7B4886C78139}"/>
                    </a:ext>
                  </a:extLst>
                </p14:cNvPr>
                <p14:cNvContentPartPr/>
                <p14:nvPr/>
              </p14:nvContentPartPr>
              <p14:xfrm>
                <a:off x="11630678" y="44464"/>
                <a:ext cx="228960" cy="313200"/>
              </p14:xfrm>
            </p:contentPart>
          </mc:Choice>
          <mc:Fallback xmlns="">
            <p:pic>
              <p:nvPicPr>
                <p:cNvPr id="985" name="Ink 984">
                  <a:extLst>
                    <a:ext uri="{FF2B5EF4-FFF2-40B4-BE49-F238E27FC236}">
                      <a16:creationId xmlns:a16="http://schemas.microsoft.com/office/drawing/2014/main" id="{52B527AC-E380-404B-8EAE-7B4886C78139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11599718" y="13864"/>
                  <a:ext cx="29052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26">
              <p14:nvContentPartPr>
                <p14:cNvPr id="986" name="Ink 985">
                  <a:extLst>
                    <a:ext uri="{FF2B5EF4-FFF2-40B4-BE49-F238E27FC236}">
                      <a16:creationId xmlns:a16="http://schemas.microsoft.com/office/drawing/2014/main" id="{43F7F86A-F795-D44B-8052-03F85E462D6D}"/>
                    </a:ext>
                  </a:extLst>
                </p14:cNvPr>
                <p14:cNvContentPartPr/>
                <p14:nvPr/>
              </p14:nvContentPartPr>
              <p14:xfrm>
                <a:off x="11598278" y="55624"/>
                <a:ext cx="307800" cy="262080"/>
              </p14:xfrm>
            </p:contentPart>
          </mc:Choice>
          <mc:Fallback xmlns="">
            <p:pic>
              <p:nvPicPr>
                <p:cNvPr id="986" name="Ink 985">
                  <a:extLst>
                    <a:ext uri="{FF2B5EF4-FFF2-40B4-BE49-F238E27FC236}">
                      <a16:creationId xmlns:a16="http://schemas.microsoft.com/office/drawing/2014/main" id="{43F7F86A-F795-D44B-8052-03F85E462D6D}"/>
                    </a:ext>
                  </a:extLst>
                </p:cNvPr>
                <p:cNvPicPr/>
                <p:nvPr/>
              </p:nvPicPr>
              <p:blipFill>
                <a:blip r:embed="rId1327"/>
                <a:stretch>
                  <a:fillRect/>
                </a:stretch>
              </p:blipFill>
              <p:spPr>
                <a:xfrm>
                  <a:off x="11567678" y="25024"/>
                  <a:ext cx="3690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28">
              <p14:nvContentPartPr>
                <p14:cNvPr id="987" name="Ink 986">
                  <a:extLst>
                    <a:ext uri="{FF2B5EF4-FFF2-40B4-BE49-F238E27FC236}">
                      <a16:creationId xmlns:a16="http://schemas.microsoft.com/office/drawing/2014/main" id="{8870F10B-FCDA-A04E-8C5B-226594EC785D}"/>
                    </a:ext>
                  </a:extLst>
                </p14:cNvPr>
                <p14:cNvContentPartPr/>
                <p14:nvPr/>
              </p14:nvContentPartPr>
              <p14:xfrm>
                <a:off x="11704118" y="-22496"/>
                <a:ext cx="38880" cy="425520"/>
              </p14:xfrm>
            </p:contentPart>
          </mc:Choice>
          <mc:Fallback xmlns="">
            <p:pic>
              <p:nvPicPr>
                <p:cNvPr id="987" name="Ink 986">
                  <a:extLst>
                    <a:ext uri="{FF2B5EF4-FFF2-40B4-BE49-F238E27FC236}">
                      <a16:creationId xmlns:a16="http://schemas.microsoft.com/office/drawing/2014/main" id="{8870F10B-FCDA-A04E-8C5B-226594EC785D}"/>
                    </a:ext>
                  </a:extLst>
                </p:cNvPr>
                <p:cNvPicPr/>
                <p:nvPr/>
              </p:nvPicPr>
              <p:blipFill>
                <a:blip r:embed="rId1329"/>
                <a:stretch>
                  <a:fillRect/>
                </a:stretch>
              </p:blipFill>
              <p:spPr>
                <a:xfrm>
                  <a:off x="11673158" y="-53096"/>
                  <a:ext cx="10008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30">
              <p14:nvContentPartPr>
                <p14:cNvPr id="988" name="Ink 987">
                  <a:extLst>
                    <a:ext uri="{FF2B5EF4-FFF2-40B4-BE49-F238E27FC236}">
                      <a16:creationId xmlns:a16="http://schemas.microsoft.com/office/drawing/2014/main" id="{2BE2BD7B-427F-ED45-B17D-2F4610EB2978}"/>
                    </a:ext>
                  </a:extLst>
                </p14:cNvPr>
                <p14:cNvContentPartPr/>
                <p14:nvPr/>
              </p14:nvContentPartPr>
              <p14:xfrm>
                <a:off x="11590358" y="155704"/>
                <a:ext cx="305640" cy="99000"/>
              </p14:xfrm>
            </p:contentPart>
          </mc:Choice>
          <mc:Fallback xmlns="">
            <p:pic>
              <p:nvPicPr>
                <p:cNvPr id="988" name="Ink 987">
                  <a:extLst>
                    <a:ext uri="{FF2B5EF4-FFF2-40B4-BE49-F238E27FC236}">
                      <a16:creationId xmlns:a16="http://schemas.microsoft.com/office/drawing/2014/main" id="{2BE2BD7B-427F-ED45-B17D-2F4610EB2978}"/>
                    </a:ext>
                  </a:extLst>
                </p:cNvPr>
                <p:cNvPicPr/>
                <p:nvPr/>
              </p:nvPicPr>
              <p:blipFill>
                <a:blip r:embed="rId1331"/>
                <a:stretch>
                  <a:fillRect/>
                </a:stretch>
              </p:blipFill>
              <p:spPr>
                <a:xfrm>
                  <a:off x="11559758" y="124744"/>
                  <a:ext cx="36720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1" name="Group 990">
            <a:extLst>
              <a:ext uri="{FF2B5EF4-FFF2-40B4-BE49-F238E27FC236}">
                <a16:creationId xmlns:a16="http://schemas.microsoft.com/office/drawing/2014/main" id="{108407C4-8B42-294C-81C8-CDD3EC6D291F}"/>
              </a:ext>
            </a:extLst>
          </p:cNvPr>
          <p:cNvGrpSpPr/>
          <p:nvPr/>
        </p:nvGrpSpPr>
        <p:grpSpPr>
          <a:xfrm>
            <a:off x="5735318" y="3474904"/>
            <a:ext cx="2765880" cy="1553400"/>
            <a:chOff x="5735318" y="3474904"/>
            <a:chExt cx="2765880" cy="155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2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847C5188-2807-724F-ACC2-F64CF5B08513}"/>
                    </a:ext>
                  </a:extLst>
                </p14:cNvPr>
                <p14:cNvContentPartPr/>
                <p14:nvPr/>
              </p14:nvContentPartPr>
              <p14:xfrm>
                <a:off x="5735318" y="3731584"/>
                <a:ext cx="72360" cy="432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847C5188-2807-724F-ACC2-F64CF5B08513}"/>
                    </a:ext>
                  </a:extLst>
                </p:cNvPr>
                <p:cNvPicPr/>
                <p:nvPr/>
              </p:nvPicPr>
              <p:blipFill>
                <a:blip r:embed="rId1333"/>
                <a:stretch>
                  <a:fillRect/>
                </a:stretch>
              </p:blipFill>
              <p:spPr>
                <a:xfrm>
                  <a:off x="5719838" y="3716464"/>
                  <a:ext cx="1026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4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0E058C6B-E352-384C-A74B-C85F67D7DD2F}"/>
                    </a:ext>
                  </a:extLst>
                </p14:cNvPr>
                <p14:cNvContentPartPr/>
                <p14:nvPr/>
              </p14:nvContentPartPr>
              <p14:xfrm>
                <a:off x="5887598" y="3679744"/>
                <a:ext cx="34920" cy="15228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0E058C6B-E352-384C-A74B-C85F67D7DD2F}"/>
                    </a:ext>
                  </a:extLst>
                </p:cNvPr>
                <p:cNvPicPr/>
                <p:nvPr/>
              </p:nvPicPr>
              <p:blipFill>
                <a:blip r:embed="rId1335"/>
                <a:stretch>
                  <a:fillRect/>
                </a:stretch>
              </p:blipFill>
              <p:spPr>
                <a:xfrm>
                  <a:off x="5872478" y="3664624"/>
                  <a:ext cx="651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6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5D50C0DD-E782-E14A-88AA-04945D322166}"/>
                    </a:ext>
                  </a:extLst>
                </p14:cNvPr>
                <p14:cNvContentPartPr/>
                <p14:nvPr/>
              </p14:nvContentPartPr>
              <p14:xfrm>
                <a:off x="5939078" y="3586864"/>
                <a:ext cx="4680" cy="396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5D50C0DD-E782-E14A-88AA-04945D32216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23958" y="3571744"/>
                  <a:ext cx="35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7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0CB2FA9D-C015-7049-9C66-872BB35D4D67}"/>
                    </a:ext>
                  </a:extLst>
                </p14:cNvPr>
                <p14:cNvContentPartPr/>
                <p14:nvPr/>
              </p14:nvContentPartPr>
              <p14:xfrm>
                <a:off x="5965718" y="3668584"/>
                <a:ext cx="86760" cy="13068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0CB2FA9D-C015-7049-9C66-872BB35D4D67}"/>
                    </a:ext>
                  </a:extLst>
                </p:cNvPr>
                <p:cNvPicPr/>
                <p:nvPr/>
              </p:nvPicPr>
              <p:blipFill>
                <a:blip r:embed="rId1338"/>
                <a:stretch>
                  <a:fillRect/>
                </a:stretch>
              </p:blipFill>
              <p:spPr>
                <a:xfrm>
                  <a:off x="5950598" y="3653464"/>
                  <a:ext cx="1173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9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6A33DBF8-4676-E64F-AB41-100AA642B768}"/>
                    </a:ext>
                  </a:extLst>
                </p14:cNvPr>
                <p14:cNvContentPartPr/>
                <p14:nvPr/>
              </p14:nvContentPartPr>
              <p14:xfrm>
                <a:off x="6094238" y="3535024"/>
                <a:ext cx="104040" cy="28332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6A33DBF8-4676-E64F-AB41-100AA642B768}"/>
                    </a:ext>
                  </a:extLst>
                </p:cNvPr>
                <p:cNvPicPr/>
                <p:nvPr/>
              </p:nvPicPr>
              <p:blipFill>
                <a:blip r:embed="rId1340"/>
                <a:stretch>
                  <a:fillRect/>
                </a:stretch>
              </p:blipFill>
              <p:spPr>
                <a:xfrm>
                  <a:off x="6079118" y="3519904"/>
                  <a:ext cx="1342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1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6AC81BFE-A7F4-2141-8E73-CE5AEABCB926}"/>
                    </a:ext>
                  </a:extLst>
                </p14:cNvPr>
                <p14:cNvContentPartPr/>
                <p14:nvPr/>
              </p14:nvContentPartPr>
              <p14:xfrm>
                <a:off x="6083798" y="3669304"/>
                <a:ext cx="148320" cy="14616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6AC81BFE-A7F4-2141-8E73-CE5AEABCB926}"/>
                    </a:ext>
                  </a:extLst>
                </p:cNvPr>
                <p:cNvPicPr/>
                <p:nvPr/>
              </p:nvPicPr>
              <p:blipFill>
                <a:blip r:embed="rId1342"/>
                <a:stretch>
                  <a:fillRect/>
                </a:stretch>
              </p:blipFill>
              <p:spPr>
                <a:xfrm>
                  <a:off x="6068678" y="3654184"/>
                  <a:ext cx="1789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3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877BFFCA-17A8-1443-8AB0-351867B36C29}"/>
                    </a:ext>
                  </a:extLst>
                </p14:cNvPr>
                <p14:cNvContentPartPr/>
                <p14:nvPr/>
              </p14:nvContentPartPr>
              <p14:xfrm>
                <a:off x="6285758" y="3651304"/>
                <a:ext cx="122760" cy="15372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877BFFCA-17A8-1443-8AB0-351867B36C29}"/>
                    </a:ext>
                  </a:extLst>
                </p:cNvPr>
                <p:cNvPicPr/>
                <p:nvPr/>
              </p:nvPicPr>
              <p:blipFill>
                <a:blip r:embed="rId1344"/>
                <a:stretch>
                  <a:fillRect/>
                </a:stretch>
              </p:blipFill>
              <p:spPr>
                <a:xfrm>
                  <a:off x="6270278" y="3636184"/>
                  <a:ext cx="1533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5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C9BB933C-F81C-7C42-8BEA-3BC046C4E232}"/>
                    </a:ext>
                  </a:extLst>
                </p14:cNvPr>
                <p14:cNvContentPartPr/>
                <p14:nvPr/>
              </p14:nvContentPartPr>
              <p14:xfrm>
                <a:off x="6456398" y="3601624"/>
                <a:ext cx="33480" cy="20520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C9BB933C-F81C-7C42-8BEA-3BC046C4E232}"/>
                    </a:ext>
                  </a:extLst>
                </p:cNvPr>
                <p:cNvPicPr/>
                <p:nvPr/>
              </p:nvPicPr>
              <p:blipFill>
                <a:blip r:embed="rId1346"/>
                <a:stretch>
                  <a:fillRect/>
                </a:stretch>
              </p:blipFill>
              <p:spPr>
                <a:xfrm>
                  <a:off x="6441278" y="3586504"/>
                  <a:ext cx="640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7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4E5AD643-E6E9-3749-BEC8-4356BCA1B363}"/>
                    </a:ext>
                  </a:extLst>
                </p14:cNvPr>
                <p14:cNvContentPartPr/>
                <p14:nvPr/>
              </p14:nvContentPartPr>
              <p14:xfrm>
                <a:off x="6378278" y="3666064"/>
                <a:ext cx="182160" cy="13176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4E5AD643-E6E9-3749-BEC8-4356BCA1B363}"/>
                    </a:ext>
                  </a:extLst>
                </p:cNvPr>
                <p:cNvPicPr/>
                <p:nvPr/>
              </p:nvPicPr>
              <p:blipFill>
                <a:blip r:embed="rId1348"/>
                <a:stretch>
                  <a:fillRect/>
                </a:stretch>
              </p:blipFill>
              <p:spPr>
                <a:xfrm>
                  <a:off x="6363158" y="3650944"/>
                  <a:ext cx="2127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9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09EF970B-BF54-EE4A-A0F3-DF394F3A5153}"/>
                    </a:ext>
                  </a:extLst>
                </p14:cNvPr>
                <p14:cNvContentPartPr/>
                <p14:nvPr/>
              </p14:nvContentPartPr>
              <p14:xfrm>
                <a:off x="6579158" y="3601624"/>
                <a:ext cx="720" cy="972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09EF970B-BF54-EE4A-A0F3-DF394F3A515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63678" y="3586504"/>
                  <a:ext cx="30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0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7B701862-CE20-C744-BD09-8AE496EB3C5C}"/>
                    </a:ext>
                  </a:extLst>
                </p14:cNvPr>
                <p14:cNvContentPartPr/>
                <p14:nvPr/>
              </p14:nvContentPartPr>
              <p14:xfrm>
                <a:off x="6579158" y="3601624"/>
                <a:ext cx="110520" cy="17856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7B701862-CE20-C744-BD09-8AE496EB3C5C}"/>
                    </a:ext>
                  </a:extLst>
                </p:cNvPr>
                <p:cNvPicPr/>
                <p:nvPr/>
              </p:nvPicPr>
              <p:blipFill>
                <a:blip r:embed="rId1351"/>
                <a:stretch>
                  <a:fillRect/>
                </a:stretch>
              </p:blipFill>
              <p:spPr>
                <a:xfrm>
                  <a:off x="6563678" y="3586504"/>
                  <a:ext cx="1407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2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AC7F6213-76C2-C84D-855E-517D5AA2B871}"/>
                    </a:ext>
                  </a:extLst>
                </p14:cNvPr>
                <p14:cNvContentPartPr/>
                <p14:nvPr/>
              </p14:nvContentPartPr>
              <p14:xfrm>
                <a:off x="6713078" y="3647704"/>
                <a:ext cx="121320" cy="13716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AC7F6213-76C2-C84D-855E-517D5AA2B871}"/>
                    </a:ext>
                  </a:extLst>
                </p:cNvPr>
                <p:cNvPicPr/>
                <p:nvPr/>
              </p:nvPicPr>
              <p:blipFill>
                <a:blip r:embed="rId1353"/>
                <a:stretch>
                  <a:fillRect/>
                </a:stretch>
              </p:blipFill>
              <p:spPr>
                <a:xfrm>
                  <a:off x="6697598" y="3632224"/>
                  <a:ext cx="1519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4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B0D76646-EE4C-1340-9ED5-EA86531AF795}"/>
                    </a:ext>
                  </a:extLst>
                </p14:cNvPr>
                <p14:cNvContentPartPr/>
                <p14:nvPr/>
              </p14:nvContentPartPr>
              <p14:xfrm>
                <a:off x="6935918" y="3679744"/>
                <a:ext cx="38880" cy="10188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B0D76646-EE4C-1340-9ED5-EA86531AF795}"/>
                    </a:ext>
                  </a:extLst>
                </p:cNvPr>
                <p:cNvPicPr/>
                <p:nvPr/>
              </p:nvPicPr>
              <p:blipFill>
                <a:blip r:embed="rId1355"/>
                <a:stretch>
                  <a:fillRect/>
                </a:stretch>
              </p:blipFill>
              <p:spPr>
                <a:xfrm>
                  <a:off x="6920798" y="3664624"/>
                  <a:ext cx="694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6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0000BA27-F5F6-C94A-B892-A7372A9E203F}"/>
                    </a:ext>
                  </a:extLst>
                </p14:cNvPr>
                <p14:cNvContentPartPr/>
                <p14:nvPr/>
              </p14:nvContentPartPr>
              <p14:xfrm>
                <a:off x="6969398" y="3590464"/>
                <a:ext cx="2160" cy="108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0000BA27-F5F6-C94A-B892-A7372A9E203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53918" y="3575344"/>
                  <a:ext cx="327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7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8A8806D2-D2B0-A345-9A0A-C9E2E70AE51C}"/>
                    </a:ext>
                  </a:extLst>
                </p14:cNvPr>
                <p14:cNvContentPartPr/>
                <p14:nvPr/>
              </p14:nvContentPartPr>
              <p14:xfrm>
                <a:off x="7014038" y="3627904"/>
                <a:ext cx="87480" cy="15876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8A8806D2-D2B0-A345-9A0A-C9E2E70AE51C}"/>
                    </a:ext>
                  </a:extLst>
                </p:cNvPr>
                <p:cNvPicPr/>
                <p:nvPr/>
              </p:nvPicPr>
              <p:blipFill>
                <a:blip r:embed="rId1358"/>
                <a:stretch>
                  <a:fillRect/>
                </a:stretch>
              </p:blipFill>
              <p:spPr>
                <a:xfrm>
                  <a:off x="6998558" y="3612784"/>
                  <a:ext cx="1180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9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781A35A5-1EF5-BC43-A3E8-6CA5DCA4D0BE}"/>
                    </a:ext>
                  </a:extLst>
                </p14:cNvPr>
                <p14:cNvContentPartPr/>
                <p14:nvPr/>
              </p14:nvContentPartPr>
              <p14:xfrm>
                <a:off x="7169918" y="3612784"/>
                <a:ext cx="23400" cy="14832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781A35A5-1EF5-BC43-A3E8-6CA5DCA4D0BE}"/>
                    </a:ext>
                  </a:extLst>
                </p:cNvPr>
                <p:cNvPicPr/>
                <p:nvPr/>
              </p:nvPicPr>
              <p:blipFill>
                <a:blip r:embed="rId1360"/>
                <a:stretch>
                  <a:fillRect/>
                </a:stretch>
              </p:blipFill>
              <p:spPr>
                <a:xfrm>
                  <a:off x="7154798" y="3597664"/>
                  <a:ext cx="54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1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B95608CC-85E9-7646-AF14-66C9384F06F3}"/>
                    </a:ext>
                  </a:extLst>
                </p14:cNvPr>
                <p14:cNvContentPartPr/>
                <p14:nvPr/>
              </p14:nvContentPartPr>
              <p14:xfrm>
                <a:off x="7236878" y="3568144"/>
                <a:ext cx="44280" cy="20484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B95608CC-85E9-7646-AF14-66C9384F06F3}"/>
                    </a:ext>
                  </a:extLst>
                </p:cNvPr>
                <p:cNvPicPr/>
                <p:nvPr/>
              </p:nvPicPr>
              <p:blipFill>
                <a:blip r:embed="rId1362"/>
                <a:stretch>
                  <a:fillRect/>
                </a:stretch>
              </p:blipFill>
              <p:spPr>
                <a:xfrm>
                  <a:off x="7221758" y="3553024"/>
                  <a:ext cx="745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3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0E2B7A67-EA0B-5F4E-ABF1-A4892E981601}"/>
                    </a:ext>
                  </a:extLst>
                </p14:cNvPr>
                <p14:cNvContentPartPr/>
                <p14:nvPr/>
              </p14:nvContentPartPr>
              <p14:xfrm>
                <a:off x="7200518" y="3603784"/>
                <a:ext cx="201240" cy="14328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0E2B7A67-EA0B-5F4E-ABF1-A4892E981601}"/>
                    </a:ext>
                  </a:extLst>
                </p:cNvPr>
                <p:cNvPicPr/>
                <p:nvPr/>
              </p:nvPicPr>
              <p:blipFill>
                <a:blip r:embed="rId1364"/>
                <a:stretch>
                  <a:fillRect/>
                </a:stretch>
              </p:blipFill>
              <p:spPr>
                <a:xfrm>
                  <a:off x="7185038" y="3588664"/>
                  <a:ext cx="2314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5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5C34CDFA-B7B3-A14F-87A6-1D2047834FE8}"/>
                    </a:ext>
                  </a:extLst>
                </p14:cNvPr>
                <p14:cNvContentPartPr/>
                <p14:nvPr/>
              </p14:nvContentPartPr>
              <p14:xfrm>
                <a:off x="7415438" y="3512344"/>
                <a:ext cx="2880" cy="612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5C34CDFA-B7B3-A14F-87A6-1D2047834FE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99958" y="3497224"/>
                  <a:ext cx="334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6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BCB2A4EF-5647-BD41-B671-E61969329281}"/>
                    </a:ext>
                  </a:extLst>
                </p14:cNvPr>
                <p14:cNvContentPartPr/>
                <p14:nvPr/>
              </p14:nvContentPartPr>
              <p14:xfrm>
                <a:off x="7152998" y="3501184"/>
                <a:ext cx="17640" cy="36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BCB2A4EF-5647-BD41-B671-E61969329281}"/>
                    </a:ext>
                  </a:extLst>
                </p:cNvPr>
                <p:cNvPicPr/>
                <p:nvPr/>
              </p:nvPicPr>
              <p:blipFill>
                <a:blip r:embed="rId1367"/>
                <a:stretch>
                  <a:fillRect/>
                </a:stretch>
              </p:blipFill>
              <p:spPr>
                <a:xfrm>
                  <a:off x="7137518" y="3486064"/>
                  <a:ext cx="478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8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5AE95209-3DD7-5647-8926-2BD6B60F328C}"/>
                    </a:ext>
                  </a:extLst>
                </p14:cNvPr>
                <p14:cNvContentPartPr/>
                <p14:nvPr/>
              </p14:nvContentPartPr>
              <p14:xfrm>
                <a:off x="7466558" y="3628984"/>
                <a:ext cx="96480" cy="9864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5AE95209-3DD7-5647-8926-2BD6B60F328C}"/>
                    </a:ext>
                  </a:extLst>
                </p:cNvPr>
                <p:cNvPicPr/>
                <p:nvPr/>
              </p:nvPicPr>
              <p:blipFill>
                <a:blip r:embed="rId1369"/>
                <a:stretch>
                  <a:fillRect/>
                </a:stretch>
              </p:blipFill>
              <p:spPr>
                <a:xfrm>
                  <a:off x="7451438" y="3613864"/>
                  <a:ext cx="1270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0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961606C3-0409-EF48-A589-0D8794C9A810}"/>
                    </a:ext>
                  </a:extLst>
                </p14:cNvPr>
                <p14:cNvContentPartPr/>
                <p14:nvPr/>
              </p14:nvContentPartPr>
              <p14:xfrm>
                <a:off x="7604798" y="3512344"/>
                <a:ext cx="33120" cy="21744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961606C3-0409-EF48-A589-0D8794C9A810}"/>
                    </a:ext>
                  </a:extLst>
                </p:cNvPr>
                <p:cNvPicPr/>
                <p:nvPr/>
              </p:nvPicPr>
              <p:blipFill>
                <a:blip r:embed="rId1371"/>
                <a:stretch>
                  <a:fillRect/>
                </a:stretch>
              </p:blipFill>
              <p:spPr>
                <a:xfrm>
                  <a:off x="7589678" y="3497224"/>
                  <a:ext cx="637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2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F64D7DD6-6E50-4F45-8478-C46E8B24A5D2}"/>
                    </a:ext>
                  </a:extLst>
                </p14:cNvPr>
                <p14:cNvContentPartPr/>
                <p14:nvPr/>
              </p14:nvContentPartPr>
              <p14:xfrm>
                <a:off x="7561598" y="3474904"/>
                <a:ext cx="437760" cy="27720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F64D7DD6-6E50-4F45-8478-C46E8B24A5D2}"/>
                    </a:ext>
                  </a:extLst>
                </p:cNvPr>
                <p:cNvPicPr/>
                <p:nvPr/>
              </p:nvPicPr>
              <p:blipFill>
                <a:blip r:embed="rId1373"/>
                <a:stretch>
                  <a:fillRect/>
                </a:stretch>
              </p:blipFill>
              <p:spPr>
                <a:xfrm>
                  <a:off x="7546478" y="3459784"/>
                  <a:ext cx="46836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4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DCD8E79C-4425-0243-B39D-70D18ABC387D}"/>
                    </a:ext>
                  </a:extLst>
                </p14:cNvPr>
                <p14:cNvContentPartPr/>
                <p14:nvPr/>
              </p14:nvContentPartPr>
              <p14:xfrm>
                <a:off x="5865278" y="3874144"/>
                <a:ext cx="141840" cy="21168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DCD8E79C-4425-0243-B39D-70D18ABC387D}"/>
                    </a:ext>
                  </a:extLst>
                </p:cNvPr>
                <p:cNvPicPr/>
                <p:nvPr/>
              </p:nvPicPr>
              <p:blipFill>
                <a:blip r:embed="rId1375"/>
                <a:stretch>
                  <a:fillRect/>
                </a:stretch>
              </p:blipFill>
              <p:spPr>
                <a:xfrm>
                  <a:off x="5850158" y="3859024"/>
                  <a:ext cx="1720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6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CB29E56F-99AB-E144-93C1-BE3043016F45}"/>
                    </a:ext>
                  </a:extLst>
                </p14:cNvPr>
                <p14:cNvContentPartPr/>
                <p14:nvPr/>
              </p14:nvContentPartPr>
              <p14:xfrm>
                <a:off x="6022598" y="3904744"/>
                <a:ext cx="127080" cy="7848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CB29E56F-99AB-E144-93C1-BE3043016F45}"/>
                    </a:ext>
                  </a:extLst>
                </p:cNvPr>
                <p:cNvPicPr/>
                <p:nvPr/>
              </p:nvPicPr>
              <p:blipFill>
                <a:blip r:embed="rId1377"/>
                <a:stretch>
                  <a:fillRect/>
                </a:stretch>
              </p:blipFill>
              <p:spPr>
                <a:xfrm>
                  <a:off x="6007118" y="3889624"/>
                  <a:ext cx="1576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8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6DD765D9-8052-424C-95B2-20B8E46219F7}"/>
                    </a:ext>
                  </a:extLst>
                </p14:cNvPr>
                <p14:cNvContentPartPr/>
                <p14:nvPr/>
              </p14:nvContentPartPr>
              <p14:xfrm>
                <a:off x="6107918" y="3869104"/>
                <a:ext cx="14040" cy="22392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6DD765D9-8052-424C-95B2-20B8E46219F7}"/>
                    </a:ext>
                  </a:extLst>
                </p:cNvPr>
                <p:cNvPicPr/>
                <p:nvPr/>
              </p:nvPicPr>
              <p:blipFill>
                <a:blip r:embed="rId1379"/>
                <a:stretch>
                  <a:fillRect/>
                </a:stretch>
              </p:blipFill>
              <p:spPr>
                <a:xfrm>
                  <a:off x="6092798" y="3853984"/>
                  <a:ext cx="44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0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0BD364E5-677C-6A4A-887F-BEDB17ED39CB}"/>
                    </a:ext>
                  </a:extLst>
                </p14:cNvPr>
                <p14:cNvContentPartPr/>
                <p14:nvPr/>
              </p14:nvContentPartPr>
              <p14:xfrm>
                <a:off x="6277838" y="3880264"/>
                <a:ext cx="102960" cy="20844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0BD364E5-677C-6A4A-887F-BEDB17ED39CB}"/>
                    </a:ext>
                  </a:extLst>
                </p:cNvPr>
                <p:cNvPicPr/>
                <p:nvPr/>
              </p:nvPicPr>
              <p:blipFill>
                <a:blip r:embed="rId1381"/>
                <a:stretch>
                  <a:fillRect/>
                </a:stretch>
              </p:blipFill>
              <p:spPr>
                <a:xfrm>
                  <a:off x="6262718" y="3865144"/>
                  <a:ext cx="1335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2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248F3231-5A70-6A45-B45B-E7B5E18DEBDD}"/>
                    </a:ext>
                  </a:extLst>
                </p14:cNvPr>
                <p14:cNvContentPartPr/>
                <p14:nvPr/>
              </p14:nvContentPartPr>
              <p14:xfrm>
                <a:off x="6255518" y="3932464"/>
                <a:ext cx="233640" cy="10440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248F3231-5A70-6A45-B45B-E7B5E18DEBDD}"/>
                    </a:ext>
                  </a:extLst>
                </p:cNvPr>
                <p:cNvPicPr/>
                <p:nvPr/>
              </p:nvPicPr>
              <p:blipFill>
                <a:blip r:embed="rId1383"/>
                <a:stretch>
                  <a:fillRect/>
                </a:stretch>
              </p:blipFill>
              <p:spPr>
                <a:xfrm>
                  <a:off x="6240398" y="3916984"/>
                  <a:ext cx="2642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4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105215B9-2447-A842-9237-BBA1253EC812}"/>
                    </a:ext>
                  </a:extLst>
                </p14:cNvPr>
                <p14:cNvContentPartPr/>
                <p14:nvPr/>
              </p14:nvContentPartPr>
              <p14:xfrm>
                <a:off x="6530198" y="3924904"/>
                <a:ext cx="117360" cy="3157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105215B9-2447-A842-9237-BBA1253EC812}"/>
                    </a:ext>
                  </a:extLst>
                </p:cNvPr>
                <p:cNvPicPr/>
                <p:nvPr/>
              </p:nvPicPr>
              <p:blipFill>
                <a:blip r:embed="rId1385"/>
                <a:stretch>
                  <a:fillRect/>
                </a:stretch>
              </p:blipFill>
              <p:spPr>
                <a:xfrm>
                  <a:off x="6514718" y="3909784"/>
                  <a:ext cx="1476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6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964A9DC5-1B1F-BF4F-BB24-5EF8D0A6FED1}"/>
                    </a:ext>
                  </a:extLst>
                </p14:cNvPr>
                <p14:cNvContentPartPr/>
                <p14:nvPr/>
              </p14:nvContentPartPr>
              <p14:xfrm>
                <a:off x="7350278" y="3805384"/>
                <a:ext cx="215280" cy="22644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964A9DC5-1B1F-BF4F-BB24-5EF8D0A6FED1}"/>
                    </a:ext>
                  </a:extLst>
                </p:cNvPr>
                <p:cNvPicPr/>
                <p:nvPr/>
              </p:nvPicPr>
              <p:blipFill>
                <a:blip r:embed="rId1395"/>
                <a:stretch>
                  <a:fillRect/>
                </a:stretch>
              </p:blipFill>
              <p:spPr>
                <a:xfrm>
                  <a:off x="7335158" y="3790264"/>
                  <a:ext cx="2458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6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B307DE85-1B75-A848-A1F5-4D53157153FA}"/>
                    </a:ext>
                  </a:extLst>
                </p14:cNvPr>
                <p14:cNvContentPartPr/>
                <p14:nvPr/>
              </p14:nvContentPartPr>
              <p14:xfrm>
                <a:off x="7694078" y="3853264"/>
                <a:ext cx="123480" cy="20016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B307DE85-1B75-A848-A1F5-4D53157153FA}"/>
                    </a:ext>
                  </a:extLst>
                </p:cNvPr>
                <p:cNvPicPr/>
                <p:nvPr/>
              </p:nvPicPr>
              <p:blipFill>
                <a:blip r:embed="rId1397"/>
                <a:stretch>
                  <a:fillRect/>
                </a:stretch>
              </p:blipFill>
              <p:spPr>
                <a:xfrm>
                  <a:off x="7678958" y="3837784"/>
                  <a:ext cx="1540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8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BAE05FAA-5C92-E148-A809-31E13564A833}"/>
                    </a:ext>
                  </a:extLst>
                </p14:cNvPr>
                <p14:cNvContentPartPr/>
                <p14:nvPr/>
              </p14:nvContentPartPr>
              <p14:xfrm>
                <a:off x="7872638" y="3824824"/>
                <a:ext cx="54000" cy="22212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BAE05FAA-5C92-E148-A809-31E13564A833}"/>
                    </a:ext>
                  </a:extLst>
                </p:cNvPr>
                <p:cNvPicPr/>
                <p:nvPr/>
              </p:nvPicPr>
              <p:blipFill>
                <a:blip r:embed="rId1399"/>
                <a:stretch>
                  <a:fillRect/>
                </a:stretch>
              </p:blipFill>
              <p:spPr>
                <a:xfrm>
                  <a:off x="7857158" y="3809344"/>
                  <a:ext cx="846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0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C54FD73F-2997-FD4E-AC84-CA829536D8BA}"/>
                    </a:ext>
                  </a:extLst>
                </p14:cNvPr>
                <p14:cNvContentPartPr/>
                <p14:nvPr/>
              </p14:nvContentPartPr>
              <p14:xfrm>
                <a:off x="7992878" y="3857224"/>
                <a:ext cx="17280" cy="16884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C54FD73F-2997-FD4E-AC84-CA829536D8BA}"/>
                    </a:ext>
                  </a:extLst>
                </p:cNvPr>
                <p:cNvPicPr/>
                <p:nvPr/>
              </p:nvPicPr>
              <p:blipFill>
                <a:blip r:embed="rId1401"/>
                <a:stretch>
                  <a:fillRect/>
                </a:stretch>
              </p:blipFill>
              <p:spPr>
                <a:xfrm>
                  <a:off x="7977398" y="3842104"/>
                  <a:ext cx="478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2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844B3D1C-B210-DC45-83F0-BE0B5C372C8B}"/>
                    </a:ext>
                  </a:extLst>
                </p14:cNvPr>
                <p14:cNvContentPartPr/>
                <p14:nvPr/>
              </p14:nvContentPartPr>
              <p14:xfrm>
                <a:off x="7984238" y="3885664"/>
                <a:ext cx="155880" cy="6192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844B3D1C-B210-DC45-83F0-BE0B5C372C8B}"/>
                    </a:ext>
                  </a:extLst>
                </p:cNvPr>
                <p:cNvPicPr/>
                <p:nvPr/>
              </p:nvPicPr>
              <p:blipFill>
                <a:blip r:embed="rId1403"/>
                <a:stretch>
                  <a:fillRect/>
                </a:stretch>
              </p:blipFill>
              <p:spPr>
                <a:xfrm>
                  <a:off x="7968758" y="3870544"/>
                  <a:ext cx="1864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4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52B2C926-FDE5-1F4F-A4E1-1B03C15EA9C4}"/>
                    </a:ext>
                  </a:extLst>
                </p14:cNvPr>
                <p14:cNvContentPartPr/>
                <p14:nvPr/>
              </p14:nvContentPartPr>
              <p14:xfrm>
                <a:off x="8106638" y="3757864"/>
                <a:ext cx="58680" cy="27540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52B2C926-FDE5-1F4F-A4E1-1B03C15EA9C4}"/>
                    </a:ext>
                  </a:extLst>
                </p:cNvPr>
                <p:cNvPicPr/>
                <p:nvPr/>
              </p:nvPicPr>
              <p:blipFill>
                <a:blip r:embed="rId1405"/>
                <a:stretch>
                  <a:fillRect/>
                </a:stretch>
              </p:blipFill>
              <p:spPr>
                <a:xfrm>
                  <a:off x="8091518" y="3742384"/>
                  <a:ext cx="889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6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4232FD8D-7B5A-3D4D-BA82-AECA7CA0852D}"/>
                    </a:ext>
                  </a:extLst>
                </p14:cNvPr>
                <p14:cNvContentPartPr/>
                <p14:nvPr/>
              </p14:nvContentPartPr>
              <p14:xfrm>
                <a:off x="5735318" y="4321264"/>
                <a:ext cx="99720" cy="2808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4232FD8D-7B5A-3D4D-BA82-AECA7CA0852D}"/>
                    </a:ext>
                  </a:extLst>
                </p:cNvPr>
                <p:cNvPicPr/>
                <p:nvPr/>
              </p:nvPicPr>
              <p:blipFill>
                <a:blip r:embed="rId1407"/>
                <a:stretch>
                  <a:fillRect/>
                </a:stretch>
              </p:blipFill>
              <p:spPr>
                <a:xfrm>
                  <a:off x="5719838" y="4305784"/>
                  <a:ext cx="1303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8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CFEC3992-BD51-7B49-A382-F14DA5E999DA}"/>
                    </a:ext>
                  </a:extLst>
                </p14:cNvPr>
                <p14:cNvContentPartPr/>
                <p14:nvPr/>
              </p14:nvContentPartPr>
              <p14:xfrm>
                <a:off x="5976878" y="4173664"/>
                <a:ext cx="102960" cy="27576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CFEC3992-BD51-7B49-A382-F14DA5E999DA}"/>
                    </a:ext>
                  </a:extLst>
                </p:cNvPr>
                <p:cNvPicPr/>
                <p:nvPr/>
              </p:nvPicPr>
              <p:blipFill>
                <a:blip r:embed="rId1409"/>
                <a:stretch>
                  <a:fillRect/>
                </a:stretch>
              </p:blipFill>
              <p:spPr>
                <a:xfrm>
                  <a:off x="5961758" y="4158544"/>
                  <a:ext cx="1335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0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15E4B6E6-1C09-F04B-A392-F0BFFC5FF3B3}"/>
                    </a:ext>
                  </a:extLst>
                </p14:cNvPr>
                <p14:cNvContentPartPr/>
                <p14:nvPr/>
              </p14:nvContentPartPr>
              <p14:xfrm>
                <a:off x="5918918" y="4313704"/>
                <a:ext cx="157680" cy="2412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15E4B6E6-1C09-F04B-A392-F0BFFC5FF3B3}"/>
                    </a:ext>
                  </a:extLst>
                </p:cNvPr>
                <p:cNvPicPr/>
                <p:nvPr/>
              </p:nvPicPr>
              <p:blipFill>
                <a:blip r:embed="rId1411"/>
                <a:stretch>
                  <a:fillRect/>
                </a:stretch>
              </p:blipFill>
              <p:spPr>
                <a:xfrm>
                  <a:off x="5903798" y="4298584"/>
                  <a:ext cx="1882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2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6EF3517D-18FB-8A4F-BEF7-3BA8275BD982}"/>
                    </a:ext>
                  </a:extLst>
                </p14:cNvPr>
                <p14:cNvContentPartPr/>
                <p14:nvPr/>
              </p14:nvContentPartPr>
              <p14:xfrm>
                <a:off x="6088478" y="4170424"/>
                <a:ext cx="20160" cy="23256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6EF3517D-18FB-8A4F-BEF7-3BA8275BD982}"/>
                    </a:ext>
                  </a:extLst>
                </p:cNvPr>
                <p:cNvPicPr/>
                <p:nvPr/>
              </p:nvPicPr>
              <p:blipFill>
                <a:blip r:embed="rId1413"/>
                <a:stretch>
                  <a:fillRect/>
                </a:stretch>
              </p:blipFill>
              <p:spPr>
                <a:xfrm>
                  <a:off x="6072998" y="4155304"/>
                  <a:ext cx="504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4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2773A305-D01E-6842-8B85-90C83E65BE58}"/>
                    </a:ext>
                  </a:extLst>
                </p14:cNvPr>
                <p14:cNvContentPartPr/>
                <p14:nvPr/>
              </p14:nvContentPartPr>
              <p14:xfrm>
                <a:off x="6143918" y="4248544"/>
                <a:ext cx="107280" cy="12060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2773A305-D01E-6842-8B85-90C83E65BE58}"/>
                    </a:ext>
                  </a:extLst>
                </p:cNvPr>
                <p:cNvPicPr/>
                <p:nvPr/>
              </p:nvPicPr>
              <p:blipFill>
                <a:blip r:embed="rId1415"/>
                <a:stretch>
                  <a:fillRect/>
                </a:stretch>
              </p:blipFill>
              <p:spPr>
                <a:xfrm>
                  <a:off x="6128798" y="4233064"/>
                  <a:ext cx="1375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6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491A0B24-9A8F-184F-B290-957B73F6220C}"/>
                    </a:ext>
                  </a:extLst>
                </p14:cNvPr>
                <p14:cNvContentPartPr/>
                <p14:nvPr/>
              </p14:nvContentPartPr>
              <p14:xfrm>
                <a:off x="6295118" y="4226224"/>
                <a:ext cx="133920" cy="15048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491A0B24-9A8F-184F-B290-957B73F6220C}"/>
                    </a:ext>
                  </a:extLst>
                </p:cNvPr>
                <p:cNvPicPr/>
                <p:nvPr/>
              </p:nvPicPr>
              <p:blipFill>
                <a:blip r:embed="rId1417"/>
                <a:stretch>
                  <a:fillRect/>
                </a:stretch>
              </p:blipFill>
              <p:spPr>
                <a:xfrm>
                  <a:off x="6279998" y="4210744"/>
                  <a:ext cx="1645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8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115E4B15-B201-6445-AE64-772EEB6AA9BF}"/>
                    </a:ext>
                  </a:extLst>
                </p14:cNvPr>
                <p14:cNvContentPartPr/>
                <p14:nvPr/>
              </p14:nvContentPartPr>
              <p14:xfrm>
                <a:off x="6478718" y="4237384"/>
                <a:ext cx="112680" cy="11952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115E4B15-B201-6445-AE64-772EEB6AA9BF}"/>
                    </a:ext>
                  </a:extLst>
                </p:cNvPr>
                <p:cNvPicPr/>
                <p:nvPr/>
              </p:nvPicPr>
              <p:blipFill>
                <a:blip r:embed="rId1419"/>
                <a:stretch>
                  <a:fillRect/>
                </a:stretch>
              </p:blipFill>
              <p:spPr>
                <a:xfrm>
                  <a:off x="6463598" y="4221904"/>
                  <a:ext cx="1429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0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840DFA80-E17B-A04A-8564-FD9E09DEFEEA}"/>
                    </a:ext>
                  </a:extLst>
                </p14:cNvPr>
                <p14:cNvContentPartPr/>
                <p14:nvPr/>
              </p14:nvContentPartPr>
              <p14:xfrm>
                <a:off x="6757358" y="4215064"/>
                <a:ext cx="21240" cy="15804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840DFA80-E17B-A04A-8564-FD9E09DEFEEA}"/>
                    </a:ext>
                  </a:extLst>
                </p:cNvPr>
                <p:cNvPicPr/>
                <p:nvPr/>
              </p:nvPicPr>
              <p:blipFill>
                <a:blip r:embed="rId1421"/>
                <a:stretch>
                  <a:fillRect/>
                </a:stretch>
              </p:blipFill>
              <p:spPr>
                <a:xfrm>
                  <a:off x="6742238" y="4199584"/>
                  <a:ext cx="518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2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C26DA515-D907-9141-A8B7-395AC4B9112B}"/>
                    </a:ext>
                  </a:extLst>
                </p14:cNvPr>
                <p14:cNvContentPartPr/>
                <p14:nvPr/>
              </p14:nvContentPartPr>
              <p14:xfrm>
                <a:off x="6701558" y="4224064"/>
                <a:ext cx="231840" cy="14436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C26DA515-D907-9141-A8B7-395AC4B9112B}"/>
                    </a:ext>
                  </a:extLst>
                </p:cNvPr>
                <p:cNvPicPr/>
                <p:nvPr/>
              </p:nvPicPr>
              <p:blipFill>
                <a:blip r:embed="rId1423"/>
                <a:stretch>
                  <a:fillRect/>
                </a:stretch>
              </p:blipFill>
              <p:spPr>
                <a:xfrm>
                  <a:off x="6686438" y="4208944"/>
                  <a:ext cx="2624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4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38B4EE3B-2CED-4045-BE74-695CBB705EED}"/>
                    </a:ext>
                  </a:extLst>
                </p14:cNvPr>
                <p14:cNvContentPartPr/>
                <p14:nvPr/>
              </p14:nvContentPartPr>
              <p14:xfrm>
                <a:off x="7074878" y="4136584"/>
                <a:ext cx="82800" cy="19512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38B4EE3B-2CED-4045-BE74-695CBB705EED}"/>
                    </a:ext>
                  </a:extLst>
                </p:cNvPr>
                <p:cNvPicPr/>
                <p:nvPr/>
              </p:nvPicPr>
              <p:blipFill>
                <a:blip r:embed="rId1425"/>
                <a:stretch>
                  <a:fillRect/>
                </a:stretch>
              </p:blipFill>
              <p:spPr>
                <a:xfrm>
                  <a:off x="7059398" y="4121104"/>
                  <a:ext cx="1134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6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2F566A1B-340D-7146-9D0D-F70C5D15B46F}"/>
                    </a:ext>
                  </a:extLst>
                </p14:cNvPr>
                <p14:cNvContentPartPr/>
                <p14:nvPr/>
              </p14:nvContentPartPr>
              <p14:xfrm>
                <a:off x="7243718" y="4159264"/>
                <a:ext cx="201240" cy="18720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2F566A1B-340D-7146-9D0D-F70C5D15B46F}"/>
                    </a:ext>
                  </a:extLst>
                </p:cNvPr>
                <p:cNvPicPr/>
                <p:nvPr/>
              </p:nvPicPr>
              <p:blipFill>
                <a:blip r:embed="rId1427"/>
                <a:stretch>
                  <a:fillRect/>
                </a:stretch>
              </p:blipFill>
              <p:spPr>
                <a:xfrm>
                  <a:off x="7228598" y="4144144"/>
                  <a:ext cx="2318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8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0198C924-2F1E-574D-B96E-721D5FDDB063}"/>
                    </a:ext>
                  </a:extLst>
                </p14:cNvPr>
                <p14:cNvContentPartPr/>
                <p14:nvPr/>
              </p14:nvContentPartPr>
              <p14:xfrm>
                <a:off x="7582118" y="4165744"/>
                <a:ext cx="114840" cy="19476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0198C924-2F1E-574D-B96E-721D5FDDB063}"/>
                    </a:ext>
                  </a:extLst>
                </p:cNvPr>
                <p:cNvPicPr/>
                <p:nvPr/>
              </p:nvPicPr>
              <p:blipFill>
                <a:blip r:embed="rId1429"/>
                <a:stretch>
                  <a:fillRect/>
                </a:stretch>
              </p:blipFill>
              <p:spPr>
                <a:xfrm>
                  <a:off x="7566998" y="4150624"/>
                  <a:ext cx="1454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0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3CC7D650-4C02-CA49-A47F-59142F242A98}"/>
                    </a:ext>
                  </a:extLst>
                </p14:cNvPr>
                <p14:cNvContentPartPr/>
                <p14:nvPr/>
              </p14:nvContentPartPr>
              <p14:xfrm>
                <a:off x="7758878" y="4226224"/>
                <a:ext cx="63360" cy="12204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3CC7D650-4C02-CA49-A47F-59142F242A98}"/>
                    </a:ext>
                  </a:extLst>
                </p:cNvPr>
                <p:cNvPicPr/>
                <p:nvPr/>
              </p:nvPicPr>
              <p:blipFill>
                <a:blip r:embed="rId1431"/>
                <a:stretch>
                  <a:fillRect/>
                </a:stretch>
              </p:blipFill>
              <p:spPr>
                <a:xfrm>
                  <a:off x="7743398" y="4210744"/>
                  <a:ext cx="936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2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9948DA4E-85CA-B448-B354-7B60CF0401B6}"/>
                    </a:ext>
                  </a:extLst>
                </p14:cNvPr>
                <p14:cNvContentPartPr/>
                <p14:nvPr/>
              </p14:nvContentPartPr>
              <p14:xfrm>
                <a:off x="7928438" y="4156024"/>
                <a:ext cx="116640" cy="22860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9948DA4E-85CA-B448-B354-7B60CF0401B6}"/>
                    </a:ext>
                  </a:extLst>
                </p:cNvPr>
                <p:cNvPicPr/>
                <p:nvPr/>
              </p:nvPicPr>
              <p:blipFill>
                <a:blip r:embed="rId1433"/>
                <a:stretch>
                  <a:fillRect/>
                </a:stretch>
              </p:blipFill>
              <p:spPr>
                <a:xfrm>
                  <a:off x="7912958" y="4140904"/>
                  <a:ext cx="1468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4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3A277044-9C50-694F-9F22-8C5884FD92CA}"/>
                    </a:ext>
                  </a:extLst>
                </p14:cNvPr>
                <p14:cNvContentPartPr/>
                <p14:nvPr/>
              </p14:nvContentPartPr>
              <p14:xfrm>
                <a:off x="7906118" y="4266184"/>
                <a:ext cx="235440" cy="10512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3A277044-9C50-694F-9F22-8C5884FD92CA}"/>
                    </a:ext>
                  </a:extLst>
                </p:cNvPr>
                <p:cNvPicPr/>
                <p:nvPr/>
              </p:nvPicPr>
              <p:blipFill>
                <a:blip r:embed="rId1435"/>
                <a:stretch>
                  <a:fillRect/>
                </a:stretch>
              </p:blipFill>
              <p:spPr>
                <a:xfrm>
                  <a:off x="7890998" y="4250704"/>
                  <a:ext cx="2660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6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68DFE0BE-23E7-B446-81C2-44FBC3EB2086}"/>
                    </a:ext>
                  </a:extLst>
                </p14:cNvPr>
                <p14:cNvContentPartPr/>
                <p14:nvPr/>
              </p14:nvContentPartPr>
              <p14:xfrm>
                <a:off x="8168198" y="4247464"/>
                <a:ext cx="120960" cy="28080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68DFE0BE-23E7-B446-81C2-44FBC3EB2086}"/>
                    </a:ext>
                  </a:extLst>
                </p:cNvPr>
                <p:cNvPicPr/>
                <p:nvPr/>
              </p:nvPicPr>
              <p:blipFill>
                <a:blip r:embed="rId1437"/>
                <a:stretch>
                  <a:fillRect/>
                </a:stretch>
              </p:blipFill>
              <p:spPr>
                <a:xfrm>
                  <a:off x="8152718" y="4232344"/>
                  <a:ext cx="1512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8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391320DF-19D5-5144-B18A-4578F8ACF77C}"/>
                    </a:ext>
                  </a:extLst>
                </p14:cNvPr>
                <p14:cNvContentPartPr/>
                <p14:nvPr/>
              </p14:nvContentPartPr>
              <p14:xfrm>
                <a:off x="5785718" y="4625464"/>
                <a:ext cx="120960" cy="468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391320DF-19D5-5144-B18A-4578F8ACF77C}"/>
                    </a:ext>
                  </a:extLst>
                </p:cNvPr>
                <p:cNvPicPr/>
                <p:nvPr/>
              </p:nvPicPr>
              <p:blipFill>
                <a:blip r:embed="rId1443"/>
                <a:stretch>
                  <a:fillRect/>
                </a:stretch>
              </p:blipFill>
              <p:spPr>
                <a:xfrm>
                  <a:off x="5770598" y="4609984"/>
                  <a:ext cx="1512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4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98F79E6B-F613-C44E-971E-1BD371DC8A09}"/>
                    </a:ext>
                  </a:extLst>
                </p14:cNvPr>
                <p14:cNvContentPartPr/>
                <p14:nvPr/>
              </p14:nvContentPartPr>
              <p14:xfrm>
                <a:off x="6003518" y="4460224"/>
                <a:ext cx="131400" cy="28404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98F79E6B-F613-C44E-971E-1BD371DC8A09}"/>
                    </a:ext>
                  </a:extLst>
                </p:cNvPr>
                <p:cNvPicPr/>
                <p:nvPr/>
              </p:nvPicPr>
              <p:blipFill>
                <a:blip r:embed="rId1445"/>
                <a:stretch>
                  <a:fillRect/>
                </a:stretch>
              </p:blipFill>
              <p:spPr>
                <a:xfrm>
                  <a:off x="5988398" y="4445104"/>
                  <a:ext cx="1620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6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6BF7AC2F-F20A-1248-8545-02E585CFAA7D}"/>
                    </a:ext>
                  </a:extLst>
                </p14:cNvPr>
                <p14:cNvContentPartPr/>
                <p14:nvPr/>
              </p14:nvContentPartPr>
              <p14:xfrm>
                <a:off x="6169478" y="4579384"/>
                <a:ext cx="100800" cy="13392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6BF7AC2F-F20A-1248-8545-02E585CFAA7D}"/>
                    </a:ext>
                  </a:extLst>
                </p:cNvPr>
                <p:cNvPicPr/>
                <p:nvPr/>
              </p:nvPicPr>
              <p:blipFill>
                <a:blip r:embed="rId1447"/>
                <a:stretch>
                  <a:fillRect/>
                </a:stretch>
              </p:blipFill>
              <p:spPr>
                <a:xfrm>
                  <a:off x="6153998" y="4564264"/>
                  <a:ext cx="1310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8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F22DA8CA-D538-B146-84B4-992894A91283}"/>
                    </a:ext>
                  </a:extLst>
                </p14:cNvPr>
                <p14:cNvContentPartPr/>
                <p14:nvPr/>
              </p14:nvContentPartPr>
              <p14:xfrm>
                <a:off x="6311318" y="4437904"/>
                <a:ext cx="42120" cy="28692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F22DA8CA-D538-B146-84B4-992894A91283}"/>
                    </a:ext>
                  </a:extLst>
                </p:cNvPr>
                <p:cNvPicPr/>
                <p:nvPr/>
              </p:nvPicPr>
              <p:blipFill>
                <a:blip r:embed="rId1449"/>
                <a:stretch>
                  <a:fillRect/>
                </a:stretch>
              </p:blipFill>
              <p:spPr>
                <a:xfrm>
                  <a:off x="6296198" y="4422784"/>
                  <a:ext cx="727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0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396BCD30-73C4-6D48-A867-0D49E64666E1}"/>
                    </a:ext>
                  </a:extLst>
                </p14:cNvPr>
                <p14:cNvContentPartPr/>
                <p14:nvPr/>
              </p14:nvContentPartPr>
              <p14:xfrm>
                <a:off x="6403838" y="4465264"/>
                <a:ext cx="106200" cy="24336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396BCD30-73C4-6D48-A867-0D49E64666E1}"/>
                    </a:ext>
                  </a:extLst>
                </p:cNvPr>
                <p:cNvPicPr/>
                <p:nvPr/>
              </p:nvPicPr>
              <p:blipFill>
                <a:blip r:embed="rId1451"/>
                <a:stretch>
                  <a:fillRect/>
                </a:stretch>
              </p:blipFill>
              <p:spPr>
                <a:xfrm>
                  <a:off x="6388358" y="4450144"/>
                  <a:ext cx="1364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2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7C2EA528-256E-3B4F-93B9-D4473A854F3A}"/>
                    </a:ext>
                  </a:extLst>
                </p14:cNvPr>
                <p14:cNvContentPartPr/>
                <p14:nvPr/>
              </p14:nvContentPartPr>
              <p14:xfrm>
                <a:off x="6679238" y="4560664"/>
                <a:ext cx="33480" cy="13680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7C2EA528-256E-3B4F-93B9-D4473A854F3A}"/>
                    </a:ext>
                  </a:extLst>
                </p:cNvPr>
                <p:cNvPicPr/>
                <p:nvPr/>
              </p:nvPicPr>
              <p:blipFill>
                <a:blip r:embed="rId1453"/>
                <a:stretch>
                  <a:fillRect/>
                </a:stretch>
              </p:blipFill>
              <p:spPr>
                <a:xfrm>
                  <a:off x="6664118" y="4545544"/>
                  <a:ext cx="637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4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FC0E4B3C-CE84-BF4F-B2AE-DA2DC8B07EE3}"/>
                    </a:ext>
                  </a:extLst>
                </p14:cNvPr>
                <p14:cNvContentPartPr/>
                <p14:nvPr/>
              </p14:nvContentPartPr>
              <p14:xfrm>
                <a:off x="6712718" y="4460224"/>
                <a:ext cx="9360" cy="468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FC0E4B3C-CE84-BF4F-B2AE-DA2DC8B07EE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97598" y="4445104"/>
                  <a:ext cx="399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5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000D5D77-18C3-0A4C-80ED-8CB2210168AD}"/>
                    </a:ext>
                  </a:extLst>
                </p14:cNvPr>
                <p14:cNvContentPartPr/>
                <p14:nvPr/>
              </p14:nvContentPartPr>
              <p14:xfrm>
                <a:off x="6757358" y="4557784"/>
                <a:ext cx="108360" cy="12096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000D5D77-18C3-0A4C-80ED-8CB2210168AD}"/>
                    </a:ext>
                  </a:extLst>
                </p:cNvPr>
                <p:cNvPicPr/>
                <p:nvPr/>
              </p:nvPicPr>
              <p:blipFill>
                <a:blip r:embed="rId1456"/>
                <a:stretch>
                  <a:fillRect/>
                </a:stretch>
              </p:blipFill>
              <p:spPr>
                <a:xfrm>
                  <a:off x="6742238" y="4542304"/>
                  <a:ext cx="1389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7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A017E1F7-A588-ED40-843E-1FB8D2E9B9A2}"/>
                    </a:ext>
                  </a:extLst>
                </p14:cNvPr>
                <p14:cNvContentPartPr/>
                <p14:nvPr/>
              </p14:nvContentPartPr>
              <p14:xfrm>
                <a:off x="6989198" y="4487944"/>
                <a:ext cx="104040" cy="19044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A017E1F7-A588-ED40-843E-1FB8D2E9B9A2}"/>
                    </a:ext>
                  </a:extLst>
                </p:cNvPr>
                <p:cNvPicPr/>
                <p:nvPr/>
              </p:nvPicPr>
              <p:blipFill>
                <a:blip r:embed="rId1458"/>
                <a:stretch>
                  <a:fillRect/>
                </a:stretch>
              </p:blipFill>
              <p:spPr>
                <a:xfrm>
                  <a:off x="6974078" y="4472824"/>
                  <a:ext cx="1342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9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1F0A81B4-55E0-8548-8FDA-617FD5B8ECAE}"/>
                    </a:ext>
                  </a:extLst>
                </p14:cNvPr>
                <p14:cNvContentPartPr/>
                <p14:nvPr/>
              </p14:nvContentPartPr>
              <p14:xfrm>
                <a:off x="7158758" y="4482544"/>
                <a:ext cx="169560" cy="19800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1F0A81B4-55E0-8548-8FDA-617FD5B8ECAE}"/>
                    </a:ext>
                  </a:extLst>
                </p:cNvPr>
                <p:cNvPicPr/>
                <p:nvPr/>
              </p:nvPicPr>
              <p:blipFill>
                <a:blip r:embed="rId1460"/>
                <a:stretch>
                  <a:fillRect/>
                </a:stretch>
              </p:blipFill>
              <p:spPr>
                <a:xfrm>
                  <a:off x="7143638" y="4467424"/>
                  <a:ext cx="2001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1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EEFC07EA-398D-F041-9B75-4B74F9196A51}"/>
                    </a:ext>
                  </a:extLst>
                </p14:cNvPr>
                <p14:cNvContentPartPr/>
                <p14:nvPr/>
              </p14:nvContentPartPr>
              <p14:xfrm>
                <a:off x="7482398" y="4504144"/>
                <a:ext cx="102960" cy="17856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EEFC07EA-398D-F041-9B75-4B74F9196A51}"/>
                    </a:ext>
                  </a:extLst>
                </p:cNvPr>
                <p:cNvPicPr/>
                <p:nvPr/>
              </p:nvPicPr>
              <p:blipFill>
                <a:blip r:embed="rId1462"/>
                <a:stretch>
                  <a:fillRect/>
                </a:stretch>
              </p:blipFill>
              <p:spPr>
                <a:xfrm>
                  <a:off x="7466918" y="4489024"/>
                  <a:ext cx="1335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3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02B2CEA0-E609-1E44-B654-D6DC55A18D98}"/>
                    </a:ext>
                  </a:extLst>
                </p14:cNvPr>
                <p14:cNvContentPartPr/>
                <p14:nvPr/>
              </p14:nvContentPartPr>
              <p14:xfrm>
                <a:off x="7638278" y="4516024"/>
                <a:ext cx="52560" cy="15912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02B2CEA0-E609-1E44-B654-D6DC55A18D98}"/>
                    </a:ext>
                  </a:extLst>
                </p:cNvPr>
                <p:cNvPicPr/>
                <p:nvPr/>
              </p:nvPicPr>
              <p:blipFill>
                <a:blip r:embed="rId1464"/>
                <a:stretch>
                  <a:fillRect/>
                </a:stretch>
              </p:blipFill>
              <p:spPr>
                <a:xfrm>
                  <a:off x="7623158" y="4500904"/>
                  <a:ext cx="831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5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AC1FDA03-83DD-BE4F-9892-779A4C05F18D}"/>
                    </a:ext>
                  </a:extLst>
                </p14:cNvPr>
                <p14:cNvContentPartPr/>
                <p14:nvPr/>
              </p14:nvContentPartPr>
              <p14:xfrm>
                <a:off x="7671758" y="4471384"/>
                <a:ext cx="8640" cy="828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AC1FDA03-83DD-BE4F-9892-779A4C05F18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656638" y="4456264"/>
                  <a:ext cx="38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6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CFE3D242-886D-C946-859A-1387D872C985}"/>
                    </a:ext>
                  </a:extLst>
                </p14:cNvPr>
                <p14:cNvContentPartPr/>
                <p14:nvPr/>
              </p14:nvContentPartPr>
              <p14:xfrm>
                <a:off x="7671758" y="4471384"/>
                <a:ext cx="131040" cy="21672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CFE3D242-886D-C946-859A-1387D872C985}"/>
                    </a:ext>
                  </a:extLst>
                </p:cNvPr>
                <p:cNvPicPr/>
                <p:nvPr/>
              </p:nvPicPr>
              <p:blipFill>
                <a:blip r:embed="rId1467"/>
                <a:stretch>
                  <a:fillRect/>
                </a:stretch>
              </p:blipFill>
              <p:spPr>
                <a:xfrm>
                  <a:off x="7656638" y="4456264"/>
                  <a:ext cx="1616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8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B147C2A0-7412-9A45-87BE-BB23D9F26F1F}"/>
                    </a:ext>
                  </a:extLst>
                </p14:cNvPr>
                <p14:cNvContentPartPr/>
                <p14:nvPr/>
              </p14:nvContentPartPr>
              <p14:xfrm>
                <a:off x="7856438" y="4548784"/>
                <a:ext cx="94320" cy="12132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B147C2A0-7412-9A45-87BE-BB23D9F26F1F}"/>
                    </a:ext>
                  </a:extLst>
                </p:cNvPr>
                <p:cNvPicPr/>
                <p:nvPr/>
              </p:nvPicPr>
              <p:blipFill>
                <a:blip r:embed="rId1469"/>
                <a:stretch>
                  <a:fillRect/>
                </a:stretch>
              </p:blipFill>
              <p:spPr>
                <a:xfrm>
                  <a:off x="7841318" y="4533304"/>
                  <a:ext cx="1249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0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E2A1BCF5-F3C5-8841-9388-55FF1DF4C1CC}"/>
                    </a:ext>
                  </a:extLst>
                </p14:cNvPr>
                <p14:cNvContentPartPr/>
                <p14:nvPr/>
              </p14:nvContentPartPr>
              <p14:xfrm>
                <a:off x="7995398" y="4526104"/>
                <a:ext cx="86400" cy="12420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E2A1BCF5-F3C5-8841-9388-55FF1DF4C1CC}"/>
                    </a:ext>
                  </a:extLst>
                </p:cNvPr>
                <p:cNvPicPr/>
                <p:nvPr/>
              </p:nvPicPr>
              <p:blipFill>
                <a:blip r:embed="rId1471"/>
                <a:stretch>
                  <a:fillRect/>
                </a:stretch>
              </p:blipFill>
              <p:spPr>
                <a:xfrm>
                  <a:off x="7979918" y="4510624"/>
                  <a:ext cx="1170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2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6B386AC2-B150-7041-9454-5CE61DEADD89}"/>
                    </a:ext>
                  </a:extLst>
                </p14:cNvPr>
                <p14:cNvContentPartPr/>
                <p14:nvPr/>
              </p14:nvContentPartPr>
              <p14:xfrm>
                <a:off x="8117798" y="4516024"/>
                <a:ext cx="23040" cy="16452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6B386AC2-B150-7041-9454-5CE61DEADD89}"/>
                    </a:ext>
                  </a:extLst>
                </p:cNvPr>
                <p:cNvPicPr/>
                <p:nvPr/>
              </p:nvPicPr>
              <p:blipFill>
                <a:blip r:embed="rId1473"/>
                <a:stretch>
                  <a:fillRect/>
                </a:stretch>
              </p:blipFill>
              <p:spPr>
                <a:xfrm>
                  <a:off x="8102678" y="4500904"/>
                  <a:ext cx="536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4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593581B1-47D3-334F-98A8-576C13DC7F8F}"/>
                    </a:ext>
                  </a:extLst>
                </p14:cNvPr>
                <p14:cNvContentPartPr/>
                <p14:nvPr/>
              </p14:nvContentPartPr>
              <p14:xfrm>
                <a:off x="8126798" y="4474264"/>
                <a:ext cx="2520" cy="864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593581B1-47D3-334F-98A8-576C13DC7F8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111678" y="4459144"/>
                  <a:ext cx="331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5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1686B4E6-709E-E84E-9B4B-642D3FE6AE40}"/>
                    </a:ext>
                  </a:extLst>
                </p14:cNvPr>
                <p14:cNvContentPartPr/>
                <p14:nvPr/>
              </p14:nvContentPartPr>
              <p14:xfrm>
                <a:off x="8117798" y="4471384"/>
                <a:ext cx="154080" cy="19764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1686B4E6-709E-E84E-9B4B-642D3FE6AE40}"/>
                    </a:ext>
                  </a:extLst>
                </p:cNvPr>
                <p:cNvPicPr/>
                <p:nvPr/>
              </p:nvPicPr>
              <p:blipFill>
                <a:blip r:embed="rId1476"/>
                <a:stretch>
                  <a:fillRect/>
                </a:stretch>
              </p:blipFill>
              <p:spPr>
                <a:xfrm>
                  <a:off x="8102678" y="4456264"/>
                  <a:ext cx="1846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7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362E7710-BEB3-874A-86FD-B0667D2ECF35}"/>
                    </a:ext>
                  </a:extLst>
                </p14:cNvPr>
                <p14:cNvContentPartPr/>
                <p14:nvPr/>
              </p14:nvContentPartPr>
              <p14:xfrm>
                <a:off x="8318678" y="4502344"/>
                <a:ext cx="182520" cy="15840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362E7710-BEB3-874A-86FD-B0667D2ECF35}"/>
                    </a:ext>
                  </a:extLst>
                </p:cNvPr>
                <p:cNvPicPr/>
                <p:nvPr/>
              </p:nvPicPr>
              <p:blipFill>
                <a:blip r:embed="rId1478"/>
                <a:stretch>
                  <a:fillRect/>
                </a:stretch>
              </p:blipFill>
              <p:spPr>
                <a:xfrm>
                  <a:off x="8303558" y="4486864"/>
                  <a:ext cx="2131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9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570F24E4-E0FC-2741-B214-D8A52B0DAB6B}"/>
                    </a:ext>
                  </a:extLst>
                </p14:cNvPr>
                <p14:cNvContentPartPr/>
                <p14:nvPr/>
              </p14:nvContentPartPr>
              <p14:xfrm>
                <a:off x="7638278" y="4403344"/>
                <a:ext cx="16560" cy="360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570F24E4-E0FC-2741-B214-D8A52B0DAB6B}"/>
                    </a:ext>
                  </a:extLst>
                </p:cNvPr>
                <p:cNvPicPr/>
                <p:nvPr/>
              </p:nvPicPr>
              <p:blipFill>
                <a:blip r:embed="rId1480"/>
                <a:stretch>
                  <a:fillRect/>
                </a:stretch>
              </p:blipFill>
              <p:spPr>
                <a:xfrm>
                  <a:off x="7623158" y="4388224"/>
                  <a:ext cx="47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1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7233D084-ED1D-694E-BEB7-4C68560E3557}"/>
                    </a:ext>
                  </a:extLst>
                </p14:cNvPr>
                <p14:cNvContentPartPr/>
                <p14:nvPr/>
              </p14:nvContentPartPr>
              <p14:xfrm>
                <a:off x="5775998" y="4932904"/>
                <a:ext cx="122040" cy="1188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7233D084-ED1D-694E-BEB7-4C68560E3557}"/>
                    </a:ext>
                  </a:extLst>
                </p:cNvPr>
                <p:cNvPicPr/>
                <p:nvPr/>
              </p:nvPicPr>
              <p:blipFill>
                <a:blip r:embed="rId1482"/>
                <a:stretch>
                  <a:fillRect/>
                </a:stretch>
              </p:blipFill>
              <p:spPr>
                <a:xfrm>
                  <a:off x="5760878" y="4917424"/>
                  <a:ext cx="1526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3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F73B8591-A1C9-B949-9D49-EFA03E878AB9}"/>
                    </a:ext>
                  </a:extLst>
                </p14:cNvPr>
                <p14:cNvContentPartPr/>
                <p14:nvPr/>
              </p14:nvContentPartPr>
              <p14:xfrm>
                <a:off x="6043478" y="4856584"/>
                <a:ext cx="94320" cy="15444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F73B8591-A1C9-B949-9D49-EFA03E878AB9}"/>
                    </a:ext>
                  </a:extLst>
                </p:cNvPr>
                <p:cNvPicPr/>
                <p:nvPr/>
              </p:nvPicPr>
              <p:blipFill>
                <a:blip r:embed="rId1484"/>
                <a:stretch>
                  <a:fillRect/>
                </a:stretch>
              </p:blipFill>
              <p:spPr>
                <a:xfrm>
                  <a:off x="6028358" y="4841464"/>
                  <a:ext cx="1249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5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BDD59E1D-6560-6746-9DF2-9EF937BF08CE}"/>
                    </a:ext>
                  </a:extLst>
                </p14:cNvPr>
                <p14:cNvContentPartPr/>
                <p14:nvPr/>
              </p14:nvContentPartPr>
              <p14:xfrm>
                <a:off x="6188918" y="4839304"/>
                <a:ext cx="81360" cy="16560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BDD59E1D-6560-6746-9DF2-9EF937BF08CE}"/>
                    </a:ext>
                  </a:extLst>
                </p:cNvPr>
                <p:cNvPicPr/>
                <p:nvPr/>
              </p:nvPicPr>
              <p:blipFill>
                <a:blip r:embed="rId1486"/>
                <a:stretch>
                  <a:fillRect/>
                </a:stretch>
              </p:blipFill>
              <p:spPr>
                <a:xfrm>
                  <a:off x="6173438" y="4824184"/>
                  <a:ext cx="1119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7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621FC582-D63A-6341-A83D-F0EBC4D1E804}"/>
                    </a:ext>
                  </a:extLst>
                </p14:cNvPr>
                <p14:cNvContentPartPr/>
                <p14:nvPr/>
              </p14:nvContentPartPr>
              <p14:xfrm>
                <a:off x="6378278" y="4772704"/>
                <a:ext cx="17640" cy="23256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621FC582-D63A-6341-A83D-F0EBC4D1E804}"/>
                    </a:ext>
                  </a:extLst>
                </p:cNvPr>
                <p:cNvPicPr/>
                <p:nvPr/>
              </p:nvPicPr>
              <p:blipFill>
                <a:blip r:embed="rId1488"/>
                <a:stretch>
                  <a:fillRect/>
                </a:stretch>
              </p:blipFill>
              <p:spPr>
                <a:xfrm>
                  <a:off x="6363158" y="4757224"/>
                  <a:ext cx="478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9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6E5E72A3-C21C-C94C-8E86-98A8AC741B7C}"/>
                    </a:ext>
                  </a:extLst>
                </p14:cNvPr>
                <p14:cNvContentPartPr/>
                <p14:nvPr/>
              </p14:nvContentPartPr>
              <p14:xfrm>
                <a:off x="6255518" y="4788184"/>
                <a:ext cx="293400" cy="24012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6E5E72A3-C21C-C94C-8E86-98A8AC741B7C}"/>
                    </a:ext>
                  </a:extLst>
                </p:cNvPr>
                <p:cNvPicPr/>
                <p:nvPr/>
              </p:nvPicPr>
              <p:blipFill>
                <a:blip r:embed="rId1490"/>
                <a:stretch>
                  <a:fillRect/>
                </a:stretch>
              </p:blipFill>
              <p:spPr>
                <a:xfrm>
                  <a:off x="6240398" y="4772704"/>
                  <a:ext cx="3240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1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886F4566-D4F3-164C-B8B3-8209C0B703B5}"/>
                    </a:ext>
                  </a:extLst>
                </p14:cNvPr>
                <p14:cNvContentPartPr/>
                <p14:nvPr/>
              </p14:nvContentPartPr>
              <p14:xfrm>
                <a:off x="6626678" y="4816984"/>
                <a:ext cx="104040" cy="15912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886F4566-D4F3-164C-B8B3-8209C0B703B5}"/>
                    </a:ext>
                  </a:extLst>
                </p:cNvPr>
                <p:cNvPicPr/>
                <p:nvPr/>
              </p:nvPicPr>
              <p:blipFill>
                <a:blip r:embed="rId1492"/>
                <a:stretch>
                  <a:fillRect/>
                </a:stretch>
              </p:blipFill>
              <p:spPr>
                <a:xfrm>
                  <a:off x="6611558" y="4801864"/>
                  <a:ext cx="1342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3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B301D258-B2BB-144C-B4D9-3360D4EDA6E7}"/>
                    </a:ext>
                  </a:extLst>
                </p14:cNvPr>
                <p14:cNvContentPartPr/>
                <p14:nvPr/>
              </p14:nvContentPartPr>
              <p14:xfrm>
                <a:off x="6779678" y="4850464"/>
                <a:ext cx="98640" cy="16380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B301D258-B2BB-144C-B4D9-3360D4EDA6E7}"/>
                    </a:ext>
                  </a:extLst>
                </p:cNvPr>
                <p:cNvPicPr/>
                <p:nvPr/>
              </p:nvPicPr>
              <p:blipFill>
                <a:blip r:embed="rId1494"/>
                <a:stretch>
                  <a:fillRect/>
                </a:stretch>
              </p:blipFill>
              <p:spPr>
                <a:xfrm>
                  <a:off x="6764558" y="4835344"/>
                  <a:ext cx="1292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5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82DA9D41-7C01-B747-9917-B8F113DBB2C3}"/>
                    </a:ext>
                  </a:extLst>
                </p14:cNvPr>
                <p14:cNvContentPartPr/>
                <p14:nvPr/>
              </p14:nvContentPartPr>
              <p14:xfrm>
                <a:off x="6913598" y="4861624"/>
                <a:ext cx="32760" cy="14436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82DA9D41-7C01-B747-9917-B8F113DBB2C3}"/>
                    </a:ext>
                  </a:extLst>
                </p:cNvPr>
                <p:cNvPicPr/>
                <p:nvPr/>
              </p:nvPicPr>
              <p:blipFill>
                <a:blip r:embed="rId1496"/>
                <a:stretch>
                  <a:fillRect/>
                </a:stretch>
              </p:blipFill>
              <p:spPr>
                <a:xfrm>
                  <a:off x="6898478" y="4846504"/>
                  <a:ext cx="630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7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858A0758-C836-AB4D-8E9E-9D54E09F9AD6}"/>
                    </a:ext>
                  </a:extLst>
                </p14:cNvPr>
                <p14:cNvContentPartPr/>
                <p14:nvPr/>
              </p14:nvContentPartPr>
              <p14:xfrm>
                <a:off x="6947078" y="4750384"/>
                <a:ext cx="10800" cy="864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858A0758-C836-AB4D-8E9E-9D54E09F9AD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31958" y="4734904"/>
                  <a:ext cx="414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8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48E7F377-6166-0545-B0C3-69A217AA5F56}"/>
                    </a:ext>
                  </a:extLst>
                </p14:cNvPr>
                <p14:cNvContentPartPr/>
                <p14:nvPr/>
              </p14:nvContentPartPr>
              <p14:xfrm>
                <a:off x="6999638" y="4828144"/>
                <a:ext cx="115560" cy="16848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48E7F377-6166-0545-B0C3-69A217AA5F56}"/>
                    </a:ext>
                  </a:extLst>
                </p:cNvPr>
                <p:cNvPicPr/>
                <p:nvPr/>
              </p:nvPicPr>
              <p:blipFill>
                <a:blip r:embed="rId1499"/>
                <a:stretch>
                  <a:fillRect/>
                </a:stretch>
              </p:blipFill>
              <p:spPr>
                <a:xfrm>
                  <a:off x="6984518" y="4813024"/>
                  <a:ext cx="1461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0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3EDCF1E3-2A7B-9749-9442-BFD51EC03699}"/>
                    </a:ext>
                  </a:extLst>
                </p14:cNvPr>
                <p14:cNvContentPartPr/>
                <p14:nvPr/>
              </p14:nvContentPartPr>
              <p14:xfrm>
                <a:off x="6980558" y="4881064"/>
                <a:ext cx="256320" cy="12672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3EDCF1E3-2A7B-9749-9442-BFD51EC03699}"/>
                    </a:ext>
                  </a:extLst>
                </p:cNvPr>
                <p:cNvPicPr/>
                <p:nvPr/>
              </p:nvPicPr>
              <p:blipFill>
                <a:blip r:embed="rId1501"/>
                <a:stretch>
                  <a:fillRect/>
                </a:stretch>
              </p:blipFill>
              <p:spPr>
                <a:xfrm>
                  <a:off x="6965078" y="4865584"/>
                  <a:ext cx="2865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2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164E05FB-F634-E147-812D-182E1048AF66}"/>
                    </a:ext>
                  </a:extLst>
                </p14:cNvPr>
                <p14:cNvContentPartPr/>
                <p14:nvPr/>
              </p14:nvContentPartPr>
              <p14:xfrm>
                <a:off x="7264958" y="4748584"/>
                <a:ext cx="99720" cy="24336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164E05FB-F634-E147-812D-182E1048AF66}"/>
                    </a:ext>
                  </a:extLst>
                </p:cNvPr>
                <p:cNvPicPr/>
                <p:nvPr/>
              </p:nvPicPr>
              <p:blipFill>
                <a:blip r:embed="rId1503"/>
                <a:stretch>
                  <a:fillRect/>
                </a:stretch>
              </p:blipFill>
              <p:spPr>
                <a:xfrm>
                  <a:off x="7249478" y="4733464"/>
                  <a:ext cx="1303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4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778A857B-5ADE-594B-9BD7-C05E2D94DFFA}"/>
                    </a:ext>
                  </a:extLst>
                </p14:cNvPr>
                <p14:cNvContentPartPr/>
                <p14:nvPr/>
              </p14:nvContentPartPr>
              <p14:xfrm>
                <a:off x="7488878" y="4883944"/>
                <a:ext cx="64800" cy="10728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778A857B-5ADE-594B-9BD7-C05E2D94DFFA}"/>
                    </a:ext>
                  </a:extLst>
                </p:cNvPr>
                <p:cNvPicPr/>
                <p:nvPr/>
              </p:nvPicPr>
              <p:blipFill>
                <a:blip r:embed="rId1505"/>
                <a:stretch>
                  <a:fillRect/>
                </a:stretch>
              </p:blipFill>
              <p:spPr>
                <a:xfrm>
                  <a:off x="7473398" y="4868824"/>
                  <a:ext cx="954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6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9DFC2DBE-78D7-DF42-A173-85CC7B409CB0}"/>
                    </a:ext>
                  </a:extLst>
                </p14:cNvPr>
                <p14:cNvContentPartPr/>
                <p14:nvPr/>
              </p14:nvContentPartPr>
              <p14:xfrm>
                <a:off x="7538198" y="4864144"/>
                <a:ext cx="183600" cy="12492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9DFC2DBE-78D7-DF42-A173-85CC7B409CB0}"/>
                    </a:ext>
                  </a:extLst>
                </p:cNvPr>
                <p:cNvPicPr/>
                <p:nvPr/>
              </p:nvPicPr>
              <p:blipFill>
                <a:blip r:embed="rId1507"/>
                <a:stretch>
                  <a:fillRect/>
                </a:stretch>
              </p:blipFill>
              <p:spPr>
                <a:xfrm>
                  <a:off x="7522718" y="4848664"/>
                  <a:ext cx="2138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8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AF75DBE7-6108-1A47-955E-95D4E80DEC83}"/>
                    </a:ext>
                  </a:extLst>
                </p14:cNvPr>
                <p14:cNvContentPartPr/>
                <p14:nvPr/>
              </p14:nvContentPartPr>
              <p14:xfrm>
                <a:off x="8041478" y="4772704"/>
                <a:ext cx="124920" cy="18684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AF75DBE7-6108-1A47-955E-95D4E80DEC83}"/>
                    </a:ext>
                  </a:extLst>
                </p:cNvPr>
                <p:cNvPicPr/>
                <p:nvPr/>
              </p:nvPicPr>
              <p:blipFill>
                <a:blip r:embed="rId1509"/>
                <a:stretch>
                  <a:fillRect/>
                </a:stretch>
              </p:blipFill>
              <p:spPr>
                <a:xfrm>
                  <a:off x="8025998" y="4757224"/>
                  <a:ext cx="1555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0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AE82579D-86A0-994D-92B8-DA1FDDEDE5BC}"/>
                    </a:ext>
                  </a:extLst>
                </p14:cNvPr>
                <p14:cNvContentPartPr/>
                <p14:nvPr/>
              </p14:nvContentPartPr>
              <p14:xfrm>
                <a:off x="8190158" y="4809064"/>
                <a:ext cx="90000" cy="170280"/>
              </p14:xfrm>
            </p:contentPart>
          </mc:Choice>
          <mc:Fallback xmlns=""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AE82579D-86A0-994D-92B8-DA1FDDEDE5BC}"/>
                    </a:ext>
                  </a:extLst>
                </p:cNvPr>
                <p:cNvPicPr/>
                <p:nvPr/>
              </p:nvPicPr>
              <p:blipFill>
                <a:blip r:embed="rId1511"/>
                <a:stretch>
                  <a:fillRect/>
                </a:stretch>
              </p:blipFill>
              <p:spPr>
                <a:xfrm>
                  <a:off x="8175038" y="4793944"/>
                  <a:ext cx="1206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2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5888DB67-2C1D-DD41-B9A5-05E22AA14915}"/>
                    </a:ext>
                  </a:extLst>
                </p14:cNvPr>
                <p14:cNvContentPartPr/>
                <p14:nvPr/>
              </p14:nvContentPartPr>
              <p14:xfrm>
                <a:off x="8340998" y="4783864"/>
                <a:ext cx="37800" cy="173880"/>
              </p14:xfrm>
            </p:contentPart>
          </mc:Choice>
          <mc:Fallback xmlns=""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5888DB67-2C1D-DD41-B9A5-05E22AA14915}"/>
                    </a:ext>
                  </a:extLst>
                </p:cNvPr>
                <p:cNvPicPr/>
                <p:nvPr/>
              </p:nvPicPr>
              <p:blipFill>
                <a:blip r:embed="rId1513"/>
                <a:stretch>
                  <a:fillRect/>
                </a:stretch>
              </p:blipFill>
              <p:spPr>
                <a:xfrm>
                  <a:off x="8325518" y="4768384"/>
                  <a:ext cx="684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4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6853DC27-F2A0-8344-A854-7965A2AB6105}"/>
                    </a:ext>
                  </a:extLst>
                </p14:cNvPr>
                <p14:cNvContentPartPr/>
                <p14:nvPr/>
              </p14:nvContentPartPr>
              <p14:xfrm>
                <a:off x="8301398" y="4833544"/>
                <a:ext cx="111240" cy="39960"/>
              </p14:xfrm>
            </p:contentPart>
          </mc:Choice>
          <mc:Fallback xmlns=""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6853DC27-F2A0-8344-A854-7965A2AB6105}"/>
                    </a:ext>
                  </a:extLst>
                </p:cNvPr>
                <p:cNvPicPr/>
                <p:nvPr/>
              </p:nvPicPr>
              <p:blipFill>
                <a:blip r:embed="rId1515"/>
                <a:stretch>
                  <a:fillRect/>
                </a:stretch>
              </p:blipFill>
              <p:spPr>
                <a:xfrm>
                  <a:off x="8285918" y="4818064"/>
                  <a:ext cx="1418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6">
              <p14:nvContentPartPr>
                <p14:cNvPr id="990" name="Ink 989">
                  <a:extLst>
                    <a:ext uri="{FF2B5EF4-FFF2-40B4-BE49-F238E27FC236}">
                      <a16:creationId xmlns:a16="http://schemas.microsoft.com/office/drawing/2014/main" id="{1D67C06C-6FEE-3143-91B4-4AAB8027BC59}"/>
                    </a:ext>
                  </a:extLst>
                </p14:cNvPr>
                <p14:cNvContentPartPr/>
                <p14:nvPr/>
              </p14:nvContentPartPr>
              <p14:xfrm>
                <a:off x="7827638" y="4813744"/>
                <a:ext cx="131400" cy="165240"/>
              </p14:xfrm>
            </p:contentPart>
          </mc:Choice>
          <mc:Fallback xmlns="">
            <p:pic>
              <p:nvPicPr>
                <p:cNvPr id="990" name="Ink 989">
                  <a:extLst>
                    <a:ext uri="{FF2B5EF4-FFF2-40B4-BE49-F238E27FC236}">
                      <a16:creationId xmlns:a16="http://schemas.microsoft.com/office/drawing/2014/main" id="{1D67C06C-6FEE-3143-91B4-4AAB8027BC59}"/>
                    </a:ext>
                  </a:extLst>
                </p:cNvPr>
                <p:cNvPicPr/>
                <p:nvPr/>
              </p:nvPicPr>
              <p:blipFill>
                <a:blip r:embed="rId1521"/>
                <a:stretch>
                  <a:fillRect/>
                </a:stretch>
              </p:blipFill>
              <p:spPr>
                <a:xfrm>
                  <a:off x="7818998" y="4804744"/>
                  <a:ext cx="149040" cy="182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" name="Estrella de 5 puntas 2">
            <a:extLst>
              <a:ext uri="{FF2B5EF4-FFF2-40B4-BE49-F238E27FC236}">
                <a16:creationId xmlns:a16="http://schemas.microsoft.com/office/drawing/2014/main" id="{5371F3C0-6AA1-475F-1C56-B93B028F97CB}"/>
              </a:ext>
            </a:extLst>
          </p:cNvPr>
          <p:cNvSpPr/>
          <p:nvPr/>
        </p:nvSpPr>
        <p:spPr>
          <a:xfrm>
            <a:off x="189186" y="6571624"/>
            <a:ext cx="168166" cy="20376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415179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1105</TotalTime>
  <Words>0</Words>
  <Application>Microsoft Macintosh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Diana M Perales-Macedo</cp:lastModifiedBy>
  <cp:revision>9</cp:revision>
  <dcterms:created xsi:type="dcterms:W3CDTF">2021-10-04T23:36:30Z</dcterms:created>
  <dcterms:modified xsi:type="dcterms:W3CDTF">2026-10-05T15:27:16Z</dcterms:modified>
</cp:coreProperties>
</file>